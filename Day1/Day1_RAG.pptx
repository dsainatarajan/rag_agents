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9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74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398" r:id="rId33"/>
    <p:sldId id="399" r:id="rId34"/>
    <p:sldId id="402" r:id="rId35"/>
    <p:sldId id="404" r:id="rId36"/>
    <p:sldId id="405" r:id="rId37"/>
    <p:sldId id="406" r:id="rId38"/>
    <p:sldId id="407" r:id="rId39"/>
    <p:sldId id="408" r:id="rId40"/>
    <p:sldId id="409" r:id="rId41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384849" y="2203000"/>
            <a:ext cx="8205469" cy="6715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0" y="0"/>
            <a:ext cx="9144000" cy="9613265"/>
          </a:xfrm>
          <a:custGeom>
            <a:avLst/>
            <a:gdLst/>
            <a:ahLst/>
            <a:cxnLst/>
            <a:rect l="l" t="t" r="r" b="b"/>
            <a:pathLst>
              <a:path w="9144000" h="9613265">
                <a:moveTo>
                  <a:pt x="9143999" y="9613199"/>
                </a:moveTo>
                <a:lnTo>
                  <a:pt x="0" y="96131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6131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8450" y="3420526"/>
            <a:ext cx="3355249" cy="34459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11143" y="9473050"/>
            <a:ext cx="3265714" cy="8139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70924" y="4545584"/>
            <a:ext cx="5946151" cy="1122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398" y="1897900"/>
            <a:ext cx="16340455" cy="5565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11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3.png"/><Relationship Id="rId7" Type="http://schemas.openxmlformats.org/officeDocument/2006/relationships/image" Target="../media/image1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5.png"/><Relationship Id="rId7" Type="http://schemas.openxmlformats.org/officeDocument/2006/relationships/image" Target="../media/image1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1.png"/><Relationship Id="rId9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9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7.png"/><Relationship Id="rId7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1.png"/><Relationship Id="rId5" Type="http://schemas.openxmlformats.org/officeDocument/2006/relationships/image" Target="../media/image42.png"/><Relationship Id="rId10" Type="http://schemas.openxmlformats.org/officeDocument/2006/relationships/image" Target="../media/image10.png"/><Relationship Id="rId4" Type="http://schemas.openxmlformats.org/officeDocument/2006/relationships/image" Target="../media/image41.png"/><Relationship Id="rId9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7.png"/><Relationship Id="rId7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1.png"/><Relationship Id="rId5" Type="http://schemas.openxmlformats.org/officeDocument/2006/relationships/image" Target="../media/image42.png"/><Relationship Id="rId10" Type="http://schemas.openxmlformats.org/officeDocument/2006/relationships/image" Target="../media/image10.png"/><Relationship Id="rId4" Type="http://schemas.openxmlformats.org/officeDocument/2006/relationships/image" Target="../media/image41.png"/><Relationship Id="rId9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5534" y="3996944"/>
            <a:ext cx="668147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0275" marR="5080" indent="-91821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Using</a:t>
            </a:r>
            <a:r>
              <a:rPr spc="-865" dirty="0"/>
              <a:t> </a:t>
            </a:r>
            <a:r>
              <a:rPr spc="80" dirty="0"/>
              <a:t>the</a:t>
            </a:r>
            <a:r>
              <a:rPr spc="-865" dirty="0"/>
              <a:t> </a:t>
            </a:r>
            <a:r>
              <a:rPr spc="434" dirty="0"/>
              <a:t>LLM</a:t>
            </a:r>
            <a:r>
              <a:rPr spc="-865" dirty="0"/>
              <a:t> </a:t>
            </a:r>
            <a:r>
              <a:rPr spc="80" dirty="0"/>
              <a:t>in  </a:t>
            </a:r>
            <a:r>
              <a:rPr spc="50" dirty="0"/>
              <a:t>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74250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65" dirty="0"/>
              <a:t>Models</a:t>
            </a:r>
            <a:r>
              <a:rPr sz="5600" spc="-670" dirty="0"/>
              <a:t> </a:t>
            </a:r>
            <a:r>
              <a:rPr sz="5600" spc="-60" dirty="0"/>
              <a:t>h</a:t>
            </a:r>
            <a:r>
              <a:rPr sz="5600" spc="-140" dirty="0"/>
              <a:t>a</a:t>
            </a:r>
            <a:r>
              <a:rPr sz="5600" spc="-5" dirty="0"/>
              <a:t>ving</a:t>
            </a:r>
            <a:r>
              <a:rPr sz="5600" spc="-670" dirty="0"/>
              <a:t> </a:t>
            </a:r>
            <a:r>
              <a:rPr sz="5600" spc="105" dirty="0"/>
              <a:t>difﬁculty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679040" y="2221725"/>
            <a:ext cx="5214620" cy="123126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97218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Who is the Prime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Minister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of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UK?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65027" y="2314762"/>
            <a:ext cx="1308100" cy="1292225"/>
            <a:chOff x="7265027" y="2314762"/>
            <a:chExt cx="1308100" cy="1292225"/>
          </a:xfrm>
        </p:grpSpPr>
        <p:sp>
          <p:nvSpPr>
            <p:cNvPr id="5" name="object 5"/>
            <p:cNvSpPr/>
            <p:nvPr/>
          </p:nvSpPr>
          <p:spPr>
            <a:xfrm>
              <a:off x="7269790" y="2319525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649199" y="1282199"/>
                  </a:move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9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8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7"/>
                  </a:lnTo>
                  <a:lnTo>
                    <a:pt x="1780" y="688946"/>
                  </a:lnTo>
                  <a:lnTo>
                    <a:pt x="0" y="641099"/>
                  </a:ln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1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1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4" y="187773"/>
                  </a:lnTo>
                  <a:lnTo>
                    <a:pt x="1143162" y="225091"/>
                  </a:lnTo>
                  <a:lnTo>
                    <a:pt x="1174780" y="264764"/>
                  </a:lnTo>
                  <a:lnTo>
                    <a:pt x="1203016" y="306577"/>
                  </a:lnTo>
                  <a:lnTo>
                    <a:pt x="1227780" y="350315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1" y="735837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8" y="951628"/>
                  </a:lnTo>
                  <a:lnTo>
                    <a:pt x="1193810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3" y="1124949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5" y="1266745"/>
                  </a:lnTo>
                  <a:lnTo>
                    <a:pt x="745134" y="1275248"/>
                  </a:lnTo>
                  <a:lnTo>
                    <a:pt x="697650" y="1280441"/>
                  </a:lnTo>
                  <a:lnTo>
                    <a:pt x="649199" y="1282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69790" y="2319525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0" y="641099"/>
                  </a:move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1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1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3" y="187773"/>
                  </a:lnTo>
                  <a:lnTo>
                    <a:pt x="1143162" y="225091"/>
                  </a:lnTo>
                  <a:lnTo>
                    <a:pt x="1174780" y="264764"/>
                  </a:lnTo>
                  <a:lnTo>
                    <a:pt x="1203016" y="306577"/>
                  </a:lnTo>
                  <a:lnTo>
                    <a:pt x="1227780" y="350315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1" y="735837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8" y="951628"/>
                  </a:lnTo>
                  <a:lnTo>
                    <a:pt x="1193810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3" y="1124949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5" y="1266745"/>
                  </a:lnTo>
                  <a:lnTo>
                    <a:pt x="745134" y="1275248"/>
                  </a:lnTo>
                  <a:lnTo>
                    <a:pt x="697650" y="1280441"/>
                  </a:lnTo>
                  <a:lnTo>
                    <a:pt x="649199" y="1282199"/>
                  </a:ln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9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8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7"/>
                  </a:lnTo>
                  <a:lnTo>
                    <a:pt x="1780" y="688946"/>
                  </a:lnTo>
                  <a:lnTo>
                    <a:pt x="0" y="64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547762" y="2719388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65790" y="2221725"/>
            <a:ext cx="5617210" cy="1662430"/>
          </a:xfrm>
          <a:prstGeom prst="rect">
            <a:avLst/>
          </a:prstGeom>
          <a:solidFill>
            <a:srgbClr val="D9D1E9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1374140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595959"/>
                </a:solidFill>
                <a:latin typeface="Courier New"/>
                <a:cs typeface="Courier New"/>
              </a:rPr>
              <a:t>Who is the Prime </a:t>
            </a:r>
            <a:r>
              <a:rPr sz="2800" b="1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595959"/>
                </a:solidFill>
                <a:latin typeface="Courier New"/>
                <a:cs typeface="Courier New"/>
              </a:rPr>
              <a:t>Minister</a:t>
            </a:r>
            <a:r>
              <a:rPr sz="2800" b="1" spc="-3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595959"/>
                </a:solidFill>
                <a:latin typeface="Courier New"/>
                <a:cs typeface="Courier New"/>
              </a:rPr>
              <a:t>of</a:t>
            </a:r>
            <a:r>
              <a:rPr sz="2800" b="1" spc="-3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595959"/>
                </a:solidFill>
                <a:latin typeface="Courier New"/>
                <a:cs typeface="Courier New"/>
              </a:rPr>
              <a:t>the</a:t>
            </a:r>
            <a:r>
              <a:rPr sz="2800" b="1" spc="-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595959"/>
                </a:solidFill>
                <a:latin typeface="Courier New"/>
                <a:cs typeface="Courier New"/>
              </a:rPr>
              <a:t>UK? </a:t>
            </a:r>
            <a:r>
              <a:rPr sz="2800" b="1" spc="-1664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Boris</a:t>
            </a:r>
            <a:r>
              <a:rPr sz="2800" b="1" spc="-2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Johnson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95690" y="2693843"/>
            <a:ext cx="913765" cy="164465"/>
            <a:chOff x="6095690" y="2693843"/>
            <a:chExt cx="913765" cy="164465"/>
          </a:xfrm>
        </p:grpSpPr>
        <p:sp>
          <p:nvSpPr>
            <p:cNvPr id="10" name="object 10"/>
            <p:cNvSpPr/>
            <p:nvPr/>
          </p:nvSpPr>
          <p:spPr>
            <a:xfrm>
              <a:off x="6095690" y="2775824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840" y="2693843"/>
              <a:ext cx="211001" cy="16396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47315" y="1783103"/>
            <a:ext cx="11474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34065" y="1746678"/>
            <a:ext cx="1756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Completion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31939" y="1746678"/>
            <a:ext cx="974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821490" y="2693843"/>
            <a:ext cx="913765" cy="164465"/>
            <a:chOff x="8821490" y="2693843"/>
            <a:chExt cx="913765" cy="164465"/>
          </a:xfrm>
        </p:grpSpPr>
        <p:sp>
          <p:nvSpPr>
            <p:cNvPr id="16" name="object 16"/>
            <p:cNvSpPr/>
            <p:nvPr/>
          </p:nvSpPr>
          <p:spPr>
            <a:xfrm>
              <a:off x="8821490" y="2775824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3640" y="2693843"/>
              <a:ext cx="211001" cy="16396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79040" y="4322250"/>
            <a:ext cx="5214620" cy="8007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What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is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40366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/</a:t>
            </a:r>
            <a:r>
              <a:rPr sz="2800" b="1" spc="-2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439?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65027" y="4415287"/>
            <a:ext cx="1308100" cy="1292225"/>
            <a:chOff x="7265027" y="4415287"/>
            <a:chExt cx="1308100" cy="1292225"/>
          </a:xfrm>
        </p:grpSpPr>
        <p:sp>
          <p:nvSpPr>
            <p:cNvPr id="20" name="object 20"/>
            <p:cNvSpPr/>
            <p:nvPr/>
          </p:nvSpPr>
          <p:spPr>
            <a:xfrm>
              <a:off x="7269790" y="4420049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649199" y="1282199"/>
                  </a:move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9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8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7"/>
                  </a:lnTo>
                  <a:lnTo>
                    <a:pt x="1780" y="688946"/>
                  </a:lnTo>
                  <a:lnTo>
                    <a:pt x="0" y="641099"/>
                  </a:ln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1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0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3" y="187773"/>
                  </a:lnTo>
                  <a:lnTo>
                    <a:pt x="1143162" y="225091"/>
                  </a:lnTo>
                  <a:lnTo>
                    <a:pt x="1174780" y="264764"/>
                  </a:lnTo>
                  <a:lnTo>
                    <a:pt x="1203016" y="306577"/>
                  </a:lnTo>
                  <a:lnTo>
                    <a:pt x="1227780" y="350315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1" y="735837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8" y="951628"/>
                  </a:lnTo>
                  <a:lnTo>
                    <a:pt x="1193810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3" y="1124949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5" y="1266745"/>
                  </a:lnTo>
                  <a:lnTo>
                    <a:pt x="745134" y="1275248"/>
                  </a:lnTo>
                  <a:lnTo>
                    <a:pt x="697650" y="1280441"/>
                  </a:lnTo>
                  <a:lnTo>
                    <a:pt x="649199" y="1282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9790" y="4420049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0" y="641099"/>
                  </a:move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1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0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3" y="187773"/>
                  </a:lnTo>
                  <a:lnTo>
                    <a:pt x="1143162" y="225091"/>
                  </a:lnTo>
                  <a:lnTo>
                    <a:pt x="1174780" y="264764"/>
                  </a:lnTo>
                  <a:lnTo>
                    <a:pt x="1203016" y="306577"/>
                  </a:lnTo>
                  <a:lnTo>
                    <a:pt x="1227780" y="350315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1" y="735837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8" y="951628"/>
                  </a:lnTo>
                  <a:lnTo>
                    <a:pt x="1193810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3" y="1124949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5" y="1266745"/>
                  </a:lnTo>
                  <a:lnTo>
                    <a:pt x="745134" y="1275248"/>
                  </a:lnTo>
                  <a:lnTo>
                    <a:pt x="697650" y="1280441"/>
                  </a:lnTo>
                  <a:lnTo>
                    <a:pt x="649199" y="1282199"/>
                  </a:ln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9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8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7"/>
                  </a:lnTo>
                  <a:lnTo>
                    <a:pt x="1780" y="688946"/>
                  </a:lnTo>
                  <a:lnTo>
                    <a:pt x="0" y="64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47762" y="481991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65790" y="4322250"/>
            <a:ext cx="5617210" cy="1231265"/>
          </a:xfrm>
          <a:prstGeom prst="rect">
            <a:avLst/>
          </a:prstGeom>
          <a:solidFill>
            <a:srgbClr val="FFF1CC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757575"/>
                </a:solidFill>
                <a:latin typeface="Courier New"/>
                <a:cs typeface="Courier New"/>
              </a:rPr>
              <a:t>What</a:t>
            </a:r>
            <a:r>
              <a:rPr sz="2800" b="1" spc="-25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757575"/>
                </a:solidFill>
                <a:latin typeface="Courier New"/>
                <a:cs typeface="Courier New"/>
              </a:rPr>
              <a:t>is</a:t>
            </a:r>
            <a:r>
              <a:rPr sz="2800" b="1" spc="-25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757575"/>
                </a:solidFill>
                <a:latin typeface="Courier New"/>
                <a:cs typeface="Courier New"/>
              </a:rPr>
              <a:t>40366</a:t>
            </a:r>
            <a:r>
              <a:rPr sz="2800" b="1" spc="-25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757575"/>
                </a:solidFill>
                <a:latin typeface="Courier New"/>
                <a:cs typeface="Courier New"/>
              </a:rPr>
              <a:t>/</a:t>
            </a:r>
            <a:r>
              <a:rPr sz="2800" b="1" spc="-20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757575"/>
                </a:solidFill>
                <a:latin typeface="Courier New"/>
                <a:cs typeface="Courier New"/>
              </a:rPr>
              <a:t>439?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92.549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95690" y="4794369"/>
            <a:ext cx="913765" cy="164465"/>
            <a:chOff x="6095690" y="4794369"/>
            <a:chExt cx="913765" cy="164465"/>
          </a:xfrm>
        </p:grpSpPr>
        <p:sp>
          <p:nvSpPr>
            <p:cNvPr id="25" name="object 25"/>
            <p:cNvSpPr/>
            <p:nvPr/>
          </p:nvSpPr>
          <p:spPr>
            <a:xfrm>
              <a:off x="6095690" y="487635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840" y="4794369"/>
              <a:ext cx="211001" cy="163961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8821490" y="4794369"/>
            <a:ext cx="913765" cy="164465"/>
            <a:chOff x="8821490" y="4794369"/>
            <a:chExt cx="913765" cy="164465"/>
          </a:xfrm>
        </p:grpSpPr>
        <p:sp>
          <p:nvSpPr>
            <p:cNvPr id="28" name="object 28"/>
            <p:cNvSpPr/>
            <p:nvPr/>
          </p:nvSpPr>
          <p:spPr>
            <a:xfrm>
              <a:off x="8821490" y="487635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3640" y="4794369"/>
              <a:ext cx="211001" cy="163961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79040" y="6386350"/>
            <a:ext cx="5214620" cy="123126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139890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What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is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a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Martian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Dunetree?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265027" y="6479387"/>
            <a:ext cx="1308100" cy="1292225"/>
            <a:chOff x="7265027" y="6479387"/>
            <a:chExt cx="1308100" cy="1292225"/>
          </a:xfrm>
        </p:grpSpPr>
        <p:sp>
          <p:nvSpPr>
            <p:cNvPr id="32" name="object 32"/>
            <p:cNvSpPr/>
            <p:nvPr/>
          </p:nvSpPr>
          <p:spPr>
            <a:xfrm>
              <a:off x="7269790" y="6484149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649199" y="1282199"/>
                  </a:move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8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7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8"/>
                  </a:lnTo>
                  <a:lnTo>
                    <a:pt x="7039" y="735836"/>
                  </a:lnTo>
                  <a:lnTo>
                    <a:pt x="1780" y="688946"/>
                  </a:lnTo>
                  <a:lnTo>
                    <a:pt x="0" y="641099"/>
                  </a:ln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2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1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3" y="187774"/>
                  </a:lnTo>
                  <a:lnTo>
                    <a:pt x="1143162" y="225092"/>
                  </a:lnTo>
                  <a:lnTo>
                    <a:pt x="1174780" y="264765"/>
                  </a:lnTo>
                  <a:lnTo>
                    <a:pt x="1203016" y="306577"/>
                  </a:lnTo>
                  <a:lnTo>
                    <a:pt x="1227780" y="350314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1" y="735836"/>
                  </a:lnTo>
                  <a:lnTo>
                    <a:pt x="1282750" y="781648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8" y="951627"/>
                  </a:lnTo>
                  <a:lnTo>
                    <a:pt x="1193810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3" y="1124948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5" y="1266745"/>
                  </a:lnTo>
                  <a:lnTo>
                    <a:pt x="745134" y="1275248"/>
                  </a:lnTo>
                  <a:lnTo>
                    <a:pt x="697650" y="1280441"/>
                  </a:lnTo>
                  <a:lnTo>
                    <a:pt x="649199" y="1282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69790" y="6484149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0" y="641099"/>
                  </a:move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2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1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3" y="187774"/>
                  </a:lnTo>
                  <a:lnTo>
                    <a:pt x="1143162" y="225092"/>
                  </a:lnTo>
                  <a:lnTo>
                    <a:pt x="1174780" y="264765"/>
                  </a:lnTo>
                  <a:lnTo>
                    <a:pt x="1203016" y="306577"/>
                  </a:lnTo>
                  <a:lnTo>
                    <a:pt x="1227780" y="350314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1" y="735836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8" y="951627"/>
                  </a:lnTo>
                  <a:lnTo>
                    <a:pt x="1193810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3" y="1124948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5" y="1266745"/>
                  </a:lnTo>
                  <a:lnTo>
                    <a:pt x="745134" y="1275248"/>
                  </a:lnTo>
                  <a:lnTo>
                    <a:pt x="697650" y="1280441"/>
                  </a:lnTo>
                  <a:lnTo>
                    <a:pt x="649199" y="1282199"/>
                  </a:ln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8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7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6"/>
                  </a:lnTo>
                  <a:lnTo>
                    <a:pt x="1780" y="688946"/>
                  </a:lnTo>
                  <a:lnTo>
                    <a:pt x="0" y="64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547762" y="688401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965790" y="6386350"/>
            <a:ext cx="5617210" cy="2524760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1800860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757575"/>
                </a:solidFill>
                <a:latin typeface="Courier New"/>
                <a:cs typeface="Courier New"/>
              </a:rPr>
              <a:t>What</a:t>
            </a:r>
            <a:r>
              <a:rPr sz="2800" b="1" spc="-35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757575"/>
                </a:solidFill>
                <a:latin typeface="Courier New"/>
                <a:cs typeface="Courier New"/>
              </a:rPr>
              <a:t>is</a:t>
            </a:r>
            <a:r>
              <a:rPr sz="2800" b="1" spc="-35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757575"/>
                </a:solidFill>
                <a:latin typeface="Courier New"/>
                <a:cs typeface="Courier New"/>
              </a:rPr>
              <a:t>a</a:t>
            </a:r>
            <a:r>
              <a:rPr sz="2800" b="1" spc="-35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757575"/>
                </a:solidFill>
                <a:latin typeface="Courier New"/>
                <a:cs typeface="Courier New"/>
              </a:rPr>
              <a:t>Martian </a:t>
            </a:r>
            <a:r>
              <a:rPr sz="2800" b="1" spc="-1664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757575"/>
                </a:solidFill>
                <a:latin typeface="Courier New"/>
                <a:cs typeface="Courier New"/>
              </a:rPr>
              <a:t>Dunetree?</a:t>
            </a:r>
            <a:endParaRPr sz="2800">
              <a:latin typeface="Courier New"/>
              <a:cs typeface="Courier New"/>
            </a:endParaRPr>
          </a:p>
          <a:p>
            <a:pPr marL="180975" marR="307975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A </a:t>
            </a:r>
            <a:r>
              <a:rPr sz="2800" b="1" spc="-5" dirty="0">
                <a:latin typeface="Courier New"/>
                <a:cs typeface="Courier New"/>
              </a:rPr>
              <a:t>Martian Dunetree is </a:t>
            </a:r>
            <a:r>
              <a:rPr sz="2800" b="1" dirty="0">
                <a:latin typeface="Courier New"/>
                <a:cs typeface="Courier New"/>
              </a:rPr>
              <a:t>a </a:t>
            </a:r>
            <a:r>
              <a:rPr sz="2800" b="1" spc="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type of extraterrestrial </a:t>
            </a:r>
            <a:r>
              <a:rPr sz="2800" b="1" spc="-167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plant</a:t>
            </a:r>
            <a:r>
              <a:rPr sz="2800" b="1" spc="-2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found</a:t>
            </a:r>
            <a:r>
              <a:rPr sz="2800" b="1" spc="-1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on</a:t>
            </a:r>
            <a:r>
              <a:rPr sz="2800" b="1" spc="-2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Mars.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095690" y="6858468"/>
            <a:ext cx="913765" cy="164465"/>
            <a:chOff x="6095690" y="6858468"/>
            <a:chExt cx="913765" cy="164465"/>
          </a:xfrm>
        </p:grpSpPr>
        <p:sp>
          <p:nvSpPr>
            <p:cNvPr id="37" name="object 37"/>
            <p:cNvSpPr/>
            <p:nvPr/>
          </p:nvSpPr>
          <p:spPr>
            <a:xfrm>
              <a:off x="6095690" y="694045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7840" y="6858468"/>
              <a:ext cx="211001" cy="163962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8821490" y="6858468"/>
            <a:ext cx="913765" cy="164465"/>
            <a:chOff x="8821490" y="6858468"/>
            <a:chExt cx="913765" cy="164465"/>
          </a:xfrm>
        </p:grpSpPr>
        <p:sp>
          <p:nvSpPr>
            <p:cNvPr id="40" name="object 40"/>
            <p:cNvSpPr/>
            <p:nvPr/>
          </p:nvSpPr>
          <p:spPr>
            <a:xfrm>
              <a:off x="8821490" y="694045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23640" y="6858468"/>
              <a:ext cx="211001" cy="163962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5853426" y="2374759"/>
            <a:ext cx="1957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90" dirty="0">
                <a:latin typeface="Tahoma"/>
                <a:cs typeface="Tahoma"/>
              </a:rPr>
              <a:t>Ou</a:t>
            </a:r>
            <a:r>
              <a:rPr sz="3000" b="1" spc="-50" dirty="0">
                <a:latin typeface="Tahoma"/>
                <a:cs typeface="Tahoma"/>
              </a:rPr>
              <a:t>t</a:t>
            </a:r>
            <a:r>
              <a:rPr sz="3000" b="1" spc="-305" dirty="0">
                <a:latin typeface="Tahoma"/>
                <a:cs typeface="Tahoma"/>
              </a:rPr>
              <a:t> </a:t>
            </a:r>
            <a:r>
              <a:rPr sz="3000" b="1" spc="-155" dirty="0">
                <a:latin typeface="Tahoma"/>
                <a:cs typeface="Tahoma"/>
              </a:rPr>
              <a:t>o</a:t>
            </a:r>
            <a:r>
              <a:rPr sz="3000" b="1" spc="-95" dirty="0">
                <a:latin typeface="Tahoma"/>
                <a:cs typeface="Tahoma"/>
              </a:rPr>
              <a:t>f</a:t>
            </a:r>
            <a:r>
              <a:rPr sz="3000" b="1" spc="-305" dirty="0">
                <a:latin typeface="Tahoma"/>
                <a:cs typeface="Tahoma"/>
              </a:rPr>
              <a:t> </a:t>
            </a:r>
            <a:r>
              <a:rPr sz="3000" b="1" spc="-170" dirty="0">
                <a:latin typeface="Tahoma"/>
                <a:cs typeface="Tahoma"/>
              </a:rPr>
              <a:t>date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853426" y="4475285"/>
            <a:ext cx="14446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spc="-150" dirty="0">
                <a:latin typeface="Tahoma"/>
                <a:cs typeface="Tahoma"/>
              </a:rPr>
              <a:t>Wrong </a:t>
            </a:r>
            <a:r>
              <a:rPr sz="3000" b="1" spc="-145" dirty="0">
                <a:latin typeface="Tahoma"/>
                <a:cs typeface="Tahoma"/>
              </a:rPr>
              <a:t> </a:t>
            </a:r>
            <a:r>
              <a:rPr sz="3000" b="1" spc="-254" dirty="0">
                <a:latin typeface="Tahoma"/>
                <a:cs typeface="Tahoma"/>
              </a:rPr>
              <a:t>(91.949)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853426" y="6539384"/>
            <a:ext cx="2320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45" dirty="0">
                <a:latin typeface="Tahoma"/>
                <a:cs typeface="Tahoma"/>
              </a:rPr>
              <a:t>Hallucination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386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8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0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AI</a:t>
            </a:r>
            <a:r>
              <a:rPr sz="5600" spc="-670" dirty="0"/>
              <a:t> </a:t>
            </a:r>
            <a:r>
              <a:rPr sz="5600" spc="55" dirty="0"/>
              <a:t>project</a:t>
            </a:r>
            <a:r>
              <a:rPr sz="5600" spc="-670" dirty="0"/>
              <a:t> </a:t>
            </a:r>
            <a:r>
              <a:rPr sz="5600" spc="75" dirty="0"/>
              <a:t>lifec</a:t>
            </a:r>
            <a:r>
              <a:rPr sz="5600" spc="35" dirty="0"/>
              <a:t>y</a:t>
            </a:r>
            <a:r>
              <a:rPr sz="5600" spc="55" dirty="0"/>
              <a:t>cle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2045999" y="3138975"/>
            <a:ext cx="2029460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213995">
              <a:lnSpc>
                <a:spcPct val="100400"/>
              </a:lnSpc>
            </a:pPr>
            <a:r>
              <a:rPr sz="2800" spc="55" dirty="0">
                <a:solidFill>
                  <a:srgbClr val="757575"/>
                </a:solidFill>
                <a:latin typeface="Tahoma"/>
                <a:cs typeface="Tahoma"/>
              </a:rPr>
              <a:t>Deﬁne</a:t>
            </a:r>
            <a:r>
              <a:rPr sz="2800" spc="-33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757575"/>
                </a:solidFill>
                <a:latin typeface="Tahoma"/>
                <a:cs typeface="Tahoma"/>
              </a:rPr>
              <a:t>the  problem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12237" y="2565012"/>
            <a:ext cx="4848860" cy="488950"/>
            <a:chOff x="6712237" y="2565012"/>
            <a:chExt cx="4848860" cy="488950"/>
          </a:xfrm>
        </p:grpSpPr>
        <p:sp>
          <p:nvSpPr>
            <p:cNvPr id="5" name="object 5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4599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0" y="0"/>
                  </a:move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403997" y="2567938"/>
            <a:ext cx="3465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757575"/>
                </a:solidFill>
                <a:latin typeface="Tahoma"/>
                <a:cs typeface="Tahoma"/>
              </a:rPr>
              <a:t>Adapt</a:t>
            </a:r>
            <a:r>
              <a:rPr sz="2800" spc="-33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757575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757575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757575"/>
                </a:solidFill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551237" y="2558062"/>
            <a:ext cx="4695825" cy="488950"/>
            <a:chOff x="11551237" y="2558062"/>
            <a:chExt cx="4695825" cy="488950"/>
          </a:xfrm>
        </p:grpSpPr>
        <p:sp>
          <p:nvSpPr>
            <p:cNvPr id="9" name="object 9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4446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0" y="0"/>
                  </a:move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098587" y="2560988"/>
            <a:ext cx="3601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latin typeface="Tahoma"/>
                <a:cs typeface="Tahoma"/>
              </a:rPr>
              <a:t>Application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integ</a:t>
            </a:r>
            <a:r>
              <a:rPr sz="2800" spc="-35" dirty="0">
                <a:latin typeface="Tahoma"/>
                <a:cs typeface="Tahoma"/>
              </a:rPr>
              <a:t>r</a:t>
            </a:r>
            <a:r>
              <a:rPr sz="2800" spc="30" dirty="0">
                <a:latin typeface="Tahoma"/>
                <a:cs typeface="Tahoma"/>
              </a:rPr>
              <a:t>ation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790575">
              <a:lnSpc>
                <a:spcPct val="100400"/>
              </a:lnSpc>
            </a:pPr>
            <a:r>
              <a:rPr sz="2800" spc="35" dirty="0">
                <a:solidFill>
                  <a:srgbClr val="757575"/>
                </a:solidFill>
                <a:latin typeface="Tahoma"/>
                <a:cs typeface="Tahoma"/>
              </a:rPr>
              <a:t>Choose  </a:t>
            </a:r>
            <a:r>
              <a:rPr sz="2800" spc="10" dirty="0">
                <a:solidFill>
                  <a:srgbClr val="757575"/>
                </a:solidFill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7049" y="3138977"/>
            <a:ext cx="2310765" cy="127127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180975" marR="280670">
              <a:lnSpc>
                <a:spcPct val="100400"/>
              </a:lnSpc>
              <a:spcBef>
                <a:spcPts val="1500"/>
              </a:spcBef>
            </a:pPr>
            <a:r>
              <a:rPr sz="2800" spc="60" dirty="0">
                <a:solidFill>
                  <a:srgbClr val="757575"/>
                </a:solidFill>
                <a:latin typeface="Tahoma"/>
                <a:cs typeface="Tahoma"/>
              </a:rPr>
              <a:t>Prompt </a:t>
            </a:r>
            <a:r>
              <a:rPr sz="2800" spc="6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57575"/>
                </a:solidFill>
                <a:latin typeface="Tahoma"/>
                <a:cs typeface="Tahoma"/>
              </a:rPr>
              <a:t>engineering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56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180975" marR="274955">
              <a:lnSpc>
                <a:spcPct val="100400"/>
              </a:lnSpc>
            </a:pPr>
            <a:r>
              <a:rPr sz="2800" spc="60" dirty="0">
                <a:solidFill>
                  <a:srgbClr val="757575"/>
                </a:solidFill>
                <a:latin typeface="Tahoma"/>
                <a:cs typeface="Tahoma"/>
              </a:rPr>
              <a:t>Optimize </a:t>
            </a:r>
            <a:r>
              <a:rPr sz="2800" spc="6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757575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757575"/>
                </a:solidFill>
                <a:latin typeface="Tahoma"/>
                <a:cs typeface="Tahoma"/>
              </a:rPr>
              <a:t>depl</a:t>
            </a:r>
            <a:r>
              <a:rPr sz="2800" spc="-15" dirty="0">
                <a:solidFill>
                  <a:srgbClr val="757575"/>
                </a:solidFill>
                <a:latin typeface="Tahoma"/>
                <a:cs typeface="Tahoma"/>
              </a:rPr>
              <a:t>o</a:t>
            </a:r>
            <a:r>
              <a:rPr sz="2800" spc="25" dirty="0">
                <a:solidFill>
                  <a:srgbClr val="757575"/>
                </a:solidFill>
                <a:latin typeface="Tahoma"/>
                <a:cs typeface="Tahoma"/>
              </a:rPr>
              <a:t>y  </a:t>
            </a:r>
            <a:r>
              <a:rPr sz="2800" spc="10" dirty="0">
                <a:solidFill>
                  <a:srgbClr val="757575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757575"/>
                </a:solidFill>
                <a:latin typeface="Tahoma"/>
                <a:cs typeface="Tahoma"/>
              </a:rPr>
              <a:t>for  </a:t>
            </a:r>
            <a:r>
              <a:rPr sz="2800" spc="25" dirty="0">
                <a:solidFill>
                  <a:srgbClr val="757575"/>
                </a:solidFill>
                <a:latin typeface="Tahoma"/>
                <a:cs typeface="Tahoma"/>
              </a:rPr>
              <a:t>inference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49700" y="3138975"/>
            <a:ext cx="2157095" cy="4585335"/>
          </a:xfrm>
          <a:prstGeom prst="rect">
            <a:avLst/>
          </a:prstGeom>
          <a:solidFill>
            <a:srgbClr val="B6D7A8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93345">
              <a:lnSpc>
                <a:spcPct val="100400"/>
              </a:lnSpc>
              <a:spcBef>
                <a:spcPts val="1900"/>
              </a:spcBef>
            </a:pPr>
            <a:r>
              <a:rPr sz="2800" spc="20" dirty="0">
                <a:latin typeface="Tahoma"/>
                <a:cs typeface="Tahoma"/>
              </a:rPr>
              <a:t>Augment 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  </a:t>
            </a:r>
            <a:r>
              <a:rPr sz="2800" spc="35" dirty="0">
                <a:latin typeface="Tahoma"/>
                <a:cs typeface="Tahoma"/>
              </a:rPr>
              <a:t>build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LLM-  </a:t>
            </a:r>
            <a:r>
              <a:rPr sz="2800" spc="30" dirty="0">
                <a:latin typeface="Tahoma"/>
                <a:cs typeface="Tahoma"/>
              </a:rPr>
              <a:t>powered 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applications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15800" y="4511422"/>
            <a:ext cx="2310765" cy="147828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15" dirty="0">
                <a:solidFill>
                  <a:srgbClr val="757575"/>
                </a:solidFill>
                <a:latin typeface="Tahoma"/>
                <a:cs typeface="Tahoma"/>
              </a:rPr>
              <a:t>Fine-tuning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15775" y="6098175"/>
            <a:ext cx="2310765" cy="16262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80975" marR="556260">
              <a:lnSpc>
                <a:spcPct val="100400"/>
              </a:lnSpc>
              <a:spcBef>
                <a:spcPts val="1210"/>
              </a:spcBef>
            </a:pPr>
            <a:r>
              <a:rPr sz="2800" spc="50" dirty="0">
                <a:solidFill>
                  <a:srgbClr val="757575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757575"/>
                </a:solidFill>
                <a:latin typeface="Tahoma"/>
                <a:cs typeface="Tahoma"/>
              </a:rPr>
              <a:t>with  </a:t>
            </a:r>
            <a:r>
              <a:rPr sz="2800" spc="-25" dirty="0">
                <a:solidFill>
                  <a:srgbClr val="757575"/>
                </a:solidFill>
                <a:latin typeface="Tahoma"/>
                <a:cs typeface="Tahoma"/>
              </a:rPr>
              <a:t>human </a:t>
            </a:r>
            <a:r>
              <a:rPr sz="2800" spc="-20" dirty="0">
                <a:solidFill>
                  <a:srgbClr val="757575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757575"/>
                </a:solidFill>
                <a:latin typeface="Tahoma"/>
                <a:cs typeface="Tahoma"/>
              </a:rPr>
              <a:t>feedback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1299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20" dirty="0">
                <a:solidFill>
                  <a:srgbClr val="757575"/>
                </a:solidFill>
                <a:latin typeface="Tahoma"/>
                <a:cs typeface="Tahoma"/>
              </a:rPr>
              <a:t>Evaluate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41237" y="2558062"/>
            <a:ext cx="2280920" cy="488950"/>
            <a:chOff x="2041237" y="2558062"/>
            <a:chExt cx="2280920" cy="488950"/>
          </a:xfrm>
        </p:grpSpPr>
        <p:sp>
          <p:nvSpPr>
            <p:cNvPr id="20" name="object 20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2031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0" y="0"/>
                  </a:move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01427" y="2560988"/>
            <a:ext cx="960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757575"/>
                </a:solidFill>
                <a:latin typeface="Tahoma"/>
                <a:cs typeface="Tahoma"/>
              </a:rPr>
              <a:t>Scope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12237" y="2558062"/>
            <a:ext cx="2409825" cy="488950"/>
            <a:chOff x="4312237" y="2558062"/>
            <a:chExt cx="2409825" cy="488950"/>
          </a:xfrm>
        </p:grpSpPr>
        <p:sp>
          <p:nvSpPr>
            <p:cNvPr id="24" name="object 24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2160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0" y="0"/>
                  </a:move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28927" y="2560988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solidFill>
                  <a:srgbClr val="757575"/>
                </a:solidFill>
                <a:latin typeface="Tahoma"/>
                <a:cs typeface="Tahoma"/>
              </a:rPr>
              <a:t>Select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83070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25" dirty="0"/>
              <a:t>LLM-powered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8121388" y="4205289"/>
            <a:ext cx="1802130" cy="1802130"/>
            <a:chOff x="8121388" y="4205289"/>
            <a:chExt cx="1802130" cy="1802130"/>
          </a:xfrm>
        </p:grpSpPr>
        <p:sp>
          <p:nvSpPr>
            <p:cNvPr id="4" name="object 4"/>
            <p:cNvSpPr/>
            <p:nvPr/>
          </p:nvSpPr>
          <p:spPr>
            <a:xfrm>
              <a:off x="8126150" y="421005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4">
                  <a:moveTo>
                    <a:pt x="896099" y="1792199"/>
                  </a:moveTo>
                  <a:lnTo>
                    <a:pt x="848509" y="1790957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0"/>
                  </a:lnTo>
                  <a:lnTo>
                    <a:pt x="536955" y="1717328"/>
                  </a:lnTo>
                  <a:lnTo>
                    <a:pt x="496274" y="1698277"/>
                  </a:lnTo>
                  <a:lnTo>
                    <a:pt x="456736" y="1677277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3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69"/>
                  </a:lnTo>
                  <a:lnTo>
                    <a:pt x="4927" y="990634"/>
                  </a:lnTo>
                  <a:lnTo>
                    <a:pt x="1242" y="943690"/>
                  </a:lnTo>
                  <a:lnTo>
                    <a:pt x="0" y="896099"/>
                  </a:lnTo>
                  <a:lnTo>
                    <a:pt x="1242" y="848509"/>
                  </a:lnTo>
                  <a:lnTo>
                    <a:pt x="4927" y="801565"/>
                  </a:lnTo>
                  <a:lnTo>
                    <a:pt x="10993" y="755330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3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40"/>
                  </a:lnTo>
                  <a:lnTo>
                    <a:pt x="1792199" y="896099"/>
                  </a:lnTo>
                  <a:lnTo>
                    <a:pt x="1790957" y="943690"/>
                  </a:lnTo>
                  <a:lnTo>
                    <a:pt x="1787272" y="990634"/>
                  </a:lnTo>
                  <a:lnTo>
                    <a:pt x="1781206" y="1036869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3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7"/>
                  </a:lnTo>
                  <a:lnTo>
                    <a:pt x="1295925" y="1698277"/>
                  </a:lnTo>
                  <a:lnTo>
                    <a:pt x="1255244" y="1717328"/>
                  </a:lnTo>
                  <a:lnTo>
                    <a:pt x="1213482" y="1734370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7"/>
                  </a:lnTo>
                  <a:lnTo>
                    <a:pt x="896099" y="1792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26150" y="421005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4">
                  <a:moveTo>
                    <a:pt x="0" y="896099"/>
                  </a:moveTo>
                  <a:lnTo>
                    <a:pt x="1242" y="848509"/>
                  </a:lnTo>
                  <a:lnTo>
                    <a:pt x="4927" y="801565"/>
                  </a:lnTo>
                  <a:lnTo>
                    <a:pt x="10993" y="755330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3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40"/>
                  </a:lnTo>
                  <a:lnTo>
                    <a:pt x="1792199" y="896099"/>
                  </a:lnTo>
                  <a:lnTo>
                    <a:pt x="1790957" y="943690"/>
                  </a:lnTo>
                  <a:lnTo>
                    <a:pt x="1787272" y="990634"/>
                  </a:lnTo>
                  <a:lnTo>
                    <a:pt x="1781206" y="1036869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3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7"/>
                  </a:lnTo>
                  <a:lnTo>
                    <a:pt x="1295925" y="1698277"/>
                  </a:lnTo>
                  <a:lnTo>
                    <a:pt x="1255244" y="1717328"/>
                  </a:lnTo>
                  <a:lnTo>
                    <a:pt x="1213482" y="1734370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7"/>
                  </a:lnTo>
                  <a:lnTo>
                    <a:pt x="896099" y="1792199"/>
                  </a:lnTo>
                  <a:lnTo>
                    <a:pt x="848509" y="1790957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0"/>
                  </a:lnTo>
                  <a:lnTo>
                    <a:pt x="536955" y="1717328"/>
                  </a:lnTo>
                  <a:lnTo>
                    <a:pt x="496274" y="1698277"/>
                  </a:lnTo>
                  <a:lnTo>
                    <a:pt x="456736" y="1677277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3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69"/>
                  </a:lnTo>
                  <a:lnTo>
                    <a:pt x="4927" y="990634"/>
                  </a:lnTo>
                  <a:lnTo>
                    <a:pt x="1242" y="943690"/>
                  </a:lnTo>
                  <a:lnTo>
                    <a:pt x="0" y="8960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51540" y="4798938"/>
            <a:ext cx="91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15" dirty="0">
                <a:latin typeface="Tahoma"/>
                <a:cs typeface="Tahoma"/>
              </a:rPr>
              <a:t>LLM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2750" y="4219349"/>
            <a:ext cx="2825750" cy="185801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750">
              <a:latin typeface="Times New Roman"/>
              <a:cs typeface="Times New Roman"/>
            </a:endParaRPr>
          </a:p>
          <a:p>
            <a:pPr marL="416559">
              <a:lnSpc>
                <a:spcPct val="100000"/>
              </a:lnSpc>
            </a:pPr>
            <a:r>
              <a:rPr sz="2800" spc="70" dirty="0">
                <a:latin typeface="Tahoma"/>
                <a:cs typeface="Tahoma"/>
              </a:rPr>
              <a:t>User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Prompt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65348" y="4876131"/>
            <a:ext cx="769620" cy="164465"/>
            <a:chOff x="10265348" y="4876131"/>
            <a:chExt cx="769620" cy="164465"/>
          </a:xfrm>
        </p:grpSpPr>
        <p:sp>
          <p:nvSpPr>
            <p:cNvPr id="9" name="object 9"/>
            <p:cNvSpPr/>
            <p:nvPr/>
          </p:nvSpPr>
          <p:spPr>
            <a:xfrm>
              <a:off x="10284398" y="4949166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22369" y="4876131"/>
              <a:ext cx="211987" cy="16394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390349" y="4219349"/>
            <a:ext cx="2825750" cy="1858010"/>
          </a:xfrm>
          <a:prstGeom prst="rect">
            <a:avLst/>
          </a:prstGeom>
          <a:solidFill>
            <a:srgbClr val="D9D1E9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750">
              <a:latin typeface="Times New Roman"/>
              <a:cs typeface="Times New Roman"/>
            </a:endParaRPr>
          </a:p>
          <a:p>
            <a:pPr marL="499745">
              <a:lnSpc>
                <a:spcPct val="100000"/>
              </a:lnSpc>
            </a:pPr>
            <a:r>
              <a:rPr sz="2800" spc="50" dirty="0">
                <a:latin typeface="Tahoma"/>
                <a:cs typeface="Tahoma"/>
              </a:rPr>
              <a:t>Completion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12548" y="4876131"/>
            <a:ext cx="769620" cy="164465"/>
            <a:chOff x="6912548" y="4876131"/>
            <a:chExt cx="769620" cy="164465"/>
          </a:xfrm>
        </p:grpSpPr>
        <p:sp>
          <p:nvSpPr>
            <p:cNvPr id="13" name="object 13"/>
            <p:cNvSpPr/>
            <p:nvPr/>
          </p:nvSpPr>
          <p:spPr>
            <a:xfrm>
              <a:off x="6931598" y="4949166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9569" y="4876131"/>
              <a:ext cx="211987" cy="1639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13838" y="2446438"/>
            <a:ext cx="1802130" cy="1802130"/>
            <a:chOff x="6913838" y="2446438"/>
            <a:chExt cx="1802130" cy="1802130"/>
          </a:xfrm>
        </p:grpSpPr>
        <p:sp>
          <p:nvSpPr>
            <p:cNvPr id="3" name="object 3"/>
            <p:cNvSpPr/>
            <p:nvPr/>
          </p:nvSpPr>
          <p:spPr>
            <a:xfrm>
              <a:off x="6918600" y="245120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4">
                  <a:moveTo>
                    <a:pt x="896099" y="1792200"/>
                  </a:moveTo>
                  <a:lnTo>
                    <a:pt x="848509" y="1790957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0"/>
                  </a:lnTo>
                  <a:lnTo>
                    <a:pt x="536955" y="1717328"/>
                  </a:lnTo>
                  <a:lnTo>
                    <a:pt x="496274" y="1698277"/>
                  </a:lnTo>
                  <a:lnTo>
                    <a:pt x="456736" y="1677278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4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70"/>
                  </a:lnTo>
                  <a:lnTo>
                    <a:pt x="4927" y="990635"/>
                  </a:lnTo>
                  <a:lnTo>
                    <a:pt x="1242" y="943691"/>
                  </a:lnTo>
                  <a:lnTo>
                    <a:pt x="0" y="896100"/>
                  </a:lnTo>
                  <a:lnTo>
                    <a:pt x="1242" y="848509"/>
                  </a:lnTo>
                  <a:lnTo>
                    <a:pt x="4927" y="801565"/>
                  </a:lnTo>
                  <a:lnTo>
                    <a:pt x="10993" y="755330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4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40"/>
                  </a:lnTo>
                  <a:lnTo>
                    <a:pt x="1792199" y="896100"/>
                  </a:lnTo>
                  <a:lnTo>
                    <a:pt x="1790957" y="943691"/>
                  </a:lnTo>
                  <a:lnTo>
                    <a:pt x="1787272" y="990635"/>
                  </a:lnTo>
                  <a:lnTo>
                    <a:pt x="1781206" y="1036870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4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8"/>
                  </a:lnTo>
                  <a:lnTo>
                    <a:pt x="1295925" y="1698277"/>
                  </a:lnTo>
                  <a:lnTo>
                    <a:pt x="1255244" y="1717328"/>
                  </a:lnTo>
                  <a:lnTo>
                    <a:pt x="1213482" y="1734370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7"/>
                  </a:lnTo>
                  <a:lnTo>
                    <a:pt x="896099" y="1792200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18600" y="245120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4">
                  <a:moveTo>
                    <a:pt x="0" y="896100"/>
                  </a:moveTo>
                  <a:lnTo>
                    <a:pt x="1242" y="848509"/>
                  </a:lnTo>
                  <a:lnTo>
                    <a:pt x="4927" y="801565"/>
                  </a:lnTo>
                  <a:lnTo>
                    <a:pt x="10993" y="755330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4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40"/>
                  </a:lnTo>
                  <a:lnTo>
                    <a:pt x="1792199" y="896100"/>
                  </a:lnTo>
                  <a:lnTo>
                    <a:pt x="1790957" y="943691"/>
                  </a:lnTo>
                  <a:lnTo>
                    <a:pt x="1787272" y="990635"/>
                  </a:lnTo>
                  <a:lnTo>
                    <a:pt x="1781206" y="1036870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4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8"/>
                  </a:lnTo>
                  <a:lnTo>
                    <a:pt x="1295925" y="1698277"/>
                  </a:lnTo>
                  <a:lnTo>
                    <a:pt x="1255244" y="1717328"/>
                  </a:lnTo>
                  <a:lnTo>
                    <a:pt x="1213482" y="1734371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8"/>
                  </a:lnTo>
                  <a:lnTo>
                    <a:pt x="896099" y="1792200"/>
                  </a:lnTo>
                  <a:lnTo>
                    <a:pt x="848509" y="1790958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1"/>
                  </a:lnTo>
                  <a:lnTo>
                    <a:pt x="536955" y="1717328"/>
                  </a:lnTo>
                  <a:lnTo>
                    <a:pt x="496274" y="1698277"/>
                  </a:lnTo>
                  <a:lnTo>
                    <a:pt x="456736" y="1677278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4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70"/>
                  </a:lnTo>
                  <a:lnTo>
                    <a:pt x="4927" y="990635"/>
                  </a:lnTo>
                  <a:lnTo>
                    <a:pt x="1242" y="943691"/>
                  </a:lnTo>
                  <a:lnTo>
                    <a:pt x="0" y="8961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43989" y="3040088"/>
            <a:ext cx="91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15" dirty="0">
                <a:latin typeface="Tahoma"/>
                <a:cs typeface="Tahoma"/>
              </a:rPr>
              <a:t>LLM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83070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25" dirty="0"/>
              <a:t>LLM-powered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grpSp>
        <p:nvGrpSpPr>
          <p:cNvPr id="7" name="object 7"/>
          <p:cNvGrpSpPr/>
          <p:nvPr/>
        </p:nvGrpSpPr>
        <p:grpSpPr>
          <a:xfrm>
            <a:off x="10952037" y="3607962"/>
            <a:ext cx="5510530" cy="2419350"/>
            <a:chOff x="10952037" y="3607962"/>
            <a:chExt cx="5510530" cy="2419350"/>
          </a:xfrm>
        </p:grpSpPr>
        <p:sp>
          <p:nvSpPr>
            <p:cNvPr id="8" name="object 8"/>
            <p:cNvSpPr/>
            <p:nvPr/>
          </p:nvSpPr>
          <p:spPr>
            <a:xfrm>
              <a:off x="10956800" y="3612724"/>
              <a:ext cx="5501005" cy="2409825"/>
            </a:xfrm>
            <a:custGeom>
              <a:avLst/>
              <a:gdLst/>
              <a:ahLst/>
              <a:cxnLst/>
              <a:rect l="l" t="t" r="r" b="b"/>
              <a:pathLst>
                <a:path w="5501005" h="2409825">
                  <a:moveTo>
                    <a:pt x="5500799" y="2409599"/>
                  </a:moveTo>
                  <a:lnTo>
                    <a:pt x="0" y="2409599"/>
                  </a:lnTo>
                  <a:lnTo>
                    <a:pt x="0" y="0"/>
                  </a:lnTo>
                  <a:lnTo>
                    <a:pt x="5500799" y="0"/>
                  </a:lnTo>
                  <a:lnTo>
                    <a:pt x="5500799" y="24095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56800" y="3612724"/>
              <a:ext cx="5501005" cy="2409825"/>
            </a:xfrm>
            <a:custGeom>
              <a:avLst/>
              <a:gdLst/>
              <a:ahLst/>
              <a:cxnLst/>
              <a:rect l="l" t="t" r="r" b="b"/>
              <a:pathLst>
                <a:path w="5501005" h="2409825">
                  <a:moveTo>
                    <a:pt x="0" y="0"/>
                  </a:moveTo>
                  <a:lnTo>
                    <a:pt x="5500799" y="0"/>
                  </a:lnTo>
                  <a:lnTo>
                    <a:pt x="5500799" y="2409599"/>
                  </a:lnTo>
                  <a:lnTo>
                    <a:pt x="0" y="24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28917" y="3887758"/>
            <a:ext cx="2969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latin typeface="Tahoma"/>
                <a:cs typeface="Tahoma"/>
              </a:rPr>
              <a:t>External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Data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Sources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600850" y="4428000"/>
            <a:ext cx="4182110" cy="972185"/>
            <a:chOff x="11600850" y="4428000"/>
            <a:chExt cx="4182110" cy="9721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00850" y="4428000"/>
              <a:ext cx="973972" cy="97214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68032" y="4509467"/>
              <a:ext cx="810731" cy="8092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1975" y="4509467"/>
              <a:ext cx="810730" cy="80920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311702" y="539305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25" dirty="0">
                <a:latin typeface="Tahoma"/>
                <a:cs typeface="Tahoma"/>
              </a:rPr>
              <a:t>Documents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68619" y="5393058"/>
            <a:ext cx="2539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90395" algn="l"/>
              </a:tabLst>
            </a:pPr>
            <a:r>
              <a:rPr sz="2400" spc="15" dirty="0">
                <a:latin typeface="Tahoma"/>
                <a:cs typeface="Tahoma"/>
              </a:rPr>
              <a:t>Database	</a:t>
            </a:r>
            <a:r>
              <a:rPr sz="2400" spc="240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eb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005706" y="5412465"/>
            <a:ext cx="801370" cy="340360"/>
            <a:chOff x="10005706" y="5412465"/>
            <a:chExt cx="801370" cy="340360"/>
          </a:xfrm>
        </p:grpSpPr>
        <p:sp>
          <p:nvSpPr>
            <p:cNvPr id="18" name="object 18"/>
            <p:cNvSpPr/>
            <p:nvPr/>
          </p:nvSpPr>
          <p:spPr>
            <a:xfrm>
              <a:off x="10229820" y="5670748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7891" y="5588775"/>
              <a:ext cx="211987" cy="1639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024756" y="5485499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2727" y="5412465"/>
              <a:ext cx="211987" cy="16394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956800" y="6371249"/>
            <a:ext cx="2672080" cy="213423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05459" marR="497840" indent="264795">
              <a:lnSpc>
                <a:spcPts val="2850"/>
              </a:lnSpc>
              <a:spcBef>
                <a:spcPts val="2240"/>
              </a:spcBef>
            </a:pPr>
            <a:r>
              <a:rPr sz="2400" spc="30" dirty="0">
                <a:latin typeface="Tahoma"/>
                <a:cs typeface="Tahoma"/>
              </a:rPr>
              <a:t>External </a:t>
            </a:r>
            <a:r>
              <a:rPr sz="2400" spc="35" dirty="0">
                <a:latin typeface="Tahoma"/>
                <a:cs typeface="Tahoma"/>
              </a:rPr>
              <a:t> Applications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005706" y="6631665"/>
            <a:ext cx="801370" cy="340360"/>
            <a:chOff x="10005706" y="6631665"/>
            <a:chExt cx="801370" cy="340360"/>
          </a:xfrm>
        </p:grpSpPr>
        <p:sp>
          <p:nvSpPr>
            <p:cNvPr id="24" name="object 24"/>
            <p:cNvSpPr/>
            <p:nvPr/>
          </p:nvSpPr>
          <p:spPr>
            <a:xfrm>
              <a:off x="10229820" y="6889948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7891" y="6807976"/>
              <a:ext cx="211987" cy="16394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024756" y="6704700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2727" y="6631665"/>
              <a:ext cx="211987" cy="16394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830399" y="4744099"/>
            <a:ext cx="2825750" cy="3364229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542925" marR="538480" indent="494030">
              <a:lnSpc>
                <a:spcPct val="100400"/>
              </a:lnSpc>
              <a:spcBef>
                <a:spcPts val="1300"/>
              </a:spcBef>
            </a:pPr>
            <a:r>
              <a:rPr sz="2800" spc="-5" dirty="0">
                <a:latin typeface="Arial MT"/>
                <a:cs typeface="Arial MT"/>
              </a:rPr>
              <a:t>User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Application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958800" y="6097894"/>
            <a:ext cx="2479040" cy="657225"/>
            <a:chOff x="1958800" y="6097894"/>
            <a:chExt cx="2479040" cy="657225"/>
          </a:xfrm>
        </p:grpSpPr>
        <p:sp>
          <p:nvSpPr>
            <p:cNvPr id="30" name="object 30"/>
            <p:cNvSpPr/>
            <p:nvPr/>
          </p:nvSpPr>
          <p:spPr>
            <a:xfrm>
              <a:off x="1963562" y="6102656"/>
              <a:ext cx="2469515" cy="647700"/>
            </a:xfrm>
            <a:custGeom>
              <a:avLst/>
              <a:gdLst/>
              <a:ahLst/>
              <a:cxnLst/>
              <a:rect l="l" t="t" r="r" b="b"/>
              <a:pathLst>
                <a:path w="2469515" h="647700">
                  <a:moveTo>
                    <a:pt x="2469023" y="647090"/>
                  </a:moveTo>
                  <a:lnTo>
                    <a:pt x="0" y="647090"/>
                  </a:lnTo>
                  <a:lnTo>
                    <a:pt x="0" y="0"/>
                  </a:lnTo>
                  <a:lnTo>
                    <a:pt x="2469023" y="0"/>
                  </a:lnTo>
                  <a:lnTo>
                    <a:pt x="2469023" y="64709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63562" y="6102656"/>
              <a:ext cx="2469515" cy="647700"/>
            </a:xfrm>
            <a:custGeom>
              <a:avLst/>
              <a:gdLst/>
              <a:ahLst/>
              <a:cxnLst/>
              <a:rect l="l" t="t" r="r" b="b"/>
              <a:pathLst>
                <a:path w="2469515" h="647700">
                  <a:moveTo>
                    <a:pt x="0" y="0"/>
                  </a:moveTo>
                  <a:lnTo>
                    <a:pt x="2469023" y="0"/>
                  </a:lnTo>
                  <a:lnTo>
                    <a:pt x="2469023" y="647090"/>
                  </a:lnTo>
                  <a:lnTo>
                    <a:pt x="0" y="6470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22846" y="62967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895" y="77701"/>
                  </a:moveTo>
                  <a:lnTo>
                    <a:pt x="5798" y="77701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7"/>
                  </a:lnTo>
                  <a:lnTo>
                    <a:pt x="5798" y="0"/>
                  </a:lnTo>
                  <a:lnTo>
                    <a:pt x="2180178" y="0"/>
                  </a:lnTo>
                  <a:lnTo>
                    <a:pt x="2183471" y="1363"/>
                  </a:lnTo>
                  <a:lnTo>
                    <a:pt x="2188329" y="6221"/>
                  </a:lnTo>
                  <a:lnTo>
                    <a:pt x="2189693" y="9515"/>
                  </a:lnTo>
                  <a:lnTo>
                    <a:pt x="2189693" y="71903"/>
                  </a:lnTo>
                  <a:lnTo>
                    <a:pt x="2183895" y="777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22846" y="62967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7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3" y="0"/>
                  </a:lnTo>
                  <a:lnTo>
                    <a:pt x="2180178" y="0"/>
                  </a:lnTo>
                  <a:lnTo>
                    <a:pt x="2183471" y="1363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5"/>
                  </a:lnTo>
                  <a:lnTo>
                    <a:pt x="2189693" y="12950"/>
                  </a:lnTo>
                  <a:lnTo>
                    <a:pt x="2189693" y="64750"/>
                  </a:lnTo>
                  <a:lnTo>
                    <a:pt x="2189693" y="71903"/>
                  </a:lnTo>
                  <a:lnTo>
                    <a:pt x="2183895" y="77701"/>
                  </a:lnTo>
                  <a:lnTo>
                    <a:pt x="2176743" y="77701"/>
                  </a:lnTo>
                  <a:lnTo>
                    <a:pt x="12950" y="77701"/>
                  </a:lnTo>
                  <a:lnTo>
                    <a:pt x="5798" y="77701"/>
                  </a:lnTo>
                  <a:lnTo>
                    <a:pt x="0" y="71903"/>
                  </a:lnTo>
                  <a:lnTo>
                    <a:pt x="0" y="64750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22846" y="6458556"/>
              <a:ext cx="1234440" cy="78105"/>
            </a:xfrm>
            <a:custGeom>
              <a:avLst/>
              <a:gdLst/>
              <a:ahLst/>
              <a:cxnLst/>
              <a:rect l="l" t="t" r="r" b="b"/>
              <a:pathLst>
                <a:path w="1234439" h="78104">
                  <a:moveTo>
                    <a:pt x="1228582" y="77701"/>
                  </a:moveTo>
                  <a:lnTo>
                    <a:pt x="5798" y="77701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1224865" y="0"/>
                  </a:lnTo>
                  <a:lnTo>
                    <a:pt x="1228159" y="1364"/>
                  </a:lnTo>
                  <a:lnTo>
                    <a:pt x="1230587" y="3793"/>
                  </a:lnTo>
                  <a:lnTo>
                    <a:pt x="1233016" y="6221"/>
                  </a:lnTo>
                  <a:lnTo>
                    <a:pt x="1234381" y="9515"/>
                  </a:lnTo>
                  <a:lnTo>
                    <a:pt x="1234381" y="71903"/>
                  </a:lnTo>
                  <a:lnTo>
                    <a:pt x="1228582" y="777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22846" y="6458556"/>
              <a:ext cx="1234440" cy="78105"/>
            </a:xfrm>
            <a:custGeom>
              <a:avLst/>
              <a:gdLst/>
              <a:ahLst/>
              <a:cxnLst/>
              <a:rect l="l" t="t" r="r" b="b"/>
              <a:pathLst>
                <a:path w="1234439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1221430" y="0"/>
                  </a:lnTo>
                  <a:lnTo>
                    <a:pt x="1224865" y="0"/>
                  </a:lnTo>
                  <a:lnTo>
                    <a:pt x="1228159" y="1364"/>
                  </a:lnTo>
                  <a:lnTo>
                    <a:pt x="1230587" y="3793"/>
                  </a:lnTo>
                  <a:lnTo>
                    <a:pt x="1233016" y="6221"/>
                  </a:lnTo>
                  <a:lnTo>
                    <a:pt x="1234381" y="9515"/>
                  </a:lnTo>
                  <a:lnTo>
                    <a:pt x="1234381" y="12950"/>
                  </a:lnTo>
                  <a:lnTo>
                    <a:pt x="1234381" y="64751"/>
                  </a:lnTo>
                  <a:lnTo>
                    <a:pt x="1234381" y="71903"/>
                  </a:lnTo>
                  <a:lnTo>
                    <a:pt x="1228582" y="77701"/>
                  </a:lnTo>
                  <a:lnTo>
                    <a:pt x="1221430" y="77701"/>
                  </a:lnTo>
                  <a:lnTo>
                    <a:pt x="12950" y="77701"/>
                  </a:lnTo>
                  <a:lnTo>
                    <a:pt x="5798" y="77701"/>
                  </a:lnTo>
                  <a:lnTo>
                    <a:pt x="0" y="71903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958812" y="7012285"/>
            <a:ext cx="2479040" cy="895985"/>
            <a:chOff x="1958812" y="7012285"/>
            <a:chExt cx="2479040" cy="895985"/>
          </a:xfrm>
        </p:grpSpPr>
        <p:sp>
          <p:nvSpPr>
            <p:cNvPr id="37" name="object 37"/>
            <p:cNvSpPr/>
            <p:nvPr/>
          </p:nvSpPr>
          <p:spPr>
            <a:xfrm>
              <a:off x="1963574" y="7017048"/>
              <a:ext cx="2469515" cy="886460"/>
            </a:xfrm>
            <a:custGeom>
              <a:avLst/>
              <a:gdLst/>
              <a:ahLst/>
              <a:cxnLst/>
              <a:rect l="l" t="t" r="r" b="b"/>
              <a:pathLst>
                <a:path w="2469515" h="886459">
                  <a:moveTo>
                    <a:pt x="2469023" y="886309"/>
                  </a:moveTo>
                  <a:lnTo>
                    <a:pt x="0" y="886309"/>
                  </a:lnTo>
                  <a:lnTo>
                    <a:pt x="0" y="0"/>
                  </a:lnTo>
                  <a:lnTo>
                    <a:pt x="2469023" y="0"/>
                  </a:lnTo>
                  <a:lnTo>
                    <a:pt x="2469023" y="88630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63574" y="7017048"/>
              <a:ext cx="2469515" cy="886460"/>
            </a:xfrm>
            <a:custGeom>
              <a:avLst/>
              <a:gdLst/>
              <a:ahLst/>
              <a:cxnLst/>
              <a:rect l="l" t="t" r="r" b="b"/>
              <a:pathLst>
                <a:path w="2469515" h="886459">
                  <a:moveTo>
                    <a:pt x="0" y="0"/>
                  </a:moveTo>
                  <a:lnTo>
                    <a:pt x="2469023" y="0"/>
                  </a:lnTo>
                  <a:lnTo>
                    <a:pt x="2469023" y="886309"/>
                  </a:lnTo>
                  <a:lnTo>
                    <a:pt x="0" y="88630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22846" y="75159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895" y="77702"/>
                  </a:moveTo>
                  <a:lnTo>
                    <a:pt x="5798" y="77702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2180178" y="0"/>
                  </a:lnTo>
                  <a:lnTo>
                    <a:pt x="2183471" y="1364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6"/>
                  </a:lnTo>
                  <a:lnTo>
                    <a:pt x="2189693" y="71903"/>
                  </a:lnTo>
                  <a:lnTo>
                    <a:pt x="2183895" y="77702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22846" y="75159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3" y="0"/>
                  </a:lnTo>
                  <a:lnTo>
                    <a:pt x="2180178" y="0"/>
                  </a:lnTo>
                  <a:lnTo>
                    <a:pt x="2183471" y="1364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6"/>
                  </a:lnTo>
                  <a:lnTo>
                    <a:pt x="2189693" y="12950"/>
                  </a:lnTo>
                  <a:lnTo>
                    <a:pt x="2189693" y="64751"/>
                  </a:lnTo>
                  <a:lnTo>
                    <a:pt x="2189693" y="71903"/>
                  </a:lnTo>
                  <a:lnTo>
                    <a:pt x="2183895" y="77702"/>
                  </a:lnTo>
                  <a:lnTo>
                    <a:pt x="2176743" y="77702"/>
                  </a:lnTo>
                  <a:lnTo>
                    <a:pt x="12950" y="77702"/>
                  </a:lnTo>
                  <a:lnTo>
                    <a:pt x="5798" y="77702"/>
                  </a:lnTo>
                  <a:lnTo>
                    <a:pt x="0" y="71903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22851" y="7677744"/>
              <a:ext cx="1648460" cy="78105"/>
            </a:xfrm>
            <a:custGeom>
              <a:avLst/>
              <a:gdLst/>
              <a:ahLst/>
              <a:cxnLst/>
              <a:rect l="l" t="t" r="r" b="b"/>
              <a:pathLst>
                <a:path w="1648460" h="78104">
                  <a:moveTo>
                    <a:pt x="1642220" y="77702"/>
                  </a:moveTo>
                  <a:lnTo>
                    <a:pt x="5797" y="77702"/>
                  </a:lnTo>
                  <a:lnTo>
                    <a:pt x="0" y="71904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1638502" y="0"/>
                  </a:lnTo>
                  <a:lnTo>
                    <a:pt x="1641797" y="1364"/>
                  </a:lnTo>
                  <a:lnTo>
                    <a:pt x="1644225" y="3793"/>
                  </a:lnTo>
                  <a:lnTo>
                    <a:pt x="1646654" y="6222"/>
                  </a:lnTo>
                  <a:lnTo>
                    <a:pt x="1648018" y="9516"/>
                  </a:lnTo>
                  <a:lnTo>
                    <a:pt x="1648018" y="71904"/>
                  </a:lnTo>
                  <a:lnTo>
                    <a:pt x="1642220" y="77702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22851" y="7677744"/>
              <a:ext cx="1648460" cy="78105"/>
            </a:xfrm>
            <a:custGeom>
              <a:avLst/>
              <a:gdLst/>
              <a:ahLst/>
              <a:cxnLst/>
              <a:rect l="l" t="t" r="r" b="b"/>
              <a:pathLst>
                <a:path w="1648460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1635068" y="0"/>
                  </a:lnTo>
                  <a:lnTo>
                    <a:pt x="1638502" y="0"/>
                  </a:lnTo>
                  <a:lnTo>
                    <a:pt x="1641797" y="1364"/>
                  </a:lnTo>
                  <a:lnTo>
                    <a:pt x="1644225" y="3793"/>
                  </a:lnTo>
                  <a:lnTo>
                    <a:pt x="1646654" y="6222"/>
                  </a:lnTo>
                  <a:lnTo>
                    <a:pt x="1648018" y="9516"/>
                  </a:lnTo>
                  <a:lnTo>
                    <a:pt x="1648018" y="12950"/>
                  </a:lnTo>
                  <a:lnTo>
                    <a:pt x="1648018" y="64751"/>
                  </a:lnTo>
                  <a:lnTo>
                    <a:pt x="1648018" y="71904"/>
                  </a:lnTo>
                  <a:lnTo>
                    <a:pt x="1642220" y="77702"/>
                  </a:lnTo>
                  <a:lnTo>
                    <a:pt x="1635068" y="77702"/>
                  </a:lnTo>
                  <a:lnTo>
                    <a:pt x="12950" y="77702"/>
                  </a:lnTo>
                  <a:lnTo>
                    <a:pt x="5797" y="77702"/>
                  </a:lnTo>
                  <a:lnTo>
                    <a:pt x="0" y="71904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22846" y="73635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901" y="77699"/>
                  </a:moveTo>
                  <a:lnTo>
                    <a:pt x="5797" y="77699"/>
                  </a:lnTo>
                  <a:lnTo>
                    <a:pt x="0" y="71902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71902"/>
                  </a:lnTo>
                  <a:lnTo>
                    <a:pt x="2183901" y="776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22846" y="73635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2176749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12950"/>
                  </a:lnTo>
                  <a:lnTo>
                    <a:pt x="2189700" y="64749"/>
                  </a:lnTo>
                  <a:lnTo>
                    <a:pt x="2189700" y="71902"/>
                  </a:lnTo>
                  <a:lnTo>
                    <a:pt x="2183901" y="77699"/>
                  </a:lnTo>
                  <a:lnTo>
                    <a:pt x="2176749" y="77699"/>
                  </a:lnTo>
                  <a:lnTo>
                    <a:pt x="12950" y="77699"/>
                  </a:lnTo>
                  <a:lnTo>
                    <a:pt x="5797" y="77699"/>
                  </a:lnTo>
                  <a:lnTo>
                    <a:pt x="0" y="71902"/>
                  </a:lnTo>
                  <a:lnTo>
                    <a:pt x="0" y="64749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22846" y="72111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901" y="77699"/>
                  </a:moveTo>
                  <a:lnTo>
                    <a:pt x="5797" y="77699"/>
                  </a:lnTo>
                  <a:lnTo>
                    <a:pt x="0" y="71902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71902"/>
                  </a:lnTo>
                  <a:lnTo>
                    <a:pt x="2183901" y="776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122846" y="72111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2176749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12950"/>
                  </a:lnTo>
                  <a:lnTo>
                    <a:pt x="2189700" y="64749"/>
                  </a:lnTo>
                  <a:lnTo>
                    <a:pt x="2189700" y="71902"/>
                  </a:lnTo>
                  <a:lnTo>
                    <a:pt x="2183901" y="77699"/>
                  </a:lnTo>
                  <a:lnTo>
                    <a:pt x="2176749" y="77699"/>
                  </a:lnTo>
                  <a:lnTo>
                    <a:pt x="12950" y="77699"/>
                  </a:lnTo>
                  <a:lnTo>
                    <a:pt x="5797" y="77699"/>
                  </a:lnTo>
                  <a:lnTo>
                    <a:pt x="0" y="71902"/>
                  </a:lnTo>
                  <a:lnTo>
                    <a:pt x="0" y="64749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750099" y="5220199"/>
            <a:ext cx="4129404" cy="2134235"/>
          </a:xfrm>
          <a:prstGeom prst="rect">
            <a:avLst/>
          </a:prstGeom>
          <a:solidFill>
            <a:srgbClr val="FFD966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20"/>
              </a:spcBef>
            </a:pPr>
            <a:r>
              <a:rPr sz="2400" spc="60" dirty="0">
                <a:latin typeface="Tahoma"/>
                <a:cs typeface="Tahoma"/>
              </a:rPr>
              <a:t>Orchest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25" dirty="0">
                <a:latin typeface="Tahoma"/>
                <a:cs typeface="Tahoma"/>
              </a:rPr>
              <a:t>ation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lib</a:t>
            </a:r>
            <a:r>
              <a:rPr sz="2400" spc="15" dirty="0">
                <a:latin typeface="Tahoma"/>
                <a:cs typeface="Tahoma"/>
              </a:rPr>
              <a:t>r</a:t>
            </a:r>
            <a:r>
              <a:rPr sz="2400" spc="30" dirty="0">
                <a:latin typeface="Tahoma"/>
                <a:cs typeface="Tahoma"/>
              </a:rPr>
              <a:t>ary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790598" y="5936681"/>
            <a:ext cx="801370" cy="340360"/>
            <a:chOff x="4790598" y="5936681"/>
            <a:chExt cx="801370" cy="340360"/>
          </a:xfrm>
        </p:grpSpPr>
        <p:sp>
          <p:nvSpPr>
            <p:cNvPr id="49" name="object 49"/>
            <p:cNvSpPr/>
            <p:nvPr/>
          </p:nvSpPr>
          <p:spPr>
            <a:xfrm>
              <a:off x="5014712" y="6194964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4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2783" y="6112991"/>
              <a:ext cx="211986" cy="16394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809648" y="6009716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4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47620" y="5936681"/>
              <a:ext cx="211986" cy="163945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7633542" y="4320887"/>
            <a:ext cx="340360" cy="801370"/>
            <a:chOff x="7633542" y="4320887"/>
            <a:chExt cx="340360" cy="801370"/>
          </a:xfrm>
        </p:grpSpPr>
        <p:sp>
          <p:nvSpPr>
            <p:cNvPr id="54" name="object 54"/>
            <p:cNvSpPr/>
            <p:nvPr/>
          </p:nvSpPr>
          <p:spPr>
            <a:xfrm>
              <a:off x="7706576" y="4545002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4">
                  <a:moveTo>
                    <a:pt x="0" y="558029"/>
                  </a:moveTo>
                  <a:lnTo>
                    <a:pt x="8938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33542" y="4353072"/>
              <a:ext cx="163945" cy="21198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891824" y="4339937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4">
                  <a:moveTo>
                    <a:pt x="0" y="558029"/>
                  </a:moveTo>
                  <a:lnTo>
                    <a:pt x="8938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09851" y="4877909"/>
              <a:ext cx="163945" cy="2119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8399" y="3996944"/>
            <a:ext cx="835596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3105" marR="5080" indent="-70104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Retri</a:t>
            </a:r>
            <a:r>
              <a:rPr spc="90" dirty="0"/>
              <a:t>e</a:t>
            </a:r>
            <a:r>
              <a:rPr spc="55" dirty="0"/>
              <a:t>val</a:t>
            </a:r>
            <a:r>
              <a:rPr spc="-865" dirty="0"/>
              <a:t> </a:t>
            </a:r>
            <a:r>
              <a:rPr spc="-35" dirty="0"/>
              <a:t>augmented  </a:t>
            </a:r>
            <a:r>
              <a:rPr spc="-90" dirty="0"/>
              <a:t>gene</a:t>
            </a:r>
            <a:r>
              <a:rPr spc="165" dirty="0"/>
              <a:t>r</a:t>
            </a:r>
            <a:r>
              <a:rPr spc="85" dirty="0"/>
              <a:t>ation</a:t>
            </a:r>
            <a:r>
              <a:rPr spc="-865" dirty="0"/>
              <a:t> </a:t>
            </a:r>
            <a:r>
              <a:rPr spc="-215" dirty="0"/>
              <a:t>(R</a:t>
            </a:r>
            <a:r>
              <a:rPr spc="430" dirty="0"/>
              <a:t>A</a:t>
            </a:r>
            <a:r>
              <a:rPr spc="-60" dirty="0"/>
              <a:t>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86404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Knowledge</a:t>
            </a:r>
            <a:r>
              <a:rPr sz="5600" spc="-670" dirty="0"/>
              <a:t> </a:t>
            </a:r>
            <a:r>
              <a:rPr sz="5600" spc="45" dirty="0"/>
              <a:t>cut-offs</a:t>
            </a:r>
            <a:r>
              <a:rPr sz="5600" spc="-670" dirty="0"/>
              <a:t> </a:t>
            </a:r>
            <a:r>
              <a:rPr sz="5600" spc="70" dirty="0"/>
              <a:t>in</a:t>
            </a:r>
            <a:r>
              <a:rPr sz="5600" spc="-670" dirty="0"/>
              <a:t> </a:t>
            </a:r>
            <a:r>
              <a:rPr sz="5600" spc="235" dirty="0"/>
              <a:t>LLMs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817949" y="3149350"/>
            <a:ext cx="5043805" cy="258635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180975" marR="740410">
              <a:lnSpc>
                <a:spcPct val="100000"/>
              </a:lnSpc>
              <a:spcBef>
                <a:spcPts val="1280"/>
              </a:spcBef>
            </a:pPr>
            <a:r>
              <a:rPr sz="3600" b="1" spc="-5" dirty="0">
                <a:latin typeface="Courier New"/>
                <a:cs typeface="Courier New"/>
              </a:rPr>
              <a:t>Who is the </a:t>
            </a:r>
            <a:r>
              <a:rPr sz="3600" b="1" dirty="0">
                <a:latin typeface="Courier New"/>
                <a:cs typeface="Courier New"/>
              </a:rPr>
              <a:t> </a:t>
            </a:r>
            <a:r>
              <a:rPr sz="3600" b="1" spc="-5" dirty="0">
                <a:latin typeface="Courier New"/>
                <a:cs typeface="Courier New"/>
              </a:rPr>
              <a:t>current Prime </a:t>
            </a:r>
            <a:r>
              <a:rPr sz="3600" b="1" dirty="0">
                <a:latin typeface="Courier New"/>
                <a:cs typeface="Courier New"/>
              </a:rPr>
              <a:t> </a:t>
            </a:r>
            <a:r>
              <a:rPr sz="3600" b="1" spc="-5" dirty="0">
                <a:latin typeface="Courier New"/>
                <a:cs typeface="Courier New"/>
              </a:rPr>
              <a:t>Minister</a:t>
            </a:r>
            <a:r>
              <a:rPr sz="3600" b="1" spc="-50" dirty="0">
                <a:latin typeface="Courier New"/>
                <a:cs typeface="Courier New"/>
              </a:rPr>
              <a:t> </a:t>
            </a:r>
            <a:r>
              <a:rPr sz="3600" b="1" spc="-5" dirty="0">
                <a:latin typeface="Courier New"/>
                <a:cs typeface="Courier New"/>
              </a:rPr>
              <a:t>of</a:t>
            </a:r>
            <a:r>
              <a:rPr sz="3600" b="1" spc="-50" dirty="0">
                <a:latin typeface="Courier New"/>
                <a:cs typeface="Courier New"/>
              </a:rPr>
              <a:t> </a:t>
            </a:r>
            <a:r>
              <a:rPr sz="3600" b="1" spc="-5" dirty="0">
                <a:latin typeface="Courier New"/>
                <a:cs typeface="Courier New"/>
              </a:rPr>
              <a:t>the </a:t>
            </a:r>
            <a:r>
              <a:rPr sz="3600" b="1" spc="-2145" dirty="0">
                <a:latin typeface="Courier New"/>
                <a:cs typeface="Courier New"/>
              </a:rPr>
              <a:t> </a:t>
            </a:r>
            <a:r>
              <a:rPr sz="3600" b="1" spc="-5" dirty="0">
                <a:latin typeface="Courier New"/>
                <a:cs typeface="Courier New"/>
              </a:rPr>
              <a:t>United</a:t>
            </a:r>
            <a:r>
              <a:rPr sz="3600" b="1" spc="-100" dirty="0">
                <a:latin typeface="Courier New"/>
                <a:cs typeface="Courier New"/>
              </a:rPr>
              <a:t> </a:t>
            </a:r>
            <a:r>
              <a:rPr sz="3600" b="1" spc="-5" dirty="0">
                <a:latin typeface="Courier New"/>
                <a:cs typeface="Courier New"/>
              </a:rPr>
              <a:t>Kingdom?</a:t>
            </a:r>
            <a:endParaRPr sz="36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42687" y="2693987"/>
            <a:ext cx="2948940" cy="2942590"/>
            <a:chOff x="7442687" y="2693987"/>
            <a:chExt cx="2948940" cy="2942590"/>
          </a:xfrm>
        </p:grpSpPr>
        <p:sp>
          <p:nvSpPr>
            <p:cNvPr id="5" name="object 5"/>
            <p:cNvSpPr/>
            <p:nvPr/>
          </p:nvSpPr>
          <p:spPr>
            <a:xfrm>
              <a:off x="7447450" y="2698749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1469399" y="2932799"/>
                  </a:move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56" y="792420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44" y="792504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47450" y="2698750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0" y="1466399"/>
                  </a:move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11" y="792504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02" y="792420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45621" y="392391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60499" y="4083169"/>
            <a:ext cx="913765" cy="164465"/>
            <a:chOff x="6160499" y="4083169"/>
            <a:chExt cx="913765" cy="164465"/>
          </a:xfrm>
        </p:grpSpPr>
        <p:sp>
          <p:nvSpPr>
            <p:cNvPr id="9" name="object 9"/>
            <p:cNvSpPr/>
            <p:nvPr/>
          </p:nvSpPr>
          <p:spPr>
            <a:xfrm>
              <a:off x="6160499" y="416515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2649" y="4083169"/>
              <a:ext cx="211001" cy="16396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86225" y="2072553"/>
            <a:ext cx="11474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29797" y="2072503"/>
            <a:ext cx="974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723374" y="4083169"/>
            <a:ext cx="913765" cy="164465"/>
            <a:chOff x="10723374" y="4083169"/>
            <a:chExt cx="913765" cy="164465"/>
          </a:xfrm>
        </p:grpSpPr>
        <p:sp>
          <p:nvSpPr>
            <p:cNvPr id="14" name="object 14"/>
            <p:cNvSpPr/>
            <p:nvPr/>
          </p:nvSpPr>
          <p:spPr>
            <a:xfrm>
              <a:off x="10723374" y="416515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5524" y="4083169"/>
              <a:ext cx="211001" cy="16396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178624" y="2072578"/>
            <a:ext cx="1756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Completion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10349" y="3149350"/>
            <a:ext cx="5256530" cy="3694429"/>
          </a:xfrm>
          <a:prstGeom prst="rect">
            <a:avLst/>
          </a:prstGeom>
          <a:solidFill>
            <a:srgbClr val="D9D1E9"/>
          </a:solidFill>
          <a:ln w="9524">
            <a:solidFill>
              <a:srgbClr val="595959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180975" marR="952500">
              <a:lnSpc>
                <a:spcPct val="100000"/>
              </a:lnSpc>
              <a:spcBef>
                <a:spcPts val="1280"/>
              </a:spcBef>
            </a:pPr>
            <a:r>
              <a:rPr sz="3600" b="1" spc="-5" dirty="0">
                <a:solidFill>
                  <a:srgbClr val="757575"/>
                </a:solidFill>
                <a:latin typeface="Courier New"/>
                <a:cs typeface="Courier New"/>
              </a:rPr>
              <a:t>Who is the </a:t>
            </a:r>
            <a:r>
              <a:rPr sz="3600" b="1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757575"/>
                </a:solidFill>
                <a:latin typeface="Courier New"/>
                <a:cs typeface="Courier New"/>
              </a:rPr>
              <a:t>current Prime </a:t>
            </a:r>
            <a:r>
              <a:rPr sz="3600" b="1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757575"/>
                </a:solidFill>
                <a:latin typeface="Courier New"/>
                <a:cs typeface="Courier New"/>
              </a:rPr>
              <a:t>Minister</a:t>
            </a:r>
            <a:r>
              <a:rPr sz="3600" b="1" spc="-50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757575"/>
                </a:solidFill>
                <a:latin typeface="Courier New"/>
                <a:cs typeface="Courier New"/>
              </a:rPr>
              <a:t>of</a:t>
            </a:r>
            <a:r>
              <a:rPr sz="3600" b="1" spc="-50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757575"/>
                </a:solidFill>
                <a:latin typeface="Courier New"/>
                <a:cs typeface="Courier New"/>
              </a:rPr>
              <a:t>the </a:t>
            </a:r>
            <a:r>
              <a:rPr sz="3600" b="1" spc="-2145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757575"/>
                </a:solidFill>
                <a:latin typeface="Courier New"/>
                <a:cs typeface="Courier New"/>
              </a:rPr>
              <a:t>United</a:t>
            </a:r>
            <a:r>
              <a:rPr sz="3600" b="1" spc="-100" dirty="0">
                <a:solidFill>
                  <a:srgbClr val="757575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757575"/>
                </a:solidFill>
                <a:latin typeface="Courier New"/>
                <a:cs typeface="Courier New"/>
              </a:rPr>
              <a:t>Kingdom?</a:t>
            </a:r>
            <a:endParaRPr sz="3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3600" b="1" spc="-5" dirty="0">
                <a:latin typeface="Courier New"/>
                <a:cs typeface="Courier New"/>
              </a:rPr>
              <a:t>Boris</a:t>
            </a:r>
            <a:r>
              <a:rPr sz="3600" b="1" spc="-70" dirty="0">
                <a:latin typeface="Courier New"/>
                <a:cs typeface="Courier New"/>
              </a:rPr>
              <a:t> </a:t>
            </a:r>
            <a:r>
              <a:rPr sz="3600" b="1" spc="-5" dirty="0">
                <a:latin typeface="Courier New"/>
                <a:cs typeface="Courier New"/>
              </a:rPr>
              <a:t>Johnson</a:t>
            </a:r>
            <a:endParaRPr sz="3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13838" y="2446438"/>
            <a:ext cx="1802130" cy="1802130"/>
            <a:chOff x="6913838" y="2446438"/>
            <a:chExt cx="1802130" cy="1802130"/>
          </a:xfrm>
        </p:grpSpPr>
        <p:sp>
          <p:nvSpPr>
            <p:cNvPr id="3" name="object 3"/>
            <p:cNvSpPr/>
            <p:nvPr/>
          </p:nvSpPr>
          <p:spPr>
            <a:xfrm>
              <a:off x="6918600" y="245120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4">
                  <a:moveTo>
                    <a:pt x="896099" y="1792200"/>
                  </a:moveTo>
                  <a:lnTo>
                    <a:pt x="848509" y="1790957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0"/>
                  </a:lnTo>
                  <a:lnTo>
                    <a:pt x="536955" y="1717328"/>
                  </a:lnTo>
                  <a:lnTo>
                    <a:pt x="496274" y="1698277"/>
                  </a:lnTo>
                  <a:lnTo>
                    <a:pt x="456736" y="1677278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4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70"/>
                  </a:lnTo>
                  <a:lnTo>
                    <a:pt x="4927" y="990635"/>
                  </a:lnTo>
                  <a:lnTo>
                    <a:pt x="1242" y="943691"/>
                  </a:lnTo>
                  <a:lnTo>
                    <a:pt x="0" y="896100"/>
                  </a:lnTo>
                  <a:lnTo>
                    <a:pt x="1242" y="848509"/>
                  </a:lnTo>
                  <a:lnTo>
                    <a:pt x="4927" y="801565"/>
                  </a:lnTo>
                  <a:lnTo>
                    <a:pt x="10993" y="755330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4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40"/>
                  </a:lnTo>
                  <a:lnTo>
                    <a:pt x="1792199" y="896100"/>
                  </a:lnTo>
                  <a:lnTo>
                    <a:pt x="1790957" y="943691"/>
                  </a:lnTo>
                  <a:lnTo>
                    <a:pt x="1787272" y="990635"/>
                  </a:lnTo>
                  <a:lnTo>
                    <a:pt x="1781206" y="1036870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4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8"/>
                  </a:lnTo>
                  <a:lnTo>
                    <a:pt x="1295925" y="1698277"/>
                  </a:lnTo>
                  <a:lnTo>
                    <a:pt x="1255244" y="1717328"/>
                  </a:lnTo>
                  <a:lnTo>
                    <a:pt x="1213482" y="1734370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7"/>
                  </a:lnTo>
                  <a:lnTo>
                    <a:pt x="896099" y="1792200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18600" y="245120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4">
                  <a:moveTo>
                    <a:pt x="0" y="896100"/>
                  </a:moveTo>
                  <a:lnTo>
                    <a:pt x="1242" y="848509"/>
                  </a:lnTo>
                  <a:lnTo>
                    <a:pt x="4927" y="801565"/>
                  </a:lnTo>
                  <a:lnTo>
                    <a:pt x="10993" y="755330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4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40"/>
                  </a:lnTo>
                  <a:lnTo>
                    <a:pt x="1792199" y="896100"/>
                  </a:lnTo>
                  <a:lnTo>
                    <a:pt x="1790957" y="943691"/>
                  </a:lnTo>
                  <a:lnTo>
                    <a:pt x="1787272" y="990635"/>
                  </a:lnTo>
                  <a:lnTo>
                    <a:pt x="1781206" y="1036870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4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8"/>
                  </a:lnTo>
                  <a:lnTo>
                    <a:pt x="1295925" y="1698277"/>
                  </a:lnTo>
                  <a:lnTo>
                    <a:pt x="1255244" y="1717328"/>
                  </a:lnTo>
                  <a:lnTo>
                    <a:pt x="1213482" y="1734371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8"/>
                  </a:lnTo>
                  <a:lnTo>
                    <a:pt x="896099" y="1792200"/>
                  </a:lnTo>
                  <a:lnTo>
                    <a:pt x="848509" y="1790958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1"/>
                  </a:lnTo>
                  <a:lnTo>
                    <a:pt x="536955" y="1717328"/>
                  </a:lnTo>
                  <a:lnTo>
                    <a:pt x="496274" y="1698277"/>
                  </a:lnTo>
                  <a:lnTo>
                    <a:pt x="456736" y="1677278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4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70"/>
                  </a:lnTo>
                  <a:lnTo>
                    <a:pt x="4927" y="990635"/>
                  </a:lnTo>
                  <a:lnTo>
                    <a:pt x="1242" y="943691"/>
                  </a:lnTo>
                  <a:lnTo>
                    <a:pt x="0" y="8961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43989" y="3040088"/>
            <a:ext cx="91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15" dirty="0">
                <a:latin typeface="Tahoma"/>
                <a:cs typeface="Tahoma"/>
              </a:rPr>
              <a:t>LLM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83070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25" dirty="0"/>
              <a:t>LLM-powered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grpSp>
        <p:nvGrpSpPr>
          <p:cNvPr id="7" name="object 7"/>
          <p:cNvGrpSpPr/>
          <p:nvPr/>
        </p:nvGrpSpPr>
        <p:grpSpPr>
          <a:xfrm>
            <a:off x="10952037" y="3607962"/>
            <a:ext cx="5510530" cy="2419350"/>
            <a:chOff x="10952037" y="3607962"/>
            <a:chExt cx="5510530" cy="2419350"/>
          </a:xfrm>
        </p:grpSpPr>
        <p:sp>
          <p:nvSpPr>
            <p:cNvPr id="8" name="object 8"/>
            <p:cNvSpPr/>
            <p:nvPr/>
          </p:nvSpPr>
          <p:spPr>
            <a:xfrm>
              <a:off x="10956800" y="3612724"/>
              <a:ext cx="5501005" cy="2409825"/>
            </a:xfrm>
            <a:custGeom>
              <a:avLst/>
              <a:gdLst/>
              <a:ahLst/>
              <a:cxnLst/>
              <a:rect l="l" t="t" r="r" b="b"/>
              <a:pathLst>
                <a:path w="5501005" h="2409825">
                  <a:moveTo>
                    <a:pt x="5500799" y="2409599"/>
                  </a:moveTo>
                  <a:lnTo>
                    <a:pt x="0" y="2409599"/>
                  </a:lnTo>
                  <a:lnTo>
                    <a:pt x="0" y="0"/>
                  </a:lnTo>
                  <a:lnTo>
                    <a:pt x="5500799" y="0"/>
                  </a:lnTo>
                  <a:lnTo>
                    <a:pt x="5500799" y="24095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56800" y="3612724"/>
              <a:ext cx="5501005" cy="2409825"/>
            </a:xfrm>
            <a:custGeom>
              <a:avLst/>
              <a:gdLst/>
              <a:ahLst/>
              <a:cxnLst/>
              <a:rect l="l" t="t" r="r" b="b"/>
              <a:pathLst>
                <a:path w="5501005" h="2409825">
                  <a:moveTo>
                    <a:pt x="0" y="0"/>
                  </a:moveTo>
                  <a:lnTo>
                    <a:pt x="5500799" y="0"/>
                  </a:lnTo>
                  <a:lnTo>
                    <a:pt x="5500799" y="2409599"/>
                  </a:lnTo>
                  <a:lnTo>
                    <a:pt x="0" y="24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28917" y="3887758"/>
            <a:ext cx="2969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latin typeface="Tahoma"/>
                <a:cs typeface="Tahoma"/>
              </a:rPr>
              <a:t>External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Data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Sources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600850" y="4428000"/>
            <a:ext cx="4182110" cy="972185"/>
            <a:chOff x="11600850" y="4428000"/>
            <a:chExt cx="4182110" cy="9721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00850" y="4428000"/>
              <a:ext cx="973972" cy="97214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68032" y="4509467"/>
              <a:ext cx="810731" cy="8092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1975" y="4509467"/>
              <a:ext cx="810730" cy="80920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311702" y="539305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25" dirty="0">
                <a:latin typeface="Tahoma"/>
                <a:cs typeface="Tahoma"/>
              </a:rPr>
              <a:t>Documents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68619" y="5393058"/>
            <a:ext cx="2539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90395" algn="l"/>
              </a:tabLst>
            </a:pPr>
            <a:r>
              <a:rPr sz="2400" spc="15" dirty="0">
                <a:latin typeface="Tahoma"/>
                <a:cs typeface="Tahoma"/>
              </a:rPr>
              <a:t>Database	</a:t>
            </a:r>
            <a:r>
              <a:rPr sz="2400" spc="240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eb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005706" y="3426799"/>
            <a:ext cx="6663690" cy="2771775"/>
            <a:chOff x="10005706" y="3426799"/>
            <a:chExt cx="6663690" cy="2771775"/>
          </a:xfrm>
        </p:grpSpPr>
        <p:sp>
          <p:nvSpPr>
            <p:cNvPr id="18" name="object 18"/>
            <p:cNvSpPr/>
            <p:nvPr/>
          </p:nvSpPr>
          <p:spPr>
            <a:xfrm>
              <a:off x="10229820" y="5670748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7891" y="5588775"/>
              <a:ext cx="211987" cy="1639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024756" y="5485499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2727" y="5412465"/>
              <a:ext cx="211987" cy="16394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764800" y="3445849"/>
              <a:ext cx="5885815" cy="2733675"/>
            </a:xfrm>
            <a:custGeom>
              <a:avLst/>
              <a:gdLst/>
              <a:ahLst/>
              <a:cxnLst/>
              <a:rect l="l" t="t" r="r" b="b"/>
              <a:pathLst>
                <a:path w="5885815" h="2733675">
                  <a:moveTo>
                    <a:pt x="0" y="0"/>
                  </a:moveTo>
                  <a:lnTo>
                    <a:pt x="5885399" y="0"/>
                  </a:lnTo>
                  <a:lnTo>
                    <a:pt x="5885399" y="2733599"/>
                  </a:lnTo>
                  <a:lnTo>
                    <a:pt x="0" y="2733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956800" y="6371249"/>
            <a:ext cx="2672080" cy="213423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05459" marR="497840" indent="264795">
              <a:lnSpc>
                <a:spcPts val="2850"/>
              </a:lnSpc>
              <a:spcBef>
                <a:spcPts val="2240"/>
              </a:spcBef>
            </a:pPr>
            <a:r>
              <a:rPr sz="2400" spc="30" dirty="0">
                <a:latin typeface="Tahoma"/>
                <a:cs typeface="Tahoma"/>
              </a:rPr>
              <a:t>External </a:t>
            </a:r>
            <a:r>
              <a:rPr sz="2400" spc="35" dirty="0">
                <a:latin typeface="Tahoma"/>
                <a:cs typeface="Tahoma"/>
              </a:rPr>
              <a:t> Applications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005706" y="6631665"/>
            <a:ext cx="801370" cy="340360"/>
            <a:chOff x="10005706" y="6631665"/>
            <a:chExt cx="801370" cy="340360"/>
          </a:xfrm>
        </p:grpSpPr>
        <p:sp>
          <p:nvSpPr>
            <p:cNvPr id="25" name="object 25"/>
            <p:cNvSpPr/>
            <p:nvPr/>
          </p:nvSpPr>
          <p:spPr>
            <a:xfrm>
              <a:off x="10229820" y="6889948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7891" y="6807976"/>
              <a:ext cx="211987" cy="16394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0024756" y="6704700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2727" y="6631665"/>
              <a:ext cx="211987" cy="16394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830399" y="4744099"/>
            <a:ext cx="2825750" cy="3364229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542925" marR="538480" indent="494030">
              <a:lnSpc>
                <a:spcPct val="100400"/>
              </a:lnSpc>
              <a:spcBef>
                <a:spcPts val="1300"/>
              </a:spcBef>
            </a:pPr>
            <a:r>
              <a:rPr sz="2800" spc="-5" dirty="0">
                <a:latin typeface="Arial MT"/>
                <a:cs typeface="Arial MT"/>
              </a:rPr>
              <a:t>User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Application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958800" y="6097894"/>
            <a:ext cx="2479040" cy="657225"/>
            <a:chOff x="1958800" y="6097894"/>
            <a:chExt cx="2479040" cy="657225"/>
          </a:xfrm>
        </p:grpSpPr>
        <p:sp>
          <p:nvSpPr>
            <p:cNvPr id="31" name="object 31"/>
            <p:cNvSpPr/>
            <p:nvPr/>
          </p:nvSpPr>
          <p:spPr>
            <a:xfrm>
              <a:off x="1963562" y="6102656"/>
              <a:ext cx="2469515" cy="647700"/>
            </a:xfrm>
            <a:custGeom>
              <a:avLst/>
              <a:gdLst/>
              <a:ahLst/>
              <a:cxnLst/>
              <a:rect l="l" t="t" r="r" b="b"/>
              <a:pathLst>
                <a:path w="2469515" h="647700">
                  <a:moveTo>
                    <a:pt x="2469023" y="647090"/>
                  </a:moveTo>
                  <a:lnTo>
                    <a:pt x="0" y="647090"/>
                  </a:lnTo>
                  <a:lnTo>
                    <a:pt x="0" y="0"/>
                  </a:lnTo>
                  <a:lnTo>
                    <a:pt x="2469023" y="0"/>
                  </a:lnTo>
                  <a:lnTo>
                    <a:pt x="2469023" y="64709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3562" y="6102656"/>
              <a:ext cx="2469515" cy="647700"/>
            </a:xfrm>
            <a:custGeom>
              <a:avLst/>
              <a:gdLst/>
              <a:ahLst/>
              <a:cxnLst/>
              <a:rect l="l" t="t" r="r" b="b"/>
              <a:pathLst>
                <a:path w="2469515" h="647700">
                  <a:moveTo>
                    <a:pt x="0" y="0"/>
                  </a:moveTo>
                  <a:lnTo>
                    <a:pt x="2469023" y="0"/>
                  </a:lnTo>
                  <a:lnTo>
                    <a:pt x="2469023" y="647090"/>
                  </a:lnTo>
                  <a:lnTo>
                    <a:pt x="0" y="6470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22846" y="62967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895" y="77701"/>
                  </a:moveTo>
                  <a:lnTo>
                    <a:pt x="5798" y="77701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7"/>
                  </a:lnTo>
                  <a:lnTo>
                    <a:pt x="5798" y="0"/>
                  </a:lnTo>
                  <a:lnTo>
                    <a:pt x="2180178" y="0"/>
                  </a:lnTo>
                  <a:lnTo>
                    <a:pt x="2183471" y="1363"/>
                  </a:lnTo>
                  <a:lnTo>
                    <a:pt x="2188329" y="6221"/>
                  </a:lnTo>
                  <a:lnTo>
                    <a:pt x="2189693" y="9515"/>
                  </a:lnTo>
                  <a:lnTo>
                    <a:pt x="2189693" y="71903"/>
                  </a:lnTo>
                  <a:lnTo>
                    <a:pt x="2183895" y="777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22846" y="62967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7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3" y="0"/>
                  </a:lnTo>
                  <a:lnTo>
                    <a:pt x="2180178" y="0"/>
                  </a:lnTo>
                  <a:lnTo>
                    <a:pt x="2183471" y="1363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5"/>
                  </a:lnTo>
                  <a:lnTo>
                    <a:pt x="2189693" y="12950"/>
                  </a:lnTo>
                  <a:lnTo>
                    <a:pt x="2189693" y="64750"/>
                  </a:lnTo>
                  <a:lnTo>
                    <a:pt x="2189693" y="71903"/>
                  </a:lnTo>
                  <a:lnTo>
                    <a:pt x="2183895" y="77701"/>
                  </a:lnTo>
                  <a:lnTo>
                    <a:pt x="2176743" y="77701"/>
                  </a:lnTo>
                  <a:lnTo>
                    <a:pt x="12950" y="77701"/>
                  </a:lnTo>
                  <a:lnTo>
                    <a:pt x="5798" y="77701"/>
                  </a:lnTo>
                  <a:lnTo>
                    <a:pt x="0" y="71903"/>
                  </a:lnTo>
                  <a:lnTo>
                    <a:pt x="0" y="64750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22846" y="6458556"/>
              <a:ext cx="1234440" cy="78105"/>
            </a:xfrm>
            <a:custGeom>
              <a:avLst/>
              <a:gdLst/>
              <a:ahLst/>
              <a:cxnLst/>
              <a:rect l="l" t="t" r="r" b="b"/>
              <a:pathLst>
                <a:path w="1234439" h="78104">
                  <a:moveTo>
                    <a:pt x="1228582" y="77701"/>
                  </a:moveTo>
                  <a:lnTo>
                    <a:pt x="5798" y="77701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1224865" y="0"/>
                  </a:lnTo>
                  <a:lnTo>
                    <a:pt x="1228159" y="1364"/>
                  </a:lnTo>
                  <a:lnTo>
                    <a:pt x="1230587" y="3793"/>
                  </a:lnTo>
                  <a:lnTo>
                    <a:pt x="1233016" y="6221"/>
                  </a:lnTo>
                  <a:lnTo>
                    <a:pt x="1234381" y="9515"/>
                  </a:lnTo>
                  <a:lnTo>
                    <a:pt x="1234381" y="71903"/>
                  </a:lnTo>
                  <a:lnTo>
                    <a:pt x="1228582" y="777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2846" y="6458556"/>
              <a:ext cx="1234440" cy="78105"/>
            </a:xfrm>
            <a:custGeom>
              <a:avLst/>
              <a:gdLst/>
              <a:ahLst/>
              <a:cxnLst/>
              <a:rect l="l" t="t" r="r" b="b"/>
              <a:pathLst>
                <a:path w="1234439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1221430" y="0"/>
                  </a:lnTo>
                  <a:lnTo>
                    <a:pt x="1224865" y="0"/>
                  </a:lnTo>
                  <a:lnTo>
                    <a:pt x="1228159" y="1364"/>
                  </a:lnTo>
                  <a:lnTo>
                    <a:pt x="1230587" y="3793"/>
                  </a:lnTo>
                  <a:lnTo>
                    <a:pt x="1233016" y="6221"/>
                  </a:lnTo>
                  <a:lnTo>
                    <a:pt x="1234381" y="9515"/>
                  </a:lnTo>
                  <a:lnTo>
                    <a:pt x="1234381" y="12950"/>
                  </a:lnTo>
                  <a:lnTo>
                    <a:pt x="1234381" y="64751"/>
                  </a:lnTo>
                  <a:lnTo>
                    <a:pt x="1234381" y="71903"/>
                  </a:lnTo>
                  <a:lnTo>
                    <a:pt x="1228582" y="77701"/>
                  </a:lnTo>
                  <a:lnTo>
                    <a:pt x="1221430" y="77701"/>
                  </a:lnTo>
                  <a:lnTo>
                    <a:pt x="12950" y="77701"/>
                  </a:lnTo>
                  <a:lnTo>
                    <a:pt x="5798" y="77701"/>
                  </a:lnTo>
                  <a:lnTo>
                    <a:pt x="0" y="71903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958812" y="7012285"/>
            <a:ext cx="2479040" cy="895985"/>
            <a:chOff x="1958812" y="7012285"/>
            <a:chExt cx="2479040" cy="895985"/>
          </a:xfrm>
        </p:grpSpPr>
        <p:sp>
          <p:nvSpPr>
            <p:cNvPr id="38" name="object 38"/>
            <p:cNvSpPr/>
            <p:nvPr/>
          </p:nvSpPr>
          <p:spPr>
            <a:xfrm>
              <a:off x="1963574" y="7017048"/>
              <a:ext cx="2469515" cy="886460"/>
            </a:xfrm>
            <a:custGeom>
              <a:avLst/>
              <a:gdLst/>
              <a:ahLst/>
              <a:cxnLst/>
              <a:rect l="l" t="t" r="r" b="b"/>
              <a:pathLst>
                <a:path w="2469515" h="886459">
                  <a:moveTo>
                    <a:pt x="2469023" y="886309"/>
                  </a:moveTo>
                  <a:lnTo>
                    <a:pt x="0" y="886309"/>
                  </a:lnTo>
                  <a:lnTo>
                    <a:pt x="0" y="0"/>
                  </a:lnTo>
                  <a:lnTo>
                    <a:pt x="2469023" y="0"/>
                  </a:lnTo>
                  <a:lnTo>
                    <a:pt x="2469023" y="88630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63574" y="7017048"/>
              <a:ext cx="2469515" cy="886460"/>
            </a:xfrm>
            <a:custGeom>
              <a:avLst/>
              <a:gdLst/>
              <a:ahLst/>
              <a:cxnLst/>
              <a:rect l="l" t="t" r="r" b="b"/>
              <a:pathLst>
                <a:path w="2469515" h="886459">
                  <a:moveTo>
                    <a:pt x="0" y="0"/>
                  </a:moveTo>
                  <a:lnTo>
                    <a:pt x="2469023" y="0"/>
                  </a:lnTo>
                  <a:lnTo>
                    <a:pt x="2469023" y="886309"/>
                  </a:lnTo>
                  <a:lnTo>
                    <a:pt x="0" y="88630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22846" y="75159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895" y="77702"/>
                  </a:moveTo>
                  <a:lnTo>
                    <a:pt x="5798" y="77702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2180178" y="0"/>
                  </a:lnTo>
                  <a:lnTo>
                    <a:pt x="2183471" y="1364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6"/>
                  </a:lnTo>
                  <a:lnTo>
                    <a:pt x="2189693" y="71903"/>
                  </a:lnTo>
                  <a:lnTo>
                    <a:pt x="2183895" y="77702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22846" y="75159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3" y="0"/>
                  </a:lnTo>
                  <a:lnTo>
                    <a:pt x="2180178" y="0"/>
                  </a:lnTo>
                  <a:lnTo>
                    <a:pt x="2183471" y="1364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6"/>
                  </a:lnTo>
                  <a:lnTo>
                    <a:pt x="2189693" y="12950"/>
                  </a:lnTo>
                  <a:lnTo>
                    <a:pt x="2189693" y="64751"/>
                  </a:lnTo>
                  <a:lnTo>
                    <a:pt x="2189693" y="71903"/>
                  </a:lnTo>
                  <a:lnTo>
                    <a:pt x="2183895" y="77702"/>
                  </a:lnTo>
                  <a:lnTo>
                    <a:pt x="2176743" y="77702"/>
                  </a:lnTo>
                  <a:lnTo>
                    <a:pt x="12950" y="77702"/>
                  </a:lnTo>
                  <a:lnTo>
                    <a:pt x="5798" y="77702"/>
                  </a:lnTo>
                  <a:lnTo>
                    <a:pt x="0" y="71903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22851" y="7677744"/>
              <a:ext cx="1648460" cy="78105"/>
            </a:xfrm>
            <a:custGeom>
              <a:avLst/>
              <a:gdLst/>
              <a:ahLst/>
              <a:cxnLst/>
              <a:rect l="l" t="t" r="r" b="b"/>
              <a:pathLst>
                <a:path w="1648460" h="78104">
                  <a:moveTo>
                    <a:pt x="1642220" y="77702"/>
                  </a:moveTo>
                  <a:lnTo>
                    <a:pt x="5797" y="77702"/>
                  </a:lnTo>
                  <a:lnTo>
                    <a:pt x="0" y="71904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1638502" y="0"/>
                  </a:lnTo>
                  <a:lnTo>
                    <a:pt x="1641797" y="1364"/>
                  </a:lnTo>
                  <a:lnTo>
                    <a:pt x="1644225" y="3793"/>
                  </a:lnTo>
                  <a:lnTo>
                    <a:pt x="1646654" y="6222"/>
                  </a:lnTo>
                  <a:lnTo>
                    <a:pt x="1648018" y="9516"/>
                  </a:lnTo>
                  <a:lnTo>
                    <a:pt x="1648018" y="71904"/>
                  </a:lnTo>
                  <a:lnTo>
                    <a:pt x="1642220" y="77702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22851" y="7677744"/>
              <a:ext cx="1648460" cy="78105"/>
            </a:xfrm>
            <a:custGeom>
              <a:avLst/>
              <a:gdLst/>
              <a:ahLst/>
              <a:cxnLst/>
              <a:rect l="l" t="t" r="r" b="b"/>
              <a:pathLst>
                <a:path w="1648460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1635068" y="0"/>
                  </a:lnTo>
                  <a:lnTo>
                    <a:pt x="1638502" y="0"/>
                  </a:lnTo>
                  <a:lnTo>
                    <a:pt x="1641797" y="1364"/>
                  </a:lnTo>
                  <a:lnTo>
                    <a:pt x="1644225" y="3793"/>
                  </a:lnTo>
                  <a:lnTo>
                    <a:pt x="1646654" y="6222"/>
                  </a:lnTo>
                  <a:lnTo>
                    <a:pt x="1648018" y="9516"/>
                  </a:lnTo>
                  <a:lnTo>
                    <a:pt x="1648018" y="12950"/>
                  </a:lnTo>
                  <a:lnTo>
                    <a:pt x="1648018" y="64751"/>
                  </a:lnTo>
                  <a:lnTo>
                    <a:pt x="1648018" y="71904"/>
                  </a:lnTo>
                  <a:lnTo>
                    <a:pt x="1642220" y="77702"/>
                  </a:lnTo>
                  <a:lnTo>
                    <a:pt x="1635068" y="77702"/>
                  </a:lnTo>
                  <a:lnTo>
                    <a:pt x="12950" y="77702"/>
                  </a:lnTo>
                  <a:lnTo>
                    <a:pt x="5797" y="77702"/>
                  </a:lnTo>
                  <a:lnTo>
                    <a:pt x="0" y="71904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22846" y="73635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901" y="77699"/>
                  </a:moveTo>
                  <a:lnTo>
                    <a:pt x="5797" y="77699"/>
                  </a:lnTo>
                  <a:lnTo>
                    <a:pt x="0" y="71902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71902"/>
                  </a:lnTo>
                  <a:lnTo>
                    <a:pt x="2183901" y="776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22846" y="73635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2176749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12950"/>
                  </a:lnTo>
                  <a:lnTo>
                    <a:pt x="2189700" y="64749"/>
                  </a:lnTo>
                  <a:lnTo>
                    <a:pt x="2189700" y="71902"/>
                  </a:lnTo>
                  <a:lnTo>
                    <a:pt x="2183901" y="77699"/>
                  </a:lnTo>
                  <a:lnTo>
                    <a:pt x="2176749" y="77699"/>
                  </a:lnTo>
                  <a:lnTo>
                    <a:pt x="12950" y="77699"/>
                  </a:lnTo>
                  <a:lnTo>
                    <a:pt x="5797" y="77699"/>
                  </a:lnTo>
                  <a:lnTo>
                    <a:pt x="0" y="71902"/>
                  </a:lnTo>
                  <a:lnTo>
                    <a:pt x="0" y="64749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122846" y="72111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901" y="77699"/>
                  </a:moveTo>
                  <a:lnTo>
                    <a:pt x="5797" y="77699"/>
                  </a:lnTo>
                  <a:lnTo>
                    <a:pt x="0" y="71902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71902"/>
                  </a:lnTo>
                  <a:lnTo>
                    <a:pt x="2183901" y="776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22846" y="72111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2176749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12950"/>
                  </a:lnTo>
                  <a:lnTo>
                    <a:pt x="2189700" y="64749"/>
                  </a:lnTo>
                  <a:lnTo>
                    <a:pt x="2189700" y="71902"/>
                  </a:lnTo>
                  <a:lnTo>
                    <a:pt x="2183901" y="77699"/>
                  </a:lnTo>
                  <a:lnTo>
                    <a:pt x="2176749" y="77699"/>
                  </a:lnTo>
                  <a:lnTo>
                    <a:pt x="12950" y="77699"/>
                  </a:lnTo>
                  <a:lnTo>
                    <a:pt x="5797" y="77699"/>
                  </a:lnTo>
                  <a:lnTo>
                    <a:pt x="0" y="71902"/>
                  </a:lnTo>
                  <a:lnTo>
                    <a:pt x="0" y="64749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750099" y="5220199"/>
            <a:ext cx="4129404" cy="2134235"/>
          </a:xfrm>
          <a:prstGeom prst="rect">
            <a:avLst/>
          </a:prstGeom>
          <a:solidFill>
            <a:srgbClr val="FFD966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20"/>
              </a:spcBef>
            </a:pPr>
            <a:r>
              <a:rPr sz="2400" spc="60" dirty="0">
                <a:latin typeface="Tahoma"/>
                <a:cs typeface="Tahoma"/>
              </a:rPr>
              <a:t>Orchest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25" dirty="0">
                <a:latin typeface="Tahoma"/>
                <a:cs typeface="Tahoma"/>
              </a:rPr>
              <a:t>ation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lib</a:t>
            </a:r>
            <a:r>
              <a:rPr sz="2400" spc="15" dirty="0">
                <a:latin typeface="Tahoma"/>
                <a:cs typeface="Tahoma"/>
              </a:rPr>
              <a:t>r</a:t>
            </a:r>
            <a:r>
              <a:rPr sz="2400" spc="30" dirty="0">
                <a:latin typeface="Tahoma"/>
                <a:cs typeface="Tahoma"/>
              </a:rPr>
              <a:t>ary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790598" y="5936681"/>
            <a:ext cx="801370" cy="340360"/>
            <a:chOff x="4790598" y="5936681"/>
            <a:chExt cx="801370" cy="340360"/>
          </a:xfrm>
        </p:grpSpPr>
        <p:sp>
          <p:nvSpPr>
            <p:cNvPr id="50" name="object 50"/>
            <p:cNvSpPr/>
            <p:nvPr/>
          </p:nvSpPr>
          <p:spPr>
            <a:xfrm>
              <a:off x="5014712" y="6194964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4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2783" y="6112991"/>
              <a:ext cx="211986" cy="16394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809648" y="6009716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4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47620" y="5936681"/>
              <a:ext cx="211986" cy="163945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7633542" y="4320887"/>
            <a:ext cx="340360" cy="801370"/>
            <a:chOff x="7633542" y="4320887"/>
            <a:chExt cx="340360" cy="801370"/>
          </a:xfrm>
        </p:grpSpPr>
        <p:sp>
          <p:nvSpPr>
            <p:cNvPr id="55" name="object 55"/>
            <p:cNvSpPr/>
            <p:nvPr/>
          </p:nvSpPr>
          <p:spPr>
            <a:xfrm>
              <a:off x="7706576" y="4545002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4">
                  <a:moveTo>
                    <a:pt x="0" y="558029"/>
                  </a:moveTo>
                  <a:lnTo>
                    <a:pt x="8938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33542" y="4353072"/>
              <a:ext cx="163945" cy="21198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891824" y="4339937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4">
                  <a:moveTo>
                    <a:pt x="0" y="558029"/>
                  </a:moveTo>
                  <a:lnTo>
                    <a:pt x="8938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09851" y="4877909"/>
              <a:ext cx="163945" cy="2119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23132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10" dirty="0"/>
              <a:t>Retri</a:t>
            </a:r>
            <a:r>
              <a:rPr sz="5600" spc="65" dirty="0"/>
              <a:t>e</a:t>
            </a:r>
            <a:r>
              <a:rPr sz="5600" spc="40" dirty="0"/>
              <a:t>val</a:t>
            </a:r>
            <a:r>
              <a:rPr sz="5600" spc="-670" dirty="0"/>
              <a:t> </a:t>
            </a:r>
            <a:r>
              <a:rPr sz="5600" spc="35" dirty="0"/>
              <a:t>Augmented</a:t>
            </a:r>
            <a:r>
              <a:rPr sz="5600" spc="-670" dirty="0"/>
              <a:t> </a:t>
            </a:r>
            <a:r>
              <a:rPr sz="5600" spc="80" dirty="0"/>
              <a:t>Gene</a:t>
            </a:r>
            <a:r>
              <a:rPr sz="5600" spc="130" dirty="0"/>
              <a:t>r</a:t>
            </a:r>
            <a:r>
              <a:rPr sz="5600" spc="65" dirty="0"/>
              <a:t>ation</a:t>
            </a:r>
            <a:r>
              <a:rPr sz="5600" spc="-670" dirty="0"/>
              <a:t> </a:t>
            </a:r>
            <a:r>
              <a:rPr sz="5600" spc="-170" dirty="0"/>
              <a:t>(R</a:t>
            </a:r>
            <a:r>
              <a:rPr sz="5600" spc="330" dirty="0"/>
              <a:t>A</a:t>
            </a:r>
            <a:r>
              <a:rPr sz="5600" spc="-50" dirty="0"/>
              <a:t>G)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14444881" y="3480626"/>
            <a:ext cx="2569845" cy="2569845"/>
            <a:chOff x="14444881" y="3480626"/>
            <a:chExt cx="2569845" cy="2569845"/>
          </a:xfrm>
        </p:grpSpPr>
        <p:sp>
          <p:nvSpPr>
            <p:cNvPr id="4" name="object 4"/>
            <p:cNvSpPr/>
            <p:nvPr/>
          </p:nvSpPr>
          <p:spPr>
            <a:xfrm>
              <a:off x="14449643" y="3485388"/>
              <a:ext cx="2560320" cy="2560320"/>
            </a:xfrm>
            <a:custGeom>
              <a:avLst/>
              <a:gdLst/>
              <a:ahLst/>
              <a:cxnLst/>
              <a:rect l="l" t="t" r="r" b="b"/>
              <a:pathLst>
                <a:path w="2560319" h="2560320">
                  <a:moveTo>
                    <a:pt x="1280099" y="2560199"/>
                  </a:moveTo>
                  <a:lnTo>
                    <a:pt x="1232109" y="2559317"/>
                  </a:lnTo>
                  <a:lnTo>
                    <a:pt x="1184564" y="2556688"/>
                  </a:lnTo>
                  <a:lnTo>
                    <a:pt x="1137496" y="2552346"/>
                  </a:lnTo>
                  <a:lnTo>
                    <a:pt x="1090936" y="2546320"/>
                  </a:lnTo>
                  <a:lnTo>
                    <a:pt x="1044914" y="2538642"/>
                  </a:lnTo>
                  <a:lnTo>
                    <a:pt x="999462" y="2529342"/>
                  </a:lnTo>
                  <a:lnTo>
                    <a:pt x="954610" y="2518451"/>
                  </a:lnTo>
                  <a:lnTo>
                    <a:pt x="910390" y="2506001"/>
                  </a:lnTo>
                  <a:lnTo>
                    <a:pt x="866832" y="2492023"/>
                  </a:lnTo>
                  <a:lnTo>
                    <a:pt x="823967" y="2476546"/>
                  </a:lnTo>
                  <a:lnTo>
                    <a:pt x="781827" y="2459603"/>
                  </a:lnTo>
                  <a:lnTo>
                    <a:pt x="740442" y="2441224"/>
                  </a:lnTo>
                  <a:lnTo>
                    <a:pt x="699843" y="2421440"/>
                  </a:lnTo>
                  <a:lnTo>
                    <a:pt x="660061" y="2400282"/>
                  </a:lnTo>
                  <a:lnTo>
                    <a:pt x="621127" y="2377781"/>
                  </a:lnTo>
                  <a:lnTo>
                    <a:pt x="583072" y="2353967"/>
                  </a:lnTo>
                  <a:lnTo>
                    <a:pt x="545927" y="2328873"/>
                  </a:lnTo>
                  <a:lnTo>
                    <a:pt x="509722" y="2302529"/>
                  </a:lnTo>
                  <a:lnTo>
                    <a:pt x="474490" y="2274965"/>
                  </a:lnTo>
                  <a:lnTo>
                    <a:pt x="440260" y="2246212"/>
                  </a:lnTo>
                  <a:lnTo>
                    <a:pt x="407064" y="2216303"/>
                  </a:lnTo>
                  <a:lnTo>
                    <a:pt x="374932" y="2185267"/>
                  </a:lnTo>
                  <a:lnTo>
                    <a:pt x="343896" y="2153135"/>
                  </a:lnTo>
                  <a:lnTo>
                    <a:pt x="313986" y="2119939"/>
                  </a:lnTo>
                  <a:lnTo>
                    <a:pt x="285234" y="2085709"/>
                  </a:lnTo>
                  <a:lnTo>
                    <a:pt x="257670" y="2050477"/>
                  </a:lnTo>
                  <a:lnTo>
                    <a:pt x="231326" y="2014272"/>
                  </a:lnTo>
                  <a:lnTo>
                    <a:pt x="206232" y="1977127"/>
                  </a:lnTo>
                  <a:lnTo>
                    <a:pt x="182418" y="1939072"/>
                  </a:lnTo>
                  <a:lnTo>
                    <a:pt x="159917" y="1900138"/>
                  </a:lnTo>
                  <a:lnTo>
                    <a:pt x="138759" y="1860356"/>
                  </a:lnTo>
                  <a:lnTo>
                    <a:pt x="118975" y="1819757"/>
                  </a:lnTo>
                  <a:lnTo>
                    <a:pt x="100596" y="1778372"/>
                  </a:lnTo>
                  <a:lnTo>
                    <a:pt x="83653" y="1736232"/>
                  </a:lnTo>
                  <a:lnTo>
                    <a:pt x="68176" y="1693367"/>
                  </a:lnTo>
                  <a:lnTo>
                    <a:pt x="54198" y="1649809"/>
                  </a:lnTo>
                  <a:lnTo>
                    <a:pt x="41748" y="1605589"/>
                  </a:lnTo>
                  <a:lnTo>
                    <a:pt x="30857" y="1560737"/>
                  </a:lnTo>
                  <a:lnTo>
                    <a:pt x="21557" y="1515285"/>
                  </a:lnTo>
                  <a:lnTo>
                    <a:pt x="13879" y="1469263"/>
                  </a:lnTo>
                  <a:lnTo>
                    <a:pt x="7853" y="1422703"/>
                  </a:lnTo>
                  <a:lnTo>
                    <a:pt x="3511" y="1375635"/>
                  </a:lnTo>
                  <a:lnTo>
                    <a:pt x="882" y="1328090"/>
                  </a:lnTo>
                  <a:lnTo>
                    <a:pt x="0" y="1280099"/>
                  </a:lnTo>
                  <a:lnTo>
                    <a:pt x="882" y="1232109"/>
                  </a:lnTo>
                  <a:lnTo>
                    <a:pt x="3511" y="1184564"/>
                  </a:lnTo>
                  <a:lnTo>
                    <a:pt x="7853" y="1137496"/>
                  </a:lnTo>
                  <a:lnTo>
                    <a:pt x="13879" y="1090936"/>
                  </a:lnTo>
                  <a:lnTo>
                    <a:pt x="21557" y="1044914"/>
                  </a:lnTo>
                  <a:lnTo>
                    <a:pt x="30857" y="999462"/>
                  </a:lnTo>
                  <a:lnTo>
                    <a:pt x="41748" y="954610"/>
                  </a:lnTo>
                  <a:lnTo>
                    <a:pt x="54198" y="910390"/>
                  </a:lnTo>
                  <a:lnTo>
                    <a:pt x="68176" y="866832"/>
                  </a:lnTo>
                  <a:lnTo>
                    <a:pt x="83653" y="823967"/>
                  </a:lnTo>
                  <a:lnTo>
                    <a:pt x="100596" y="781827"/>
                  </a:lnTo>
                  <a:lnTo>
                    <a:pt x="118975" y="740442"/>
                  </a:lnTo>
                  <a:lnTo>
                    <a:pt x="138759" y="699843"/>
                  </a:lnTo>
                  <a:lnTo>
                    <a:pt x="159917" y="660061"/>
                  </a:lnTo>
                  <a:lnTo>
                    <a:pt x="182418" y="621127"/>
                  </a:lnTo>
                  <a:lnTo>
                    <a:pt x="206232" y="583072"/>
                  </a:lnTo>
                  <a:lnTo>
                    <a:pt x="231326" y="545927"/>
                  </a:lnTo>
                  <a:lnTo>
                    <a:pt x="257670" y="509722"/>
                  </a:lnTo>
                  <a:lnTo>
                    <a:pt x="285234" y="474490"/>
                  </a:lnTo>
                  <a:lnTo>
                    <a:pt x="313986" y="440260"/>
                  </a:lnTo>
                  <a:lnTo>
                    <a:pt x="343896" y="407064"/>
                  </a:lnTo>
                  <a:lnTo>
                    <a:pt x="374932" y="374932"/>
                  </a:lnTo>
                  <a:lnTo>
                    <a:pt x="407064" y="343896"/>
                  </a:lnTo>
                  <a:lnTo>
                    <a:pt x="440260" y="313986"/>
                  </a:lnTo>
                  <a:lnTo>
                    <a:pt x="474490" y="285234"/>
                  </a:lnTo>
                  <a:lnTo>
                    <a:pt x="509722" y="257670"/>
                  </a:lnTo>
                  <a:lnTo>
                    <a:pt x="545927" y="231326"/>
                  </a:lnTo>
                  <a:lnTo>
                    <a:pt x="583072" y="206232"/>
                  </a:lnTo>
                  <a:lnTo>
                    <a:pt x="621127" y="182418"/>
                  </a:lnTo>
                  <a:lnTo>
                    <a:pt x="660061" y="159917"/>
                  </a:lnTo>
                  <a:lnTo>
                    <a:pt x="699843" y="138759"/>
                  </a:lnTo>
                  <a:lnTo>
                    <a:pt x="740442" y="118975"/>
                  </a:lnTo>
                  <a:lnTo>
                    <a:pt x="781827" y="100596"/>
                  </a:lnTo>
                  <a:lnTo>
                    <a:pt x="823967" y="83653"/>
                  </a:lnTo>
                  <a:lnTo>
                    <a:pt x="866832" y="68176"/>
                  </a:lnTo>
                  <a:lnTo>
                    <a:pt x="910390" y="54198"/>
                  </a:lnTo>
                  <a:lnTo>
                    <a:pt x="954610" y="41748"/>
                  </a:lnTo>
                  <a:lnTo>
                    <a:pt x="999462" y="30857"/>
                  </a:lnTo>
                  <a:lnTo>
                    <a:pt x="1044914" y="21557"/>
                  </a:lnTo>
                  <a:lnTo>
                    <a:pt x="1090936" y="13879"/>
                  </a:lnTo>
                  <a:lnTo>
                    <a:pt x="1137496" y="7853"/>
                  </a:lnTo>
                  <a:lnTo>
                    <a:pt x="1184564" y="3511"/>
                  </a:lnTo>
                  <a:lnTo>
                    <a:pt x="1232109" y="882"/>
                  </a:lnTo>
                  <a:lnTo>
                    <a:pt x="1280099" y="0"/>
                  </a:lnTo>
                  <a:lnTo>
                    <a:pt x="1330912" y="1007"/>
                  </a:lnTo>
                  <a:lnTo>
                    <a:pt x="1381462" y="4016"/>
                  </a:lnTo>
                  <a:lnTo>
                    <a:pt x="1431696" y="9003"/>
                  </a:lnTo>
                  <a:lnTo>
                    <a:pt x="1481560" y="15946"/>
                  </a:lnTo>
                  <a:lnTo>
                    <a:pt x="1531001" y="24823"/>
                  </a:lnTo>
                  <a:lnTo>
                    <a:pt x="1579964" y="35613"/>
                  </a:lnTo>
                  <a:lnTo>
                    <a:pt x="1628397" y="48291"/>
                  </a:lnTo>
                  <a:lnTo>
                    <a:pt x="1676245" y="62837"/>
                  </a:lnTo>
                  <a:lnTo>
                    <a:pt x="1723455" y="79228"/>
                  </a:lnTo>
                  <a:lnTo>
                    <a:pt x="1769972" y="97441"/>
                  </a:lnTo>
                  <a:lnTo>
                    <a:pt x="1815744" y="117455"/>
                  </a:lnTo>
                  <a:lnTo>
                    <a:pt x="1860716" y="139247"/>
                  </a:lnTo>
                  <a:lnTo>
                    <a:pt x="1904836" y="162796"/>
                  </a:lnTo>
                  <a:lnTo>
                    <a:pt x="1948048" y="188078"/>
                  </a:lnTo>
                  <a:lnTo>
                    <a:pt x="1990299" y="215071"/>
                  </a:lnTo>
                  <a:lnTo>
                    <a:pt x="2031536" y="243754"/>
                  </a:lnTo>
                  <a:lnTo>
                    <a:pt x="2071705" y="274103"/>
                  </a:lnTo>
                  <a:lnTo>
                    <a:pt x="2110753" y="306098"/>
                  </a:lnTo>
                  <a:lnTo>
                    <a:pt x="2148624" y="339715"/>
                  </a:lnTo>
                  <a:lnTo>
                    <a:pt x="2185267" y="374932"/>
                  </a:lnTo>
                  <a:lnTo>
                    <a:pt x="2220484" y="411574"/>
                  </a:lnTo>
                  <a:lnTo>
                    <a:pt x="2254101" y="449446"/>
                  </a:lnTo>
                  <a:lnTo>
                    <a:pt x="2286095" y="488493"/>
                  </a:lnTo>
                  <a:lnTo>
                    <a:pt x="2316445" y="528662"/>
                  </a:lnTo>
                  <a:lnTo>
                    <a:pt x="2345128" y="569899"/>
                  </a:lnTo>
                  <a:lnTo>
                    <a:pt x="2372121" y="612150"/>
                  </a:lnTo>
                  <a:lnTo>
                    <a:pt x="2397403" y="655363"/>
                  </a:lnTo>
                  <a:lnTo>
                    <a:pt x="2420951" y="699482"/>
                  </a:lnTo>
                  <a:lnTo>
                    <a:pt x="2442744" y="744454"/>
                  </a:lnTo>
                  <a:lnTo>
                    <a:pt x="2462758" y="790226"/>
                  </a:lnTo>
                  <a:lnTo>
                    <a:pt x="2480971" y="836744"/>
                  </a:lnTo>
                  <a:lnTo>
                    <a:pt x="2497362" y="883954"/>
                  </a:lnTo>
                  <a:lnTo>
                    <a:pt x="2511908" y="931802"/>
                  </a:lnTo>
                  <a:lnTo>
                    <a:pt x="2524586" y="980234"/>
                  </a:lnTo>
                  <a:lnTo>
                    <a:pt x="2535375" y="1029198"/>
                  </a:lnTo>
                  <a:lnTo>
                    <a:pt x="2544253" y="1078639"/>
                  </a:lnTo>
                  <a:lnTo>
                    <a:pt x="2551196" y="1128503"/>
                  </a:lnTo>
                  <a:lnTo>
                    <a:pt x="2556183" y="1178737"/>
                  </a:lnTo>
                  <a:lnTo>
                    <a:pt x="2559192" y="1229287"/>
                  </a:lnTo>
                  <a:lnTo>
                    <a:pt x="2560199" y="1280099"/>
                  </a:lnTo>
                  <a:lnTo>
                    <a:pt x="2559317" y="1328090"/>
                  </a:lnTo>
                  <a:lnTo>
                    <a:pt x="2556688" y="1375635"/>
                  </a:lnTo>
                  <a:lnTo>
                    <a:pt x="2552346" y="1422703"/>
                  </a:lnTo>
                  <a:lnTo>
                    <a:pt x="2546320" y="1469263"/>
                  </a:lnTo>
                  <a:lnTo>
                    <a:pt x="2538642" y="1515285"/>
                  </a:lnTo>
                  <a:lnTo>
                    <a:pt x="2529342" y="1560737"/>
                  </a:lnTo>
                  <a:lnTo>
                    <a:pt x="2518451" y="1605589"/>
                  </a:lnTo>
                  <a:lnTo>
                    <a:pt x="2506001" y="1649809"/>
                  </a:lnTo>
                  <a:lnTo>
                    <a:pt x="2492023" y="1693367"/>
                  </a:lnTo>
                  <a:lnTo>
                    <a:pt x="2476546" y="1736232"/>
                  </a:lnTo>
                  <a:lnTo>
                    <a:pt x="2459603" y="1778372"/>
                  </a:lnTo>
                  <a:lnTo>
                    <a:pt x="2441224" y="1819757"/>
                  </a:lnTo>
                  <a:lnTo>
                    <a:pt x="2421440" y="1860356"/>
                  </a:lnTo>
                  <a:lnTo>
                    <a:pt x="2400282" y="1900138"/>
                  </a:lnTo>
                  <a:lnTo>
                    <a:pt x="2377781" y="1939072"/>
                  </a:lnTo>
                  <a:lnTo>
                    <a:pt x="2353967" y="1977127"/>
                  </a:lnTo>
                  <a:lnTo>
                    <a:pt x="2328873" y="2014272"/>
                  </a:lnTo>
                  <a:lnTo>
                    <a:pt x="2302529" y="2050477"/>
                  </a:lnTo>
                  <a:lnTo>
                    <a:pt x="2274965" y="2085709"/>
                  </a:lnTo>
                  <a:lnTo>
                    <a:pt x="2246213" y="2119939"/>
                  </a:lnTo>
                  <a:lnTo>
                    <a:pt x="2216303" y="2153135"/>
                  </a:lnTo>
                  <a:lnTo>
                    <a:pt x="2185267" y="2185267"/>
                  </a:lnTo>
                  <a:lnTo>
                    <a:pt x="2153135" y="2216303"/>
                  </a:lnTo>
                  <a:lnTo>
                    <a:pt x="2119939" y="2246212"/>
                  </a:lnTo>
                  <a:lnTo>
                    <a:pt x="2085709" y="2274965"/>
                  </a:lnTo>
                  <a:lnTo>
                    <a:pt x="2050477" y="2302529"/>
                  </a:lnTo>
                  <a:lnTo>
                    <a:pt x="2014272" y="2328873"/>
                  </a:lnTo>
                  <a:lnTo>
                    <a:pt x="1977127" y="2353967"/>
                  </a:lnTo>
                  <a:lnTo>
                    <a:pt x="1939072" y="2377781"/>
                  </a:lnTo>
                  <a:lnTo>
                    <a:pt x="1900138" y="2400282"/>
                  </a:lnTo>
                  <a:lnTo>
                    <a:pt x="1860356" y="2421440"/>
                  </a:lnTo>
                  <a:lnTo>
                    <a:pt x="1819757" y="2441224"/>
                  </a:lnTo>
                  <a:lnTo>
                    <a:pt x="1778372" y="2459603"/>
                  </a:lnTo>
                  <a:lnTo>
                    <a:pt x="1736232" y="2476546"/>
                  </a:lnTo>
                  <a:lnTo>
                    <a:pt x="1693367" y="2492023"/>
                  </a:lnTo>
                  <a:lnTo>
                    <a:pt x="1649809" y="2506001"/>
                  </a:lnTo>
                  <a:lnTo>
                    <a:pt x="1605589" y="2518451"/>
                  </a:lnTo>
                  <a:lnTo>
                    <a:pt x="1560737" y="2529342"/>
                  </a:lnTo>
                  <a:lnTo>
                    <a:pt x="1515285" y="2538642"/>
                  </a:lnTo>
                  <a:lnTo>
                    <a:pt x="1469263" y="2546320"/>
                  </a:lnTo>
                  <a:lnTo>
                    <a:pt x="1422703" y="2552346"/>
                  </a:lnTo>
                  <a:lnTo>
                    <a:pt x="1375635" y="2556688"/>
                  </a:lnTo>
                  <a:lnTo>
                    <a:pt x="1328090" y="2559317"/>
                  </a:lnTo>
                  <a:lnTo>
                    <a:pt x="1280099" y="2560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49643" y="3485388"/>
              <a:ext cx="2560320" cy="2560320"/>
            </a:xfrm>
            <a:custGeom>
              <a:avLst/>
              <a:gdLst/>
              <a:ahLst/>
              <a:cxnLst/>
              <a:rect l="l" t="t" r="r" b="b"/>
              <a:pathLst>
                <a:path w="2560319" h="2560320">
                  <a:moveTo>
                    <a:pt x="0" y="1280099"/>
                  </a:moveTo>
                  <a:lnTo>
                    <a:pt x="882" y="1232109"/>
                  </a:lnTo>
                  <a:lnTo>
                    <a:pt x="3511" y="1184564"/>
                  </a:lnTo>
                  <a:lnTo>
                    <a:pt x="7853" y="1137496"/>
                  </a:lnTo>
                  <a:lnTo>
                    <a:pt x="13879" y="1090936"/>
                  </a:lnTo>
                  <a:lnTo>
                    <a:pt x="21557" y="1044914"/>
                  </a:lnTo>
                  <a:lnTo>
                    <a:pt x="30857" y="999462"/>
                  </a:lnTo>
                  <a:lnTo>
                    <a:pt x="41748" y="954610"/>
                  </a:lnTo>
                  <a:lnTo>
                    <a:pt x="54198" y="910390"/>
                  </a:lnTo>
                  <a:lnTo>
                    <a:pt x="68176" y="866832"/>
                  </a:lnTo>
                  <a:lnTo>
                    <a:pt x="83653" y="823967"/>
                  </a:lnTo>
                  <a:lnTo>
                    <a:pt x="100596" y="781827"/>
                  </a:lnTo>
                  <a:lnTo>
                    <a:pt x="118975" y="740442"/>
                  </a:lnTo>
                  <a:lnTo>
                    <a:pt x="138759" y="699843"/>
                  </a:lnTo>
                  <a:lnTo>
                    <a:pt x="159917" y="660061"/>
                  </a:lnTo>
                  <a:lnTo>
                    <a:pt x="182418" y="621127"/>
                  </a:lnTo>
                  <a:lnTo>
                    <a:pt x="206232" y="583072"/>
                  </a:lnTo>
                  <a:lnTo>
                    <a:pt x="231326" y="545927"/>
                  </a:lnTo>
                  <a:lnTo>
                    <a:pt x="257670" y="509722"/>
                  </a:lnTo>
                  <a:lnTo>
                    <a:pt x="285234" y="474490"/>
                  </a:lnTo>
                  <a:lnTo>
                    <a:pt x="313986" y="440260"/>
                  </a:lnTo>
                  <a:lnTo>
                    <a:pt x="343896" y="407064"/>
                  </a:lnTo>
                  <a:lnTo>
                    <a:pt x="374932" y="374932"/>
                  </a:lnTo>
                  <a:lnTo>
                    <a:pt x="407064" y="343896"/>
                  </a:lnTo>
                  <a:lnTo>
                    <a:pt x="440260" y="313986"/>
                  </a:lnTo>
                  <a:lnTo>
                    <a:pt x="474490" y="285234"/>
                  </a:lnTo>
                  <a:lnTo>
                    <a:pt x="509722" y="257670"/>
                  </a:lnTo>
                  <a:lnTo>
                    <a:pt x="545927" y="231326"/>
                  </a:lnTo>
                  <a:lnTo>
                    <a:pt x="583072" y="206232"/>
                  </a:lnTo>
                  <a:lnTo>
                    <a:pt x="621127" y="182418"/>
                  </a:lnTo>
                  <a:lnTo>
                    <a:pt x="660061" y="159917"/>
                  </a:lnTo>
                  <a:lnTo>
                    <a:pt x="699843" y="138759"/>
                  </a:lnTo>
                  <a:lnTo>
                    <a:pt x="740442" y="118975"/>
                  </a:lnTo>
                  <a:lnTo>
                    <a:pt x="781827" y="100596"/>
                  </a:lnTo>
                  <a:lnTo>
                    <a:pt x="823967" y="83653"/>
                  </a:lnTo>
                  <a:lnTo>
                    <a:pt x="866832" y="68176"/>
                  </a:lnTo>
                  <a:lnTo>
                    <a:pt x="910390" y="54198"/>
                  </a:lnTo>
                  <a:lnTo>
                    <a:pt x="954610" y="41748"/>
                  </a:lnTo>
                  <a:lnTo>
                    <a:pt x="999462" y="30857"/>
                  </a:lnTo>
                  <a:lnTo>
                    <a:pt x="1044914" y="21557"/>
                  </a:lnTo>
                  <a:lnTo>
                    <a:pt x="1090936" y="13879"/>
                  </a:lnTo>
                  <a:lnTo>
                    <a:pt x="1137496" y="7853"/>
                  </a:lnTo>
                  <a:lnTo>
                    <a:pt x="1184564" y="3511"/>
                  </a:lnTo>
                  <a:lnTo>
                    <a:pt x="1232109" y="882"/>
                  </a:lnTo>
                  <a:lnTo>
                    <a:pt x="1280099" y="0"/>
                  </a:lnTo>
                  <a:lnTo>
                    <a:pt x="1330912" y="1007"/>
                  </a:lnTo>
                  <a:lnTo>
                    <a:pt x="1381462" y="4016"/>
                  </a:lnTo>
                  <a:lnTo>
                    <a:pt x="1431696" y="9003"/>
                  </a:lnTo>
                  <a:lnTo>
                    <a:pt x="1481560" y="15946"/>
                  </a:lnTo>
                  <a:lnTo>
                    <a:pt x="1531001" y="24823"/>
                  </a:lnTo>
                  <a:lnTo>
                    <a:pt x="1579964" y="35613"/>
                  </a:lnTo>
                  <a:lnTo>
                    <a:pt x="1628397" y="48291"/>
                  </a:lnTo>
                  <a:lnTo>
                    <a:pt x="1676245" y="62837"/>
                  </a:lnTo>
                  <a:lnTo>
                    <a:pt x="1723455" y="79228"/>
                  </a:lnTo>
                  <a:lnTo>
                    <a:pt x="1769972" y="97441"/>
                  </a:lnTo>
                  <a:lnTo>
                    <a:pt x="1815744" y="117455"/>
                  </a:lnTo>
                  <a:lnTo>
                    <a:pt x="1860716" y="139247"/>
                  </a:lnTo>
                  <a:lnTo>
                    <a:pt x="1904836" y="162796"/>
                  </a:lnTo>
                  <a:lnTo>
                    <a:pt x="1948048" y="188078"/>
                  </a:lnTo>
                  <a:lnTo>
                    <a:pt x="1990299" y="215071"/>
                  </a:lnTo>
                  <a:lnTo>
                    <a:pt x="2031536" y="243754"/>
                  </a:lnTo>
                  <a:lnTo>
                    <a:pt x="2071705" y="274103"/>
                  </a:lnTo>
                  <a:lnTo>
                    <a:pt x="2110753" y="306098"/>
                  </a:lnTo>
                  <a:lnTo>
                    <a:pt x="2148624" y="339715"/>
                  </a:lnTo>
                  <a:lnTo>
                    <a:pt x="2185267" y="374932"/>
                  </a:lnTo>
                  <a:lnTo>
                    <a:pt x="2220484" y="411574"/>
                  </a:lnTo>
                  <a:lnTo>
                    <a:pt x="2254101" y="449446"/>
                  </a:lnTo>
                  <a:lnTo>
                    <a:pt x="2286095" y="488493"/>
                  </a:lnTo>
                  <a:lnTo>
                    <a:pt x="2316445" y="528662"/>
                  </a:lnTo>
                  <a:lnTo>
                    <a:pt x="2345128" y="569899"/>
                  </a:lnTo>
                  <a:lnTo>
                    <a:pt x="2372121" y="612151"/>
                  </a:lnTo>
                  <a:lnTo>
                    <a:pt x="2397403" y="655363"/>
                  </a:lnTo>
                  <a:lnTo>
                    <a:pt x="2420951" y="699482"/>
                  </a:lnTo>
                  <a:lnTo>
                    <a:pt x="2442744" y="744454"/>
                  </a:lnTo>
                  <a:lnTo>
                    <a:pt x="2462758" y="790226"/>
                  </a:lnTo>
                  <a:lnTo>
                    <a:pt x="2480971" y="836744"/>
                  </a:lnTo>
                  <a:lnTo>
                    <a:pt x="2497362" y="883954"/>
                  </a:lnTo>
                  <a:lnTo>
                    <a:pt x="2511908" y="931802"/>
                  </a:lnTo>
                  <a:lnTo>
                    <a:pt x="2524586" y="980234"/>
                  </a:lnTo>
                  <a:lnTo>
                    <a:pt x="2535375" y="1029198"/>
                  </a:lnTo>
                  <a:lnTo>
                    <a:pt x="2544253" y="1078639"/>
                  </a:lnTo>
                  <a:lnTo>
                    <a:pt x="2551196" y="1128503"/>
                  </a:lnTo>
                  <a:lnTo>
                    <a:pt x="2556183" y="1178737"/>
                  </a:lnTo>
                  <a:lnTo>
                    <a:pt x="2559192" y="1229287"/>
                  </a:lnTo>
                  <a:lnTo>
                    <a:pt x="2560199" y="1280099"/>
                  </a:lnTo>
                  <a:lnTo>
                    <a:pt x="2559317" y="1328090"/>
                  </a:lnTo>
                  <a:lnTo>
                    <a:pt x="2556688" y="1375635"/>
                  </a:lnTo>
                  <a:lnTo>
                    <a:pt x="2552346" y="1422703"/>
                  </a:lnTo>
                  <a:lnTo>
                    <a:pt x="2546320" y="1469263"/>
                  </a:lnTo>
                  <a:lnTo>
                    <a:pt x="2538642" y="1515285"/>
                  </a:lnTo>
                  <a:lnTo>
                    <a:pt x="2529342" y="1560737"/>
                  </a:lnTo>
                  <a:lnTo>
                    <a:pt x="2518451" y="1605589"/>
                  </a:lnTo>
                  <a:lnTo>
                    <a:pt x="2506001" y="1649809"/>
                  </a:lnTo>
                  <a:lnTo>
                    <a:pt x="2492023" y="1693367"/>
                  </a:lnTo>
                  <a:lnTo>
                    <a:pt x="2476546" y="1736232"/>
                  </a:lnTo>
                  <a:lnTo>
                    <a:pt x="2459603" y="1778372"/>
                  </a:lnTo>
                  <a:lnTo>
                    <a:pt x="2441224" y="1819757"/>
                  </a:lnTo>
                  <a:lnTo>
                    <a:pt x="2421440" y="1860356"/>
                  </a:lnTo>
                  <a:lnTo>
                    <a:pt x="2400282" y="1900138"/>
                  </a:lnTo>
                  <a:lnTo>
                    <a:pt x="2377781" y="1939072"/>
                  </a:lnTo>
                  <a:lnTo>
                    <a:pt x="2353967" y="1977127"/>
                  </a:lnTo>
                  <a:lnTo>
                    <a:pt x="2328873" y="2014272"/>
                  </a:lnTo>
                  <a:lnTo>
                    <a:pt x="2302529" y="2050477"/>
                  </a:lnTo>
                  <a:lnTo>
                    <a:pt x="2274965" y="2085709"/>
                  </a:lnTo>
                  <a:lnTo>
                    <a:pt x="2246213" y="2119939"/>
                  </a:lnTo>
                  <a:lnTo>
                    <a:pt x="2216303" y="2153135"/>
                  </a:lnTo>
                  <a:lnTo>
                    <a:pt x="2185267" y="2185267"/>
                  </a:lnTo>
                  <a:lnTo>
                    <a:pt x="2153135" y="2216303"/>
                  </a:lnTo>
                  <a:lnTo>
                    <a:pt x="2119939" y="2246212"/>
                  </a:lnTo>
                  <a:lnTo>
                    <a:pt x="2085709" y="2274965"/>
                  </a:lnTo>
                  <a:lnTo>
                    <a:pt x="2050477" y="2302529"/>
                  </a:lnTo>
                  <a:lnTo>
                    <a:pt x="2014272" y="2328873"/>
                  </a:lnTo>
                  <a:lnTo>
                    <a:pt x="1977127" y="2353967"/>
                  </a:lnTo>
                  <a:lnTo>
                    <a:pt x="1939072" y="2377781"/>
                  </a:lnTo>
                  <a:lnTo>
                    <a:pt x="1900138" y="2400282"/>
                  </a:lnTo>
                  <a:lnTo>
                    <a:pt x="1860356" y="2421440"/>
                  </a:lnTo>
                  <a:lnTo>
                    <a:pt x="1819757" y="2441224"/>
                  </a:lnTo>
                  <a:lnTo>
                    <a:pt x="1778372" y="2459603"/>
                  </a:lnTo>
                  <a:lnTo>
                    <a:pt x="1736232" y="2476546"/>
                  </a:lnTo>
                  <a:lnTo>
                    <a:pt x="1693367" y="2492023"/>
                  </a:lnTo>
                  <a:lnTo>
                    <a:pt x="1649809" y="2506001"/>
                  </a:lnTo>
                  <a:lnTo>
                    <a:pt x="1605589" y="2518451"/>
                  </a:lnTo>
                  <a:lnTo>
                    <a:pt x="1560737" y="2529342"/>
                  </a:lnTo>
                  <a:lnTo>
                    <a:pt x="1515285" y="2538642"/>
                  </a:lnTo>
                  <a:lnTo>
                    <a:pt x="1469263" y="2546320"/>
                  </a:lnTo>
                  <a:lnTo>
                    <a:pt x="1422703" y="2552346"/>
                  </a:lnTo>
                  <a:lnTo>
                    <a:pt x="1375635" y="2556688"/>
                  </a:lnTo>
                  <a:lnTo>
                    <a:pt x="1328090" y="2559317"/>
                  </a:lnTo>
                  <a:lnTo>
                    <a:pt x="1280099" y="2560199"/>
                  </a:lnTo>
                  <a:lnTo>
                    <a:pt x="1232109" y="2559317"/>
                  </a:lnTo>
                  <a:lnTo>
                    <a:pt x="1184564" y="2556688"/>
                  </a:lnTo>
                  <a:lnTo>
                    <a:pt x="1137496" y="2552346"/>
                  </a:lnTo>
                  <a:lnTo>
                    <a:pt x="1090936" y="2546320"/>
                  </a:lnTo>
                  <a:lnTo>
                    <a:pt x="1044914" y="2538642"/>
                  </a:lnTo>
                  <a:lnTo>
                    <a:pt x="999462" y="2529342"/>
                  </a:lnTo>
                  <a:lnTo>
                    <a:pt x="954610" y="2518451"/>
                  </a:lnTo>
                  <a:lnTo>
                    <a:pt x="910390" y="2506001"/>
                  </a:lnTo>
                  <a:lnTo>
                    <a:pt x="866832" y="2492023"/>
                  </a:lnTo>
                  <a:lnTo>
                    <a:pt x="823967" y="2476546"/>
                  </a:lnTo>
                  <a:lnTo>
                    <a:pt x="781827" y="2459603"/>
                  </a:lnTo>
                  <a:lnTo>
                    <a:pt x="740442" y="2441224"/>
                  </a:lnTo>
                  <a:lnTo>
                    <a:pt x="699843" y="2421440"/>
                  </a:lnTo>
                  <a:lnTo>
                    <a:pt x="660061" y="2400282"/>
                  </a:lnTo>
                  <a:lnTo>
                    <a:pt x="621127" y="2377781"/>
                  </a:lnTo>
                  <a:lnTo>
                    <a:pt x="583072" y="2353967"/>
                  </a:lnTo>
                  <a:lnTo>
                    <a:pt x="545927" y="2328873"/>
                  </a:lnTo>
                  <a:lnTo>
                    <a:pt x="509722" y="2302529"/>
                  </a:lnTo>
                  <a:lnTo>
                    <a:pt x="474490" y="2274965"/>
                  </a:lnTo>
                  <a:lnTo>
                    <a:pt x="440260" y="2246212"/>
                  </a:lnTo>
                  <a:lnTo>
                    <a:pt x="407064" y="2216303"/>
                  </a:lnTo>
                  <a:lnTo>
                    <a:pt x="374932" y="2185267"/>
                  </a:lnTo>
                  <a:lnTo>
                    <a:pt x="343896" y="2153135"/>
                  </a:lnTo>
                  <a:lnTo>
                    <a:pt x="313986" y="2119939"/>
                  </a:lnTo>
                  <a:lnTo>
                    <a:pt x="285234" y="2085709"/>
                  </a:lnTo>
                  <a:lnTo>
                    <a:pt x="257670" y="2050477"/>
                  </a:lnTo>
                  <a:lnTo>
                    <a:pt x="231326" y="2014272"/>
                  </a:lnTo>
                  <a:lnTo>
                    <a:pt x="206232" y="1977127"/>
                  </a:lnTo>
                  <a:lnTo>
                    <a:pt x="182418" y="1939072"/>
                  </a:lnTo>
                  <a:lnTo>
                    <a:pt x="159917" y="1900138"/>
                  </a:lnTo>
                  <a:lnTo>
                    <a:pt x="138759" y="1860356"/>
                  </a:lnTo>
                  <a:lnTo>
                    <a:pt x="118975" y="1819757"/>
                  </a:lnTo>
                  <a:lnTo>
                    <a:pt x="100596" y="1778372"/>
                  </a:lnTo>
                  <a:lnTo>
                    <a:pt x="83653" y="1736232"/>
                  </a:lnTo>
                  <a:lnTo>
                    <a:pt x="68176" y="1693367"/>
                  </a:lnTo>
                  <a:lnTo>
                    <a:pt x="54198" y="1649809"/>
                  </a:lnTo>
                  <a:lnTo>
                    <a:pt x="41748" y="1605589"/>
                  </a:lnTo>
                  <a:lnTo>
                    <a:pt x="30857" y="1560737"/>
                  </a:lnTo>
                  <a:lnTo>
                    <a:pt x="21557" y="1515285"/>
                  </a:lnTo>
                  <a:lnTo>
                    <a:pt x="13879" y="1469263"/>
                  </a:lnTo>
                  <a:lnTo>
                    <a:pt x="7853" y="1422703"/>
                  </a:lnTo>
                  <a:lnTo>
                    <a:pt x="3511" y="1375635"/>
                  </a:lnTo>
                  <a:lnTo>
                    <a:pt x="882" y="1328090"/>
                  </a:lnTo>
                  <a:lnTo>
                    <a:pt x="0" y="12800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259032" y="4458275"/>
            <a:ext cx="91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15" dirty="0">
                <a:latin typeface="Tahoma"/>
                <a:cs typeface="Tahoma"/>
              </a:rPr>
              <a:t>LLM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5509" y="3535526"/>
            <a:ext cx="2970530" cy="2459990"/>
            <a:chOff x="905509" y="3535526"/>
            <a:chExt cx="2970530" cy="2459990"/>
          </a:xfrm>
        </p:grpSpPr>
        <p:sp>
          <p:nvSpPr>
            <p:cNvPr id="8" name="object 8"/>
            <p:cNvSpPr/>
            <p:nvPr/>
          </p:nvSpPr>
          <p:spPr>
            <a:xfrm>
              <a:off x="910271" y="3540288"/>
              <a:ext cx="2961005" cy="2450465"/>
            </a:xfrm>
            <a:custGeom>
              <a:avLst/>
              <a:gdLst/>
              <a:ahLst/>
              <a:cxnLst/>
              <a:rect l="l" t="t" r="r" b="b"/>
              <a:pathLst>
                <a:path w="2961004" h="2450465">
                  <a:moveTo>
                    <a:pt x="2348400" y="2450398"/>
                  </a:moveTo>
                  <a:lnTo>
                    <a:pt x="612599" y="2450398"/>
                  </a:lnTo>
                  <a:lnTo>
                    <a:pt x="0" y="1225199"/>
                  </a:lnTo>
                  <a:lnTo>
                    <a:pt x="612599" y="0"/>
                  </a:lnTo>
                  <a:lnTo>
                    <a:pt x="2348400" y="0"/>
                  </a:lnTo>
                  <a:lnTo>
                    <a:pt x="2960999" y="1225199"/>
                  </a:lnTo>
                  <a:lnTo>
                    <a:pt x="2348400" y="2450398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0271" y="3540288"/>
              <a:ext cx="2961005" cy="2450465"/>
            </a:xfrm>
            <a:custGeom>
              <a:avLst/>
              <a:gdLst/>
              <a:ahLst/>
              <a:cxnLst/>
              <a:rect l="l" t="t" r="r" b="b"/>
              <a:pathLst>
                <a:path w="2961004" h="2450465">
                  <a:moveTo>
                    <a:pt x="0" y="1225199"/>
                  </a:moveTo>
                  <a:lnTo>
                    <a:pt x="612599" y="0"/>
                  </a:lnTo>
                  <a:lnTo>
                    <a:pt x="2348400" y="0"/>
                  </a:lnTo>
                  <a:lnTo>
                    <a:pt x="2960999" y="1225199"/>
                  </a:lnTo>
                  <a:lnTo>
                    <a:pt x="2348400" y="2450398"/>
                  </a:lnTo>
                  <a:lnTo>
                    <a:pt x="612599" y="2450398"/>
                  </a:lnTo>
                  <a:lnTo>
                    <a:pt x="0" y="122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48962" y="4250757"/>
            <a:ext cx="1483995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161290">
              <a:lnSpc>
                <a:spcPts val="3829"/>
              </a:lnSpc>
              <a:spcBef>
                <a:spcPts val="204"/>
              </a:spcBef>
            </a:pPr>
            <a:r>
              <a:rPr sz="3200" spc="90" dirty="0">
                <a:latin typeface="Tahoma"/>
                <a:cs typeface="Tahoma"/>
              </a:rPr>
              <a:t>Query </a:t>
            </a:r>
            <a:r>
              <a:rPr sz="3200" spc="95" dirty="0">
                <a:latin typeface="Tahoma"/>
                <a:cs typeface="Tahoma"/>
              </a:rPr>
              <a:t> </a:t>
            </a:r>
            <a:r>
              <a:rPr sz="3200" spc="25" dirty="0">
                <a:latin typeface="Tahoma"/>
                <a:cs typeface="Tahoma"/>
              </a:rPr>
              <a:t>encoder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3399" y="3906775"/>
            <a:ext cx="2835275" cy="1779270"/>
          </a:xfrm>
          <a:prstGeom prst="rect">
            <a:avLst/>
          </a:prstGeom>
          <a:solidFill>
            <a:srgbClr val="C1E7F7"/>
          </a:solidFill>
          <a:ln w="9524">
            <a:solidFill>
              <a:srgbClr val="595959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365760" marR="357505" indent="-635" algn="ctr">
              <a:lnSpc>
                <a:spcPts val="3829"/>
              </a:lnSpc>
              <a:spcBef>
                <a:spcPts val="1275"/>
              </a:spcBef>
            </a:pPr>
            <a:r>
              <a:rPr sz="3200" spc="45" dirty="0">
                <a:latin typeface="Tahoma"/>
                <a:cs typeface="Tahoma"/>
              </a:rPr>
              <a:t>External </a:t>
            </a:r>
            <a:r>
              <a:rPr sz="3200" spc="50" dirty="0">
                <a:latin typeface="Tahoma"/>
                <a:cs typeface="Tahoma"/>
              </a:rPr>
              <a:t> </a:t>
            </a:r>
            <a:r>
              <a:rPr sz="3200" spc="35" dirty="0">
                <a:latin typeface="Tahoma"/>
                <a:cs typeface="Tahoma"/>
              </a:rPr>
              <a:t>information  </a:t>
            </a:r>
            <a:r>
              <a:rPr sz="3200" spc="10" dirty="0">
                <a:latin typeface="Tahoma"/>
                <a:cs typeface="Tahoma"/>
              </a:rPr>
              <a:t>sources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23671" y="4683507"/>
            <a:ext cx="1271270" cy="164465"/>
            <a:chOff x="4023671" y="4683507"/>
            <a:chExt cx="1271270" cy="164465"/>
          </a:xfrm>
        </p:grpSpPr>
        <p:sp>
          <p:nvSpPr>
            <p:cNvPr id="13" name="object 13"/>
            <p:cNvSpPr/>
            <p:nvPr/>
          </p:nvSpPr>
          <p:spPr>
            <a:xfrm>
              <a:off x="4023671" y="4765488"/>
              <a:ext cx="1078865" cy="0"/>
            </a:xfrm>
            <a:custGeom>
              <a:avLst/>
              <a:gdLst/>
              <a:ahLst/>
              <a:cxnLst/>
              <a:rect l="l" t="t" r="r" b="b"/>
              <a:pathLst>
                <a:path w="1078864">
                  <a:moveTo>
                    <a:pt x="0" y="0"/>
                  </a:moveTo>
                  <a:lnTo>
                    <a:pt x="10787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3421" y="4683507"/>
              <a:ext cx="211001" cy="163961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2305602" y="2746788"/>
            <a:ext cx="164465" cy="702310"/>
            <a:chOff x="2305602" y="2746788"/>
            <a:chExt cx="164465" cy="702310"/>
          </a:xfrm>
        </p:grpSpPr>
        <p:sp>
          <p:nvSpPr>
            <p:cNvPr id="16" name="object 16"/>
            <p:cNvSpPr/>
            <p:nvPr/>
          </p:nvSpPr>
          <p:spPr>
            <a:xfrm>
              <a:off x="2387583" y="2746788"/>
              <a:ext cx="0" cy="510540"/>
            </a:xfrm>
            <a:custGeom>
              <a:avLst/>
              <a:gdLst/>
              <a:ahLst/>
              <a:cxnLst/>
              <a:rect l="l" t="t" r="r" b="b"/>
              <a:pathLst>
                <a:path h="510539">
                  <a:moveTo>
                    <a:pt x="0" y="0"/>
                  </a:moveTo>
                  <a:lnTo>
                    <a:pt x="0" y="51000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5602" y="3237738"/>
              <a:ext cx="163962" cy="211001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96443" y="1871731"/>
            <a:ext cx="2844800" cy="765810"/>
            <a:chOff x="896443" y="1871731"/>
            <a:chExt cx="2844800" cy="765810"/>
          </a:xfrm>
        </p:grpSpPr>
        <p:sp>
          <p:nvSpPr>
            <p:cNvPr id="19" name="object 19"/>
            <p:cNvSpPr/>
            <p:nvPr/>
          </p:nvSpPr>
          <p:spPr>
            <a:xfrm>
              <a:off x="901206" y="1876494"/>
              <a:ext cx="2835275" cy="756285"/>
            </a:xfrm>
            <a:custGeom>
              <a:avLst/>
              <a:gdLst/>
              <a:ahLst/>
              <a:cxnLst/>
              <a:rect l="l" t="t" r="r" b="b"/>
              <a:pathLst>
                <a:path w="2835275" h="756285">
                  <a:moveTo>
                    <a:pt x="2834700" y="755903"/>
                  </a:moveTo>
                  <a:lnTo>
                    <a:pt x="0" y="755903"/>
                  </a:lnTo>
                  <a:lnTo>
                    <a:pt x="0" y="0"/>
                  </a:lnTo>
                  <a:lnTo>
                    <a:pt x="2834700" y="0"/>
                  </a:lnTo>
                  <a:lnTo>
                    <a:pt x="2834700" y="755903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1206" y="1876494"/>
              <a:ext cx="2835275" cy="756285"/>
            </a:xfrm>
            <a:custGeom>
              <a:avLst/>
              <a:gdLst/>
              <a:ahLst/>
              <a:cxnLst/>
              <a:rect l="l" t="t" r="r" b="b"/>
              <a:pathLst>
                <a:path w="2835275" h="756285">
                  <a:moveTo>
                    <a:pt x="0" y="0"/>
                  </a:moveTo>
                  <a:lnTo>
                    <a:pt x="2834700" y="0"/>
                  </a:lnTo>
                  <a:lnTo>
                    <a:pt x="2834700" y="755903"/>
                  </a:lnTo>
                  <a:lnTo>
                    <a:pt x="0" y="75590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84081" y="2103265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5">
                  <a:moveTo>
                    <a:pt x="2507226" y="90767"/>
                  </a:moveTo>
                  <a:lnTo>
                    <a:pt x="6773" y="90767"/>
                  </a:lnTo>
                  <a:lnTo>
                    <a:pt x="0" y="83994"/>
                  </a:lnTo>
                  <a:lnTo>
                    <a:pt x="0" y="15128"/>
                  </a:lnTo>
                  <a:lnTo>
                    <a:pt x="0" y="6773"/>
                  </a:lnTo>
                  <a:lnTo>
                    <a:pt x="6773" y="0"/>
                  </a:lnTo>
                  <a:lnTo>
                    <a:pt x="2502884" y="0"/>
                  </a:lnTo>
                  <a:lnTo>
                    <a:pt x="2506731" y="1593"/>
                  </a:lnTo>
                  <a:lnTo>
                    <a:pt x="2512405" y="7267"/>
                  </a:lnTo>
                  <a:lnTo>
                    <a:pt x="2514000" y="11115"/>
                  </a:lnTo>
                  <a:lnTo>
                    <a:pt x="2514000" y="83994"/>
                  </a:lnTo>
                  <a:lnTo>
                    <a:pt x="2507226" y="90767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84081" y="2103265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5">
                  <a:moveTo>
                    <a:pt x="0" y="15128"/>
                  </a:moveTo>
                  <a:lnTo>
                    <a:pt x="0" y="6773"/>
                  </a:lnTo>
                  <a:lnTo>
                    <a:pt x="6773" y="0"/>
                  </a:lnTo>
                  <a:lnTo>
                    <a:pt x="15128" y="0"/>
                  </a:lnTo>
                  <a:lnTo>
                    <a:pt x="2498871" y="0"/>
                  </a:lnTo>
                  <a:lnTo>
                    <a:pt x="2502884" y="0"/>
                  </a:lnTo>
                  <a:lnTo>
                    <a:pt x="2506731" y="1593"/>
                  </a:lnTo>
                  <a:lnTo>
                    <a:pt x="2509568" y="4430"/>
                  </a:lnTo>
                  <a:lnTo>
                    <a:pt x="2512405" y="7267"/>
                  </a:lnTo>
                  <a:lnTo>
                    <a:pt x="2514000" y="11115"/>
                  </a:lnTo>
                  <a:lnTo>
                    <a:pt x="2514000" y="15128"/>
                  </a:lnTo>
                  <a:lnTo>
                    <a:pt x="2514000" y="75639"/>
                  </a:lnTo>
                  <a:lnTo>
                    <a:pt x="2514000" y="83994"/>
                  </a:lnTo>
                  <a:lnTo>
                    <a:pt x="2507226" y="90767"/>
                  </a:lnTo>
                  <a:lnTo>
                    <a:pt x="2498871" y="90767"/>
                  </a:lnTo>
                  <a:lnTo>
                    <a:pt x="15128" y="90767"/>
                  </a:lnTo>
                  <a:lnTo>
                    <a:pt x="6773" y="90767"/>
                  </a:lnTo>
                  <a:lnTo>
                    <a:pt x="0" y="83994"/>
                  </a:lnTo>
                  <a:lnTo>
                    <a:pt x="0" y="75639"/>
                  </a:lnTo>
                  <a:lnTo>
                    <a:pt x="0" y="15128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84081" y="2292241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5">
                  <a:moveTo>
                    <a:pt x="1410426" y="90767"/>
                  </a:moveTo>
                  <a:lnTo>
                    <a:pt x="6773" y="90767"/>
                  </a:lnTo>
                  <a:lnTo>
                    <a:pt x="0" y="83994"/>
                  </a:lnTo>
                  <a:lnTo>
                    <a:pt x="0" y="15128"/>
                  </a:lnTo>
                  <a:lnTo>
                    <a:pt x="0" y="6773"/>
                  </a:lnTo>
                  <a:lnTo>
                    <a:pt x="6773" y="0"/>
                  </a:lnTo>
                  <a:lnTo>
                    <a:pt x="1406083" y="0"/>
                  </a:lnTo>
                  <a:lnTo>
                    <a:pt x="1409931" y="1593"/>
                  </a:lnTo>
                  <a:lnTo>
                    <a:pt x="1415606" y="7267"/>
                  </a:lnTo>
                  <a:lnTo>
                    <a:pt x="1417199" y="11115"/>
                  </a:lnTo>
                  <a:lnTo>
                    <a:pt x="1417199" y="83994"/>
                  </a:lnTo>
                  <a:lnTo>
                    <a:pt x="1410426" y="90767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84081" y="2292241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5">
                  <a:moveTo>
                    <a:pt x="0" y="15128"/>
                  </a:moveTo>
                  <a:lnTo>
                    <a:pt x="0" y="6773"/>
                  </a:lnTo>
                  <a:lnTo>
                    <a:pt x="6773" y="0"/>
                  </a:lnTo>
                  <a:lnTo>
                    <a:pt x="15128" y="0"/>
                  </a:lnTo>
                  <a:lnTo>
                    <a:pt x="1402071" y="0"/>
                  </a:lnTo>
                  <a:lnTo>
                    <a:pt x="1406083" y="0"/>
                  </a:lnTo>
                  <a:lnTo>
                    <a:pt x="1409931" y="1593"/>
                  </a:lnTo>
                  <a:lnTo>
                    <a:pt x="1412769" y="4430"/>
                  </a:lnTo>
                  <a:lnTo>
                    <a:pt x="1415606" y="7267"/>
                  </a:lnTo>
                  <a:lnTo>
                    <a:pt x="1417199" y="11115"/>
                  </a:lnTo>
                  <a:lnTo>
                    <a:pt x="1417199" y="15128"/>
                  </a:lnTo>
                  <a:lnTo>
                    <a:pt x="1417199" y="75639"/>
                  </a:lnTo>
                  <a:lnTo>
                    <a:pt x="1417199" y="83994"/>
                  </a:lnTo>
                  <a:lnTo>
                    <a:pt x="1410426" y="90767"/>
                  </a:lnTo>
                  <a:lnTo>
                    <a:pt x="1402071" y="90767"/>
                  </a:lnTo>
                  <a:lnTo>
                    <a:pt x="15128" y="90767"/>
                  </a:lnTo>
                  <a:lnTo>
                    <a:pt x="6773" y="90767"/>
                  </a:lnTo>
                  <a:lnTo>
                    <a:pt x="0" y="83994"/>
                  </a:lnTo>
                  <a:lnTo>
                    <a:pt x="0" y="75639"/>
                  </a:lnTo>
                  <a:lnTo>
                    <a:pt x="0" y="15128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4307487" y="5892899"/>
            <a:ext cx="2844800" cy="3002280"/>
            <a:chOff x="14307487" y="5892899"/>
            <a:chExt cx="2844800" cy="3002280"/>
          </a:xfrm>
        </p:grpSpPr>
        <p:sp>
          <p:nvSpPr>
            <p:cNvPr id="26" name="object 26"/>
            <p:cNvSpPr/>
            <p:nvPr/>
          </p:nvSpPr>
          <p:spPr>
            <a:xfrm>
              <a:off x="15729750" y="5892899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5">
                  <a:moveTo>
                    <a:pt x="0" y="0"/>
                  </a:moveTo>
                  <a:lnTo>
                    <a:pt x="0" y="5909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312250" y="6712499"/>
              <a:ext cx="2835275" cy="2177415"/>
            </a:xfrm>
            <a:custGeom>
              <a:avLst/>
              <a:gdLst/>
              <a:ahLst/>
              <a:cxnLst/>
              <a:rect l="l" t="t" r="r" b="b"/>
              <a:pathLst>
                <a:path w="2835275" h="2177415">
                  <a:moveTo>
                    <a:pt x="2834999" y="2177399"/>
                  </a:moveTo>
                  <a:lnTo>
                    <a:pt x="0" y="21773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2177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312250" y="6712499"/>
              <a:ext cx="2835275" cy="2177415"/>
            </a:xfrm>
            <a:custGeom>
              <a:avLst/>
              <a:gdLst/>
              <a:ahLst/>
              <a:cxnLst/>
              <a:rect l="l" t="t" r="r" b="b"/>
              <a:pathLst>
                <a:path w="2835275" h="2177415">
                  <a:moveTo>
                    <a:pt x="0" y="0"/>
                  </a:moveTo>
                  <a:lnTo>
                    <a:pt x="2834999" y="0"/>
                  </a:lnTo>
                  <a:lnTo>
                    <a:pt x="2834999" y="2177399"/>
                  </a:lnTo>
                  <a:lnTo>
                    <a:pt x="0" y="2177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450094" y="68624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450094" y="68624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450094" y="705279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450094" y="705279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450094" y="7243142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17007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1696431" y="0"/>
                  </a:lnTo>
                  <a:lnTo>
                    <a:pt x="1700296" y="1601"/>
                  </a:lnTo>
                  <a:lnTo>
                    <a:pt x="1703146" y="445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450094" y="7243142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1692398" y="0"/>
                  </a:lnTo>
                  <a:lnTo>
                    <a:pt x="1696431" y="0"/>
                  </a:lnTo>
                  <a:lnTo>
                    <a:pt x="1700296" y="1601"/>
                  </a:lnTo>
                  <a:lnTo>
                    <a:pt x="1703146" y="445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200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3" y="91199"/>
                  </a:lnTo>
                  <a:lnTo>
                    <a:pt x="16923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450094" y="75324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450094" y="75324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450094" y="772275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450094" y="772275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8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8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450094" y="7913106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40">
                  <a:moveTo>
                    <a:pt x="22335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229231" y="0"/>
                  </a:lnTo>
                  <a:lnTo>
                    <a:pt x="2233096" y="1601"/>
                  </a:lnTo>
                  <a:lnTo>
                    <a:pt x="2235946" y="4451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84394"/>
                  </a:lnTo>
                  <a:lnTo>
                    <a:pt x="22335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450094" y="7913106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40">
                  <a:moveTo>
                    <a:pt x="0" y="15199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225198" y="0"/>
                  </a:lnTo>
                  <a:lnTo>
                    <a:pt x="2229231" y="0"/>
                  </a:lnTo>
                  <a:lnTo>
                    <a:pt x="2233096" y="1601"/>
                  </a:lnTo>
                  <a:lnTo>
                    <a:pt x="2235946" y="4451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15199"/>
                  </a:lnTo>
                  <a:lnTo>
                    <a:pt x="2240399" y="75999"/>
                  </a:lnTo>
                  <a:lnTo>
                    <a:pt x="2240399" y="84394"/>
                  </a:lnTo>
                  <a:lnTo>
                    <a:pt x="2233593" y="91199"/>
                  </a:lnTo>
                  <a:lnTo>
                    <a:pt x="22251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4450094" y="812093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0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450094" y="812093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0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450094" y="842765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0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450094" y="842765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0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450094" y="861799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450094" y="861799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47769" y="6464850"/>
              <a:ext cx="163962" cy="211001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5478637" y="1856837"/>
            <a:ext cx="2844800" cy="1620520"/>
            <a:chOff x="5478637" y="1856837"/>
            <a:chExt cx="2844800" cy="1620520"/>
          </a:xfrm>
        </p:grpSpPr>
        <p:sp>
          <p:nvSpPr>
            <p:cNvPr id="49" name="object 49"/>
            <p:cNvSpPr/>
            <p:nvPr/>
          </p:nvSpPr>
          <p:spPr>
            <a:xfrm>
              <a:off x="5483399" y="1861599"/>
              <a:ext cx="2835275" cy="1610995"/>
            </a:xfrm>
            <a:custGeom>
              <a:avLst/>
              <a:gdLst/>
              <a:ahLst/>
              <a:cxnLst/>
              <a:rect l="l" t="t" r="r" b="b"/>
              <a:pathLst>
                <a:path w="2835275" h="1610995">
                  <a:moveTo>
                    <a:pt x="2834999" y="1610999"/>
                  </a:moveTo>
                  <a:lnTo>
                    <a:pt x="0" y="16109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6109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83399" y="1861599"/>
              <a:ext cx="2835275" cy="1610995"/>
            </a:xfrm>
            <a:custGeom>
              <a:avLst/>
              <a:gdLst/>
              <a:ahLst/>
              <a:cxnLst/>
              <a:rect l="l" t="t" r="r" b="b"/>
              <a:pathLst>
                <a:path w="2835275" h="1610995">
                  <a:moveTo>
                    <a:pt x="0" y="0"/>
                  </a:moveTo>
                  <a:lnTo>
                    <a:pt x="2834999" y="0"/>
                  </a:lnTo>
                  <a:lnTo>
                    <a:pt x="2834999" y="1610999"/>
                  </a:lnTo>
                  <a:lnTo>
                    <a:pt x="0" y="161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621243" y="20866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621243" y="20866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21243" y="227695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621243" y="227695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621243" y="2467306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2233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29230" y="0"/>
                  </a:lnTo>
                  <a:lnTo>
                    <a:pt x="2233097" y="1601"/>
                  </a:lnTo>
                  <a:lnTo>
                    <a:pt x="2235948" y="4451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84394"/>
                  </a:lnTo>
                  <a:lnTo>
                    <a:pt x="2233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21243" y="2467306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225199" y="0"/>
                  </a:lnTo>
                  <a:lnTo>
                    <a:pt x="2229230" y="0"/>
                  </a:lnTo>
                  <a:lnTo>
                    <a:pt x="2233097" y="1601"/>
                  </a:lnTo>
                  <a:lnTo>
                    <a:pt x="2235948" y="4451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15200"/>
                  </a:lnTo>
                  <a:lnTo>
                    <a:pt x="2240399" y="75999"/>
                  </a:lnTo>
                  <a:lnTo>
                    <a:pt x="2240399" y="84394"/>
                  </a:lnTo>
                  <a:lnTo>
                    <a:pt x="2233594" y="91199"/>
                  </a:lnTo>
                  <a:lnTo>
                    <a:pt x="22251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21243" y="267513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621243" y="267513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621243" y="29818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621243" y="29818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21243" y="317220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621243" y="317220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8443272" y="4683507"/>
            <a:ext cx="1423670" cy="164465"/>
            <a:chOff x="8443272" y="4683507"/>
            <a:chExt cx="1423670" cy="164465"/>
          </a:xfrm>
        </p:grpSpPr>
        <p:sp>
          <p:nvSpPr>
            <p:cNvPr id="64" name="object 64"/>
            <p:cNvSpPr/>
            <p:nvPr/>
          </p:nvSpPr>
          <p:spPr>
            <a:xfrm>
              <a:off x="8443272" y="4765488"/>
              <a:ext cx="1231265" cy="0"/>
            </a:xfrm>
            <a:custGeom>
              <a:avLst/>
              <a:gdLst/>
              <a:ahLst/>
              <a:cxnLst/>
              <a:rect l="l" t="t" r="r" b="b"/>
              <a:pathLst>
                <a:path w="1231265">
                  <a:moveTo>
                    <a:pt x="0" y="0"/>
                  </a:moveTo>
                  <a:lnTo>
                    <a:pt x="123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55422" y="4683507"/>
              <a:ext cx="211001" cy="163961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10078187" y="3524787"/>
            <a:ext cx="2844800" cy="2369820"/>
            <a:chOff x="10078187" y="3524787"/>
            <a:chExt cx="2844800" cy="2369820"/>
          </a:xfrm>
        </p:grpSpPr>
        <p:sp>
          <p:nvSpPr>
            <p:cNvPr id="67" name="object 67"/>
            <p:cNvSpPr/>
            <p:nvPr/>
          </p:nvSpPr>
          <p:spPr>
            <a:xfrm>
              <a:off x="10082949" y="3529550"/>
              <a:ext cx="2835275" cy="1610995"/>
            </a:xfrm>
            <a:custGeom>
              <a:avLst/>
              <a:gdLst/>
              <a:ahLst/>
              <a:cxnLst/>
              <a:rect l="l" t="t" r="r" b="b"/>
              <a:pathLst>
                <a:path w="2835275" h="1610995">
                  <a:moveTo>
                    <a:pt x="2834999" y="1610999"/>
                  </a:moveTo>
                  <a:lnTo>
                    <a:pt x="0" y="16109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6109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082949" y="3529550"/>
              <a:ext cx="2835275" cy="1610995"/>
            </a:xfrm>
            <a:custGeom>
              <a:avLst/>
              <a:gdLst/>
              <a:ahLst/>
              <a:cxnLst/>
              <a:rect l="l" t="t" r="r" b="b"/>
              <a:pathLst>
                <a:path w="2835275" h="1610995">
                  <a:moveTo>
                    <a:pt x="0" y="0"/>
                  </a:moveTo>
                  <a:lnTo>
                    <a:pt x="2834999" y="0"/>
                  </a:lnTo>
                  <a:lnTo>
                    <a:pt x="2834999" y="1610999"/>
                  </a:lnTo>
                  <a:lnTo>
                    <a:pt x="0" y="161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220792" y="375456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220792" y="375456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220792" y="394490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220792" y="394490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220792" y="4135256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2233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29231" y="0"/>
                  </a:lnTo>
                  <a:lnTo>
                    <a:pt x="2233097" y="1601"/>
                  </a:lnTo>
                  <a:lnTo>
                    <a:pt x="2235948" y="4452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84394"/>
                  </a:lnTo>
                  <a:lnTo>
                    <a:pt x="2233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220792" y="4135256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225199" y="0"/>
                  </a:lnTo>
                  <a:lnTo>
                    <a:pt x="2229231" y="0"/>
                  </a:lnTo>
                  <a:lnTo>
                    <a:pt x="2233097" y="1601"/>
                  </a:lnTo>
                  <a:lnTo>
                    <a:pt x="2235948" y="4452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15200"/>
                  </a:lnTo>
                  <a:lnTo>
                    <a:pt x="2240399" y="75999"/>
                  </a:lnTo>
                  <a:lnTo>
                    <a:pt x="2240399" y="84394"/>
                  </a:lnTo>
                  <a:lnTo>
                    <a:pt x="2233594" y="91199"/>
                  </a:lnTo>
                  <a:lnTo>
                    <a:pt x="22251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220792" y="434308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0220792" y="434308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0220792" y="464980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0220792" y="464980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0220792" y="484015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0220792" y="484015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0082955" y="5133469"/>
              <a:ext cx="2835275" cy="756285"/>
            </a:xfrm>
            <a:custGeom>
              <a:avLst/>
              <a:gdLst/>
              <a:ahLst/>
              <a:cxnLst/>
              <a:rect l="l" t="t" r="r" b="b"/>
              <a:pathLst>
                <a:path w="2835275" h="756285">
                  <a:moveTo>
                    <a:pt x="2834699" y="755904"/>
                  </a:moveTo>
                  <a:lnTo>
                    <a:pt x="0" y="755904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755904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0082955" y="5133469"/>
              <a:ext cx="2835275" cy="756285"/>
            </a:xfrm>
            <a:custGeom>
              <a:avLst/>
              <a:gdLst/>
              <a:ahLst/>
              <a:cxnLst/>
              <a:rect l="l" t="t" r="r" b="b"/>
              <a:pathLst>
                <a:path w="2835275" h="756285">
                  <a:moveTo>
                    <a:pt x="0" y="0"/>
                  </a:moveTo>
                  <a:lnTo>
                    <a:pt x="2834699" y="0"/>
                  </a:lnTo>
                  <a:lnTo>
                    <a:pt x="2834699" y="755904"/>
                  </a:lnTo>
                  <a:lnTo>
                    <a:pt x="0" y="75590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0265830" y="5360240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4">
                  <a:moveTo>
                    <a:pt x="2507226" y="90767"/>
                  </a:moveTo>
                  <a:lnTo>
                    <a:pt x="6772" y="90767"/>
                  </a:lnTo>
                  <a:lnTo>
                    <a:pt x="0" y="83994"/>
                  </a:lnTo>
                  <a:lnTo>
                    <a:pt x="0" y="15128"/>
                  </a:lnTo>
                  <a:lnTo>
                    <a:pt x="0" y="6773"/>
                  </a:lnTo>
                  <a:lnTo>
                    <a:pt x="6772" y="0"/>
                  </a:lnTo>
                  <a:lnTo>
                    <a:pt x="2502883" y="0"/>
                  </a:lnTo>
                  <a:lnTo>
                    <a:pt x="2506731" y="1593"/>
                  </a:lnTo>
                  <a:lnTo>
                    <a:pt x="2509568" y="4430"/>
                  </a:lnTo>
                  <a:lnTo>
                    <a:pt x="2512406" y="7267"/>
                  </a:lnTo>
                  <a:lnTo>
                    <a:pt x="2513999" y="11116"/>
                  </a:lnTo>
                  <a:lnTo>
                    <a:pt x="2513999" y="83994"/>
                  </a:lnTo>
                  <a:lnTo>
                    <a:pt x="2507226" y="90767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0265830" y="5360240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4">
                  <a:moveTo>
                    <a:pt x="0" y="15128"/>
                  </a:moveTo>
                  <a:lnTo>
                    <a:pt x="0" y="6773"/>
                  </a:lnTo>
                  <a:lnTo>
                    <a:pt x="6772" y="0"/>
                  </a:lnTo>
                  <a:lnTo>
                    <a:pt x="15128" y="0"/>
                  </a:lnTo>
                  <a:lnTo>
                    <a:pt x="2498871" y="0"/>
                  </a:lnTo>
                  <a:lnTo>
                    <a:pt x="2502883" y="0"/>
                  </a:lnTo>
                  <a:lnTo>
                    <a:pt x="2506731" y="1593"/>
                  </a:lnTo>
                  <a:lnTo>
                    <a:pt x="2509568" y="4430"/>
                  </a:lnTo>
                  <a:lnTo>
                    <a:pt x="2512406" y="7267"/>
                  </a:lnTo>
                  <a:lnTo>
                    <a:pt x="2513999" y="11116"/>
                  </a:lnTo>
                  <a:lnTo>
                    <a:pt x="2513999" y="15128"/>
                  </a:lnTo>
                  <a:lnTo>
                    <a:pt x="2513999" y="75639"/>
                  </a:lnTo>
                  <a:lnTo>
                    <a:pt x="2513999" y="83994"/>
                  </a:lnTo>
                  <a:lnTo>
                    <a:pt x="2507226" y="90767"/>
                  </a:lnTo>
                  <a:lnTo>
                    <a:pt x="2498871" y="90767"/>
                  </a:lnTo>
                  <a:lnTo>
                    <a:pt x="15128" y="90767"/>
                  </a:lnTo>
                  <a:lnTo>
                    <a:pt x="6772" y="90767"/>
                  </a:lnTo>
                  <a:lnTo>
                    <a:pt x="0" y="83994"/>
                  </a:lnTo>
                  <a:lnTo>
                    <a:pt x="0" y="75639"/>
                  </a:lnTo>
                  <a:lnTo>
                    <a:pt x="0" y="15128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0265830" y="5549216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4">
                  <a:moveTo>
                    <a:pt x="1410426" y="90767"/>
                  </a:moveTo>
                  <a:lnTo>
                    <a:pt x="6772" y="90767"/>
                  </a:lnTo>
                  <a:lnTo>
                    <a:pt x="0" y="83994"/>
                  </a:lnTo>
                  <a:lnTo>
                    <a:pt x="0" y="15128"/>
                  </a:lnTo>
                  <a:lnTo>
                    <a:pt x="0" y="6772"/>
                  </a:lnTo>
                  <a:lnTo>
                    <a:pt x="6772" y="0"/>
                  </a:lnTo>
                  <a:lnTo>
                    <a:pt x="1406083" y="0"/>
                  </a:lnTo>
                  <a:lnTo>
                    <a:pt x="1409931" y="1593"/>
                  </a:lnTo>
                  <a:lnTo>
                    <a:pt x="1412768" y="4430"/>
                  </a:lnTo>
                  <a:lnTo>
                    <a:pt x="1415606" y="7267"/>
                  </a:lnTo>
                  <a:lnTo>
                    <a:pt x="1417199" y="11115"/>
                  </a:lnTo>
                  <a:lnTo>
                    <a:pt x="1417199" y="83994"/>
                  </a:lnTo>
                  <a:lnTo>
                    <a:pt x="1410426" y="90767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0265830" y="5549216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4">
                  <a:moveTo>
                    <a:pt x="0" y="15128"/>
                  </a:moveTo>
                  <a:lnTo>
                    <a:pt x="0" y="6772"/>
                  </a:lnTo>
                  <a:lnTo>
                    <a:pt x="6772" y="0"/>
                  </a:lnTo>
                  <a:lnTo>
                    <a:pt x="15128" y="0"/>
                  </a:lnTo>
                  <a:lnTo>
                    <a:pt x="1402071" y="0"/>
                  </a:lnTo>
                  <a:lnTo>
                    <a:pt x="1406083" y="0"/>
                  </a:lnTo>
                  <a:lnTo>
                    <a:pt x="1409931" y="1593"/>
                  </a:lnTo>
                  <a:lnTo>
                    <a:pt x="1412768" y="4430"/>
                  </a:lnTo>
                  <a:lnTo>
                    <a:pt x="1415606" y="7267"/>
                  </a:lnTo>
                  <a:lnTo>
                    <a:pt x="1417199" y="11115"/>
                  </a:lnTo>
                  <a:lnTo>
                    <a:pt x="1417199" y="15128"/>
                  </a:lnTo>
                  <a:lnTo>
                    <a:pt x="1417199" y="75639"/>
                  </a:lnTo>
                  <a:lnTo>
                    <a:pt x="1417199" y="83994"/>
                  </a:lnTo>
                  <a:lnTo>
                    <a:pt x="1410426" y="90767"/>
                  </a:lnTo>
                  <a:lnTo>
                    <a:pt x="1402071" y="90767"/>
                  </a:lnTo>
                  <a:lnTo>
                    <a:pt x="15128" y="90767"/>
                  </a:lnTo>
                  <a:lnTo>
                    <a:pt x="6772" y="90767"/>
                  </a:lnTo>
                  <a:lnTo>
                    <a:pt x="0" y="83994"/>
                  </a:lnTo>
                  <a:lnTo>
                    <a:pt x="0" y="75639"/>
                  </a:lnTo>
                  <a:lnTo>
                    <a:pt x="0" y="15128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13090193" y="4683161"/>
            <a:ext cx="1170940" cy="164465"/>
            <a:chOff x="13090193" y="4683161"/>
            <a:chExt cx="1170940" cy="164465"/>
          </a:xfrm>
        </p:grpSpPr>
        <p:sp>
          <p:nvSpPr>
            <p:cNvPr id="88" name="object 88"/>
            <p:cNvSpPr/>
            <p:nvPr/>
          </p:nvSpPr>
          <p:spPr>
            <a:xfrm>
              <a:off x="13109243" y="4763688"/>
              <a:ext cx="959485" cy="1905"/>
            </a:xfrm>
            <a:custGeom>
              <a:avLst/>
              <a:gdLst/>
              <a:ahLst/>
              <a:cxnLst/>
              <a:rect l="l" t="t" r="r" b="b"/>
              <a:pathLst>
                <a:path w="959484" h="1904">
                  <a:moveTo>
                    <a:pt x="0" y="0"/>
                  </a:moveTo>
                  <a:lnTo>
                    <a:pt x="959399" y="1453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49497" y="4683161"/>
              <a:ext cx="211096" cy="163962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651575" y="7012854"/>
            <a:ext cx="8513445" cy="191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 algn="ctr">
              <a:lnSpc>
                <a:spcPct val="100000"/>
              </a:lnSpc>
              <a:spcBef>
                <a:spcPts val="100"/>
              </a:spcBef>
            </a:pPr>
            <a:r>
              <a:rPr sz="4000" spc="65" dirty="0">
                <a:latin typeface="Tahoma"/>
                <a:cs typeface="Tahoma"/>
              </a:rPr>
              <a:t>Retriever</a:t>
            </a:r>
            <a:endParaRPr sz="4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3325"/>
              </a:spcBef>
            </a:pPr>
            <a:r>
              <a:rPr sz="2800" spc="-10" dirty="0">
                <a:latin typeface="Tahoma"/>
                <a:cs typeface="Tahoma"/>
              </a:rPr>
              <a:t>L</a:t>
            </a:r>
            <a:r>
              <a:rPr sz="2800" spc="25" dirty="0">
                <a:latin typeface="Tahoma"/>
                <a:cs typeface="Tahoma"/>
              </a:rPr>
              <a:t>ewis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et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al.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95" dirty="0">
                <a:latin typeface="Tahoma"/>
                <a:cs typeface="Tahoma"/>
              </a:rPr>
              <a:t>2020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“Retri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800" spc="5" dirty="0">
                <a:latin typeface="Tahoma"/>
                <a:cs typeface="Tahoma"/>
              </a:rPr>
              <a:t>val</a:t>
            </a:r>
            <a:r>
              <a:rPr sz="2800" spc="-70" dirty="0">
                <a:latin typeface="Tahoma"/>
                <a:cs typeface="Tahoma"/>
              </a:rPr>
              <a:t>-</a:t>
            </a:r>
            <a:r>
              <a:rPr sz="2800" spc="15" dirty="0">
                <a:latin typeface="Tahoma"/>
                <a:cs typeface="Tahoma"/>
              </a:rPr>
              <a:t>Augmented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Gene</a:t>
            </a:r>
            <a:r>
              <a:rPr sz="2800" spc="-20" dirty="0">
                <a:latin typeface="Tahoma"/>
                <a:cs typeface="Tahoma"/>
              </a:rPr>
              <a:t>r</a:t>
            </a:r>
            <a:r>
              <a:rPr sz="2800" spc="30" dirty="0">
                <a:latin typeface="Tahoma"/>
                <a:cs typeface="Tahoma"/>
              </a:rPr>
              <a:t>ation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for  </a:t>
            </a:r>
            <a:r>
              <a:rPr sz="2800" spc="10" dirty="0">
                <a:latin typeface="Tahoma"/>
                <a:cs typeface="Tahoma"/>
              </a:rPr>
              <a:t>Knowledge-Intensi</a:t>
            </a:r>
            <a:r>
              <a:rPr sz="2800" spc="-25" dirty="0">
                <a:latin typeface="Tahoma"/>
                <a:cs typeface="Tahoma"/>
              </a:rPr>
              <a:t>v</a:t>
            </a:r>
            <a:r>
              <a:rPr sz="2800" spc="-10" dirty="0">
                <a:latin typeface="Tahoma"/>
                <a:cs typeface="Tahoma"/>
              </a:rPr>
              <a:t>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50" dirty="0">
                <a:latin typeface="Tahoma"/>
                <a:cs typeface="Tahoma"/>
              </a:rPr>
              <a:t>NLP</a:t>
            </a:r>
            <a:r>
              <a:rPr sz="2800" spc="-335" dirty="0">
                <a:latin typeface="Tahoma"/>
                <a:cs typeface="Tahoma"/>
              </a:rPr>
              <a:t> T</a:t>
            </a:r>
            <a:r>
              <a:rPr sz="2800" spc="-35" dirty="0">
                <a:latin typeface="Tahoma"/>
                <a:cs typeface="Tahoma"/>
              </a:rPr>
              <a:t>asks”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459396" y="6481250"/>
            <a:ext cx="7073265" cy="413384"/>
          </a:xfrm>
          <a:custGeom>
            <a:avLst/>
            <a:gdLst/>
            <a:ahLst/>
            <a:cxnLst/>
            <a:rect l="l" t="t" r="r" b="b"/>
            <a:pathLst>
              <a:path w="7073265" h="413384">
                <a:moveTo>
                  <a:pt x="7072803" y="0"/>
                </a:moveTo>
                <a:lnTo>
                  <a:pt x="7072803" y="80340"/>
                </a:lnTo>
                <a:lnTo>
                  <a:pt x="7072802" y="145946"/>
                </a:lnTo>
                <a:lnTo>
                  <a:pt x="7072801" y="190180"/>
                </a:lnTo>
                <a:lnTo>
                  <a:pt x="7072800" y="206399"/>
                </a:lnTo>
                <a:lnTo>
                  <a:pt x="3536403" y="206399"/>
                </a:lnTo>
                <a:lnTo>
                  <a:pt x="3536402" y="222619"/>
                </a:lnTo>
                <a:lnTo>
                  <a:pt x="3536400" y="266853"/>
                </a:lnTo>
                <a:lnTo>
                  <a:pt x="3536400" y="332459"/>
                </a:lnTo>
                <a:lnTo>
                  <a:pt x="3536399" y="412799"/>
                </a:lnTo>
                <a:lnTo>
                  <a:pt x="3536399" y="332459"/>
                </a:lnTo>
                <a:lnTo>
                  <a:pt x="3536398" y="266853"/>
                </a:lnTo>
                <a:lnTo>
                  <a:pt x="3536397" y="222619"/>
                </a:lnTo>
                <a:lnTo>
                  <a:pt x="3536396" y="206399"/>
                </a:lnTo>
                <a:lnTo>
                  <a:pt x="3" y="206399"/>
                </a:lnTo>
                <a:lnTo>
                  <a:pt x="0" y="145946"/>
                </a:lnTo>
                <a:lnTo>
                  <a:pt x="0" y="78985"/>
                </a:lnTo>
                <a:lnTo>
                  <a:pt x="0" y="40454"/>
                </a:lnTo>
                <a:lnTo>
                  <a:pt x="0" y="0"/>
                </a:lnTo>
              </a:path>
            </a:pathLst>
          </a:custGeom>
          <a:ln w="380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12528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-60" dirty="0"/>
              <a:t>Example:</a:t>
            </a:r>
            <a:r>
              <a:rPr sz="5600" spc="-670" dirty="0"/>
              <a:t> </a:t>
            </a:r>
            <a:r>
              <a:rPr sz="5600" spc="-15" dirty="0"/>
              <a:t>Searching</a:t>
            </a:r>
            <a:r>
              <a:rPr sz="5600" spc="-670" dirty="0"/>
              <a:t> </a:t>
            </a:r>
            <a:r>
              <a:rPr sz="5600" spc="-10" dirty="0"/>
              <a:t>legal</a:t>
            </a:r>
            <a:r>
              <a:rPr sz="5600" spc="-670" dirty="0"/>
              <a:t> </a:t>
            </a:r>
            <a:r>
              <a:rPr sz="5600" spc="15" dirty="0"/>
              <a:t>documents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1561837" y="6395563"/>
            <a:ext cx="1206500" cy="992505"/>
            <a:chOff x="1561837" y="6395563"/>
            <a:chExt cx="1206500" cy="992505"/>
          </a:xfrm>
        </p:grpSpPr>
        <p:sp>
          <p:nvSpPr>
            <p:cNvPr id="4" name="object 4"/>
            <p:cNvSpPr/>
            <p:nvPr/>
          </p:nvSpPr>
          <p:spPr>
            <a:xfrm>
              <a:off x="1566600" y="6400325"/>
              <a:ext cx="1196975" cy="982980"/>
            </a:xfrm>
            <a:custGeom>
              <a:avLst/>
              <a:gdLst/>
              <a:ahLst/>
              <a:cxnLst/>
              <a:rect l="l" t="t" r="r" b="b"/>
              <a:pathLst>
                <a:path w="1196975" h="982979">
                  <a:moveTo>
                    <a:pt x="950699" y="982799"/>
                  </a:moveTo>
                  <a:lnTo>
                    <a:pt x="245699" y="982799"/>
                  </a:lnTo>
                  <a:lnTo>
                    <a:pt x="0" y="491399"/>
                  </a:lnTo>
                  <a:lnTo>
                    <a:pt x="245699" y="0"/>
                  </a:lnTo>
                  <a:lnTo>
                    <a:pt x="950699" y="0"/>
                  </a:lnTo>
                  <a:lnTo>
                    <a:pt x="1196399" y="491399"/>
                  </a:lnTo>
                  <a:lnTo>
                    <a:pt x="950699" y="982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66600" y="6400325"/>
              <a:ext cx="1196975" cy="982980"/>
            </a:xfrm>
            <a:custGeom>
              <a:avLst/>
              <a:gdLst/>
              <a:ahLst/>
              <a:cxnLst/>
              <a:rect l="l" t="t" r="r" b="b"/>
              <a:pathLst>
                <a:path w="1196975" h="982979">
                  <a:moveTo>
                    <a:pt x="0" y="491399"/>
                  </a:moveTo>
                  <a:lnTo>
                    <a:pt x="245699" y="0"/>
                  </a:lnTo>
                  <a:lnTo>
                    <a:pt x="950699" y="0"/>
                  </a:lnTo>
                  <a:lnTo>
                    <a:pt x="1196399" y="491399"/>
                  </a:lnTo>
                  <a:lnTo>
                    <a:pt x="950699" y="982799"/>
                  </a:lnTo>
                  <a:lnTo>
                    <a:pt x="245699" y="982799"/>
                  </a:lnTo>
                  <a:lnTo>
                    <a:pt x="0" y="49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89207" y="2191469"/>
            <a:ext cx="209486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Tahoma"/>
                <a:cs typeface="Tahoma"/>
              </a:rPr>
              <a:t>Input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35" dirty="0">
                <a:latin typeface="Tahoma"/>
                <a:cs typeface="Tahoma"/>
              </a:rPr>
              <a:t>query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151" y="7907269"/>
            <a:ext cx="27209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90" dirty="0">
                <a:latin typeface="Tahoma"/>
                <a:cs typeface="Tahoma"/>
              </a:rPr>
              <a:t>Query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35" dirty="0">
                <a:latin typeface="Tahoma"/>
                <a:cs typeface="Tahoma"/>
              </a:rPr>
              <a:t>Encoder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46602" y="7907269"/>
            <a:ext cx="5222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45" dirty="0">
                <a:latin typeface="Tahoma"/>
                <a:cs typeface="Tahoma"/>
              </a:rPr>
              <a:t>External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10" dirty="0">
                <a:latin typeface="Tahoma"/>
                <a:cs typeface="Tahoma"/>
              </a:rPr>
              <a:t>Information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5" dirty="0">
                <a:latin typeface="Tahoma"/>
                <a:cs typeface="Tahoma"/>
              </a:rPr>
              <a:t>Sources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88525" y="6275925"/>
            <a:ext cx="5460365" cy="1183005"/>
            <a:chOff x="3088525" y="6275925"/>
            <a:chExt cx="5460365" cy="11830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775" y="6275925"/>
              <a:ext cx="1182849" cy="11828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07575" y="6887824"/>
              <a:ext cx="4029710" cy="7620"/>
            </a:xfrm>
            <a:custGeom>
              <a:avLst/>
              <a:gdLst/>
              <a:ahLst/>
              <a:cxnLst/>
              <a:rect l="l" t="t" r="r" b="b"/>
              <a:pathLst>
                <a:path w="4029709" h="7620">
                  <a:moveTo>
                    <a:pt x="0" y="0"/>
                  </a:moveTo>
                  <a:lnTo>
                    <a:pt x="4029600" y="7381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8010" y="6813224"/>
              <a:ext cx="211116" cy="16396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564574" y="6645576"/>
            <a:ext cx="17487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" dirty="0">
                <a:latin typeface="Tahoma"/>
                <a:cs typeface="Tahoma"/>
              </a:rPr>
              <a:t>documents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57869" y="4812470"/>
            <a:ext cx="164465" cy="1214120"/>
            <a:chOff x="2057869" y="4812470"/>
            <a:chExt cx="164465" cy="1214120"/>
          </a:xfrm>
        </p:grpSpPr>
        <p:sp>
          <p:nvSpPr>
            <p:cNvPr id="15" name="object 15"/>
            <p:cNvSpPr/>
            <p:nvPr/>
          </p:nvSpPr>
          <p:spPr>
            <a:xfrm>
              <a:off x="2132520" y="4831520"/>
              <a:ext cx="7620" cy="1002665"/>
            </a:xfrm>
            <a:custGeom>
              <a:avLst/>
              <a:gdLst/>
              <a:ahLst/>
              <a:cxnLst/>
              <a:rect l="l" t="t" r="r" b="b"/>
              <a:pathLst>
                <a:path w="7619" h="1002664">
                  <a:moveTo>
                    <a:pt x="0" y="0"/>
                  </a:moveTo>
                  <a:lnTo>
                    <a:pt x="7328" y="1002606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7869" y="5814616"/>
              <a:ext cx="163958" cy="211456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1735049" y="6133350"/>
            <a:ext cx="6339840" cy="1231265"/>
          </a:xfrm>
          <a:custGeom>
            <a:avLst/>
            <a:gdLst/>
            <a:ahLst/>
            <a:cxnLst/>
            <a:rect l="l" t="t" r="r" b="b"/>
            <a:pathLst>
              <a:path w="6339840" h="1231265">
                <a:moveTo>
                  <a:pt x="0" y="0"/>
                </a:moveTo>
                <a:lnTo>
                  <a:pt x="6339599" y="0"/>
                </a:lnTo>
                <a:lnTo>
                  <a:pt x="6339599" y="1231199"/>
                </a:lnTo>
                <a:lnTo>
                  <a:pt x="0" y="1231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735049" y="6240150"/>
            <a:ext cx="6339840" cy="112458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80340" marR="177165">
              <a:lnSpc>
                <a:spcPct val="100000"/>
              </a:lnSpc>
              <a:spcBef>
                <a:spcPts val="47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Who is the plaintiff in case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22-48710BI-SME?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87400" y="1991852"/>
            <a:ext cx="6339840" cy="4248785"/>
          </a:xfrm>
          <a:prstGeom prst="rect">
            <a:avLst/>
          </a:prstGeom>
          <a:solidFill>
            <a:srgbClr val="C1E7F7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17716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UNITED STATES DISTRICT COURT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SOUTHERN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DISTRICT</a:t>
            </a:r>
            <a:r>
              <a:rPr sz="2800" b="1" spc="-2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OF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MAINE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CASE</a:t>
            </a:r>
            <a:r>
              <a:rPr sz="2800" b="1" spc="-4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NUMBER:</a:t>
            </a:r>
            <a:r>
              <a:rPr sz="2800" b="1" spc="-4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22-48710BI-SME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Courier New"/>
              <a:cs typeface="Courier New"/>
            </a:endParaRPr>
          </a:p>
          <a:p>
            <a:pPr marL="180975" marR="390525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Busy Industries (Plaintiff)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vs.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State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of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Maine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(Defendant)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730287" y="1987087"/>
            <a:ext cx="6349365" cy="4258310"/>
            <a:chOff x="11730287" y="1987087"/>
            <a:chExt cx="6349365" cy="4258310"/>
          </a:xfrm>
        </p:grpSpPr>
        <p:sp>
          <p:nvSpPr>
            <p:cNvPr id="21" name="object 21"/>
            <p:cNvSpPr/>
            <p:nvPr/>
          </p:nvSpPr>
          <p:spPr>
            <a:xfrm>
              <a:off x="11735049" y="1991849"/>
              <a:ext cx="6339840" cy="4248785"/>
            </a:xfrm>
            <a:custGeom>
              <a:avLst/>
              <a:gdLst/>
              <a:ahLst/>
              <a:cxnLst/>
              <a:rect l="l" t="t" r="r" b="b"/>
              <a:pathLst>
                <a:path w="6339840" h="4248785">
                  <a:moveTo>
                    <a:pt x="6339599" y="4248299"/>
                  </a:moveTo>
                  <a:lnTo>
                    <a:pt x="0" y="4248299"/>
                  </a:lnTo>
                  <a:lnTo>
                    <a:pt x="0" y="0"/>
                  </a:lnTo>
                  <a:lnTo>
                    <a:pt x="6339599" y="0"/>
                  </a:lnTo>
                  <a:lnTo>
                    <a:pt x="6339599" y="42482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735049" y="1991849"/>
              <a:ext cx="6339840" cy="4248785"/>
            </a:xfrm>
            <a:custGeom>
              <a:avLst/>
              <a:gdLst/>
              <a:ahLst/>
              <a:cxnLst/>
              <a:rect l="l" t="t" r="r" b="b"/>
              <a:pathLst>
                <a:path w="6339840" h="4248785">
                  <a:moveTo>
                    <a:pt x="0" y="0"/>
                  </a:moveTo>
                  <a:lnTo>
                    <a:pt x="6339599" y="0"/>
                  </a:lnTo>
                  <a:lnTo>
                    <a:pt x="6339599" y="4248299"/>
                  </a:lnTo>
                  <a:lnTo>
                    <a:pt x="0" y="424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916024" y="2145900"/>
            <a:ext cx="5986145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UNITED STATES DISTRICT COURT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SOUTHERN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DISTRICT</a:t>
            </a:r>
            <a:r>
              <a:rPr sz="2800" b="1" spc="-2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OF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MAINE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CASE</a:t>
            </a:r>
            <a:r>
              <a:rPr sz="2800" b="1" spc="-4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NUMBER:</a:t>
            </a:r>
            <a:r>
              <a:rPr sz="2800" b="1" spc="-4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22-48710BI-SME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R="217804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Busy Industries (Plaintiff)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vs.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State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of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Maine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(Defendant)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2400" y="2901650"/>
            <a:ext cx="4025265" cy="166243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209550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Who is the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plaintiff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in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case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22-48710BI-SME?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708499" y="6853428"/>
            <a:ext cx="897255" cy="164465"/>
            <a:chOff x="10708499" y="6853428"/>
            <a:chExt cx="897255" cy="164465"/>
          </a:xfrm>
        </p:grpSpPr>
        <p:sp>
          <p:nvSpPr>
            <p:cNvPr id="26" name="object 26"/>
            <p:cNvSpPr/>
            <p:nvPr/>
          </p:nvSpPr>
          <p:spPr>
            <a:xfrm>
              <a:off x="10727549" y="6924150"/>
              <a:ext cx="686435" cy="11430"/>
            </a:xfrm>
            <a:custGeom>
              <a:avLst/>
              <a:gdLst/>
              <a:ahLst/>
              <a:cxnLst/>
              <a:rect l="l" t="t" r="r" b="b"/>
              <a:pathLst>
                <a:path w="686434" h="11429">
                  <a:moveTo>
                    <a:pt x="0" y="0"/>
                  </a:moveTo>
                  <a:lnTo>
                    <a:pt x="685830" y="1125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93298" y="6853428"/>
              <a:ext cx="212010" cy="1639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12528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-60" dirty="0"/>
              <a:t>Example:</a:t>
            </a:r>
            <a:r>
              <a:rPr sz="5600" spc="-670" dirty="0"/>
              <a:t> </a:t>
            </a:r>
            <a:r>
              <a:rPr sz="5600" spc="-15" dirty="0"/>
              <a:t>Searching</a:t>
            </a:r>
            <a:r>
              <a:rPr sz="5600" spc="-670" dirty="0"/>
              <a:t> </a:t>
            </a:r>
            <a:r>
              <a:rPr sz="5600" spc="-10" dirty="0"/>
              <a:t>legal</a:t>
            </a:r>
            <a:r>
              <a:rPr sz="5600" spc="-670" dirty="0"/>
              <a:t> </a:t>
            </a:r>
            <a:r>
              <a:rPr sz="5600" spc="15" dirty="0"/>
              <a:t>documents</a:t>
            </a:r>
            <a:endParaRPr sz="5600"/>
          </a:p>
        </p:txBody>
      </p:sp>
      <p:sp>
        <p:nvSpPr>
          <p:cNvPr id="3" name="object 3"/>
          <p:cNvSpPr/>
          <p:nvPr/>
        </p:nvSpPr>
        <p:spPr>
          <a:xfrm>
            <a:off x="914649" y="6133350"/>
            <a:ext cx="6339840" cy="1231265"/>
          </a:xfrm>
          <a:custGeom>
            <a:avLst/>
            <a:gdLst/>
            <a:ahLst/>
            <a:cxnLst/>
            <a:rect l="l" t="t" r="r" b="b"/>
            <a:pathLst>
              <a:path w="6339840" h="1231265">
                <a:moveTo>
                  <a:pt x="0" y="0"/>
                </a:moveTo>
                <a:lnTo>
                  <a:pt x="6339599" y="0"/>
                </a:lnTo>
                <a:lnTo>
                  <a:pt x="6339599" y="1231199"/>
                </a:lnTo>
                <a:lnTo>
                  <a:pt x="0" y="1231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4649" y="6240150"/>
            <a:ext cx="6339840" cy="112458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80975" marR="177165">
              <a:lnSpc>
                <a:spcPct val="100000"/>
              </a:lnSpc>
              <a:spcBef>
                <a:spcPts val="47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Who is the plaintiff in case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22-48710BI-SME?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29119" y="3274119"/>
            <a:ext cx="21126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5" dirty="0">
                <a:latin typeface="Tahoma"/>
                <a:cs typeface="Tahoma"/>
              </a:rPr>
              <a:t>Completion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55899" y="4408949"/>
            <a:ext cx="3816985" cy="800735"/>
          </a:xfrm>
          <a:prstGeom prst="rect">
            <a:avLst/>
          </a:prstGeom>
          <a:solidFill>
            <a:srgbClr val="D9D1E9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Busy</a:t>
            </a:r>
            <a:r>
              <a:rPr sz="2800" b="1" spc="-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Industries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9887" y="1987087"/>
            <a:ext cx="6349365" cy="4258310"/>
            <a:chOff x="909887" y="1987087"/>
            <a:chExt cx="6349365" cy="4258310"/>
          </a:xfrm>
        </p:grpSpPr>
        <p:sp>
          <p:nvSpPr>
            <p:cNvPr id="8" name="object 8"/>
            <p:cNvSpPr/>
            <p:nvPr/>
          </p:nvSpPr>
          <p:spPr>
            <a:xfrm>
              <a:off x="914649" y="1991849"/>
              <a:ext cx="6339840" cy="4248785"/>
            </a:xfrm>
            <a:custGeom>
              <a:avLst/>
              <a:gdLst/>
              <a:ahLst/>
              <a:cxnLst/>
              <a:rect l="l" t="t" r="r" b="b"/>
              <a:pathLst>
                <a:path w="6339840" h="4248785">
                  <a:moveTo>
                    <a:pt x="6339599" y="4248299"/>
                  </a:moveTo>
                  <a:lnTo>
                    <a:pt x="0" y="4248299"/>
                  </a:lnTo>
                  <a:lnTo>
                    <a:pt x="0" y="0"/>
                  </a:lnTo>
                  <a:lnTo>
                    <a:pt x="6339599" y="0"/>
                  </a:lnTo>
                  <a:lnTo>
                    <a:pt x="6339599" y="42482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649" y="1991849"/>
              <a:ext cx="6339840" cy="4248785"/>
            </a:xfrm>
            <a:custGeom>
              <a:avLst/>
              <a:gdLst/>
              <a:ahLst/>
              <a:cxnLst/>
              <a:rect l="l" t="t" r="r" b="b"/>
              <a:pathLst>
                <a:path w="6339840" h="4248785">
                  <a:moveTo>
                    <a:pt x="0" y="0"/>
                  </a:moveTo>
                  <a:lnTo>
                    <a:pt x="6339599" y="0"/>
                  </a:lnTo>
                  <a:lnTo>
                    <a:pt x="6339599" y="4248299"/>
                  </a:lnTo>
                  <a:lnTo>
                    <a:pt x="0" y="424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95624" y="2145900"/>
            <a:ext cx="59861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UNITED STATES DISTRICT COURT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SOUTHERN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DISTRICT</a:t>
            </a:r>
            <a:r>
              <a:rPr sz="2800" b="1" spc="-2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OF</a:t>
            </a:r>
            <a:r>
              <a:rPr sz="2800" b="1" spc="-2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MAINE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5624" y="3426061"/>
            <a:ext cx="57734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CASE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NUMBER:</a:t>
            </a:r>
            <a:r>
              <a:rPr sz="2800" b="1" spc="-4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22-48710BI-SME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5624" y="4279500"/>
            <a:ext cx="577342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Busy Industries (Plaintiff)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vs.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State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of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Maine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(Defendant)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42280" y="3525176"/>
            <a:ext cx="2569845" cy="2569845"/>
            <a:chOff x="8742280" y="3525176"/>
            <a:chExt cx="2569845" cy="2569845"/>
          </a:xfrm>
        </p:grpSpPr>
        <p:sp>
          <p:nvSpPr>
            <p:cNvPr id="14" name="object 14"/>
            <p:cNvSpPr/>
            <p:nvPr/>
          </p:nvSpPr>
          <p:spPr>
            <a:xfrm>
              <a:off x="8747042" y="3529938"/>
              <a:ext cx="2560320" cy="2560320"/>
            </a:xfrm>
            <a:custGeom>
              <a:avLst/>
              <a:gdLst/>
              <a:ahLst/>
              <a:cxnLst/>
              <a:rect l="l" t="t" r="r" b="b"/>
              <a:pathLst>
                <a:path w="2560320" h="2560320">
                  <a:moveTo>
                    <a:pt x="1280099" y="2560199"/>
                  </a:moveTo>
                  <a:lnTo>
                    <a:pt x="1232109" y="2559317"/>
                  </a:lnTo>
                  <a:lnTo>
                    <a:pt x="1184564" y="2556688"/>
                  </a:lnTo>
                  <a:lnTo>
                    <a:pt x="1137496" y="2552346"/>
                  </a:lnTo>
                  <a:lnTo>
                    <a:pt x="1090936" y="2546320"/>
                  </a:lnTo>
                  <a:lnTo>
                    <a:pt x="1044914" y="2538642"/>
                  </a:lnTo>
                  <a:lnTo>
                    <a:pt x="999462" y="2529342"/>
                  </a:lnTo>
                  <a:lnTo>
                    <a:pt x="954610" y="2518451"/>
                  </a:lnTo>
                  <a:lnTo>
                    <a:pt x="910390" y="2506001"/>
                  </a:lnTo>
                  <a:lnTo>
                    <a:pt x="866832" y="2492023"/>
                  </a:lnTo>
                  <a:lnTo>
                    <a:pt x="823967" y="2476546"/>
                  </a:lnTo>
                  <a:lnTo>
                    <a:pt x="781827" y="2459603"/>
                  </a:lnTo>
                  <a:lnTo>
                    <a:pt x="740442" y="2441224"/>
                  </a:lnTo>
                  <a:lnTo>
                    <a:pt x="699843" y="2421440"/>
                  </a:lnTo>
                  <a:lnTo>
                    <a:pt x="660061" y="2400282"/>
                  </a:lnTo>
                  <a:lnTo>
                    <a:pt x="621127" y="2377781"/>
                  </a:lnTo>
                  <a:lnTo>
                    <a:pt x="583072" y="2353967"/>
                  </a:lnTo>
                  <a:lnTo>
                    <a:pt x="545927" y="2328873"/>
                  </a:lnTo>
                  <a:lnTo>
                    <a:pt x="509722" y="2302529"/>
                  </a:lnTo>
                  <a:lnTo>
                    <a:pt x="474490" y="2274965"/>
                  </a:lnTo>
                  <a:lnTo>
                    <a:pt x="440260" y="2246212"/>
                  </a:lnTo>
                  <a:lnTo>
                    <a:pt x="407064" y="2216303"/>
                  </a:lnTo>
                  <a:lnTo>
                    <a:pt x="374932" y="2185267"/>
                  </a:lnTo>
                  <a:lnTo>
                    <a:pt x="343896" y="2153135"/>
                  </a:lnTo>
                  <a:lnTo>
                    <a:pt x="313986" y="2119939"/>
                  </a:lnTo>
                  <a:lnTo>
                    <a:pt x="285234" y="2085709"/>
                  </a:lnTo>
                  <a:lnTo>
                    <a:pt x="257670" y="2050477"/>
                  </a:lnTo>
                  <a:lnTo>
                    <a:pt x="231326" y="2014272"/>
                  </a:lnTo>
                  <a:lnTo>
                    <a:pt x="206232" y="1977127"/>
                  </a:lnTo>
                  <a:lnTo>
                    <a:pt x="182418" y="1939072"/>
                  </a:lnTo>
                  <a:lnTo>
                    <a:pt x="159917" y="1900138"/>
                  </a:lnTo>
                  <a:lnTo>
                    <a:pt x="138759" y="1860356"/>
                  </a:lnTo>
                  <a:lnTo>
                    <a:pt x="118975" y="1819757"/>
                  </a:lnTo>
                  <a:lnTo>
                    <a:pt x="100596" y="1778372"/>
                  </a:lnTo>
                  <a:lnTo>
                    <a:pt x="83653" y="1736232"/>
                  </a:lnTo>
                  <a:lnTo>
                    <a:pt x="68176" y="1693367"/>
                  </a:lnTo>
                  <a:lnTo>
                    <a:pt x="54198" y="1649809"/>
                  </a:lnTo>
                  <a:lnTo>
                    <a:pt x="41748" y="1605589"/>
                  </a:lnTo>
                  <a:lnTo>
                    <a:pt x="30857" y="1560737"/>
                  </a:lnTo>
                  <a:lnTo>
                    <a:pt x="21557" y="1515285"/>
                  </a:lnTo>
                  <a:lnTo>
                    <a:pt x="13879" y="1469263"/>
                  </a:lnTo>
                  <a:lnTo>
                    <a:pt x="7853" y="1422703"/>
                  </a:lnTo>
                  <a:lnTo>
                    <a:pt x="3511" y="1375635"/>
                  </a:lnTo>
                  <a:lnTo>
                    <a:pt x="882" y="1328090"/>
                  </a:lnTo>
                  <a:lnTo>
                    <a:pt x="0" y="1280099"/>
                  </a:lnTo>
                  <a:lnTo>
                    <a:pt x="882" y="1232109"/>
                  </a:lnTo>
                  <a:lnTo>
                    <a:pt x="3511" y="1184564"/>
                  </a:lnTo>
                  <a:lnTo>
                    <a:pt x="7853" y="1137496"/>
                  </a:lnTo>
                  <a:lnTo>
                    <a:pt x="13879" y="1090936"/>
                  </a:lnTo>
                  <a:lnTo>
                    <a:pt x="21557" y="1044914"/>
                  </a:lnTo>
                  <a:lnTo>
                    <a:pt x="30857" y="999462"/>
                  </a:lnTo>
                  <a:lnTo>
                    <a:pt x="41748" y="954610"/>
                  </a:lnTo>
                  <a:lnTo>
                    <a:pt x="54198" y="910390"/>
                  </a:lnTo>
                  <a:lnTo>
                    <a:pt x="68176" y="866832"/>
                  </a:lnTo>
                  <a:lnTo>
                    <a:pt x="83653" y="823967"/>
                  </a:lnTo>
                  <a:lnTo>
                    <a:pt x="100596" y="781827"/>
                  </a:lnTo>
                  <a:lnTo>
                    <a:pt x="118975" y="740442"/>
                  </a:lnTo>
                  <a:lnTo>
                    <a:pt x="138759" y="699843"/>
                  </a:lnTo>
                  <a:lnTo>
                    <a:pt x="159917" y="660061"/>
                  </a:lnTo>
                  <a:lnTo>
                    <a:pt x="182418" y="621127"/>
                  </a:lnTo>
                  <a:lnTo>
                    <a:pt x="206232" y="583072"/>
                  </a:lnTo>
                  <a:lnTo>
                    <a:pt x="231326" y="545927"/>
                  </a:lnTo>
                  <a:lnTo>
                    <a:pt x="257670" y="509722"/>
                  </a:lnTo>
                  <a:lnTo>
                    <a:pt x="285234" y="474490"/>
                  </a:lnTo>
                  <a:lnTo>
                    <a:pt x="313986" y="440260"/>
                  </a:lnTo>
                  <a:lnTo>
                    <a:pt x="343896" y="407064"/>
                  </a:lnTo>
                  <a:lnTo>
                    <a:pt x="374932" y="374932"/>
                  </a:lnTo>
                  <a:lnTo>
                    <a:pt x="407064" y="343896"/>
                  </a:lnTo>
                  <a:lnTo>
                    <a:pt x="440260" y="313986"/>
                  </a:lnTo>
                  <a:lnTo>
                    <a:pt x="474490" y="285234"/>
                  </a:lnTo>
                  <a:lnTo>
                    <a:pt x="509722" y="257670"/>
                  </a:lnTo>
                  <a:lnTo>
                    <a:pt x="545927" y="231326"/>
                  </a:lnTo>
                  <a:lnTo>
                    <a:pt x="583072" y="206232"/>
                  </a:lnTo>
                  <a:lnTo>
                    <a:pt x="621127" y="182418"/>
                  </a:lnTo>
                  <a:lnTo>
                    <a:pt x="660061" y="159917"/>
                  </a:lnTo>
                  <a:lnTo>
                    <a:pt x="699843" y="138759"/>
                  </a:lnTo>
                  <a:lnTo>
                    <a:pt x="740442" y="118975"/>
                  </a:lnTo>
                  <a:lnTo>
                    <a:pt x="781827" y="100596"/>
                  </a:lnTo>
                  <a:lnTo>
                    <a:pt x="823967" y="83653"/>
                  </a:lnTo>
                  <a:lnTo>
                    <a:pt x="866832" y="68176"/>
                  </a:lnTo>
                  <a:lnTo>
                    <a:pt x="910390" y="54198"/>
                  </a:lnTo>
                  <a:lnTo>
                    <a:pt x="954610" y="41748"/>
                  </a:lnTo>
                  <a:lnTo>
                    <a:pt x="999462" y="30857"/>
                  </a:lnTo>
                  <a:lnTo>
                    <a:pt x="1044914" y="21557"/>
                  </a:lnTo>
                  <a:lnTo>
                    <a:pt x="1090936" y="13879"/>
                  </a:lnTo>
                  <a:lnTo>
                    <a:pt x="1137496" y="7853"/>
                  </a:lnTo>
                  <a:lnTo>
                    <a:pt x="1184564" y="3511"/>
                  </a:lnTo>
                  <a:lnTo>
                    <a:pt x="1232109" y="882"/>
                  </a:lnTo>
                  <a:lnTo>
                    <a:pt x="1280099" y="0"/>
                  </a:lnTo>
                  <a:lnTo>
                    <a:pt x="1330912" y="1007"/>
                  </a:lnTo>
                  <a:lnTo>
                    <a:pt x="1381462" y="4016"/>
                  </a:lnTo>
                  <a:lnTo>
                    <a:pt x="1431696" y="9003"/>
                  </a:lnTo>
                  <a:lnTo>
                    <a:pt x="1481560" y="15946"/>
                  </a:lnTo>
                  <a:lnTo>
                    <a:pt x="1531001" y="24823"/>
                  </a:lnTo>
                  <a:lnTo>
                    <a:pt x="1579965" y="35613"/>
                  </a:lnTo>
                  <a:lnTo>
                    <a:pt x="1628397" y="48291"/>
                  </a:lnTo>
                  <a:lnTo>
                    <a:pt x="1676245" y="62837"/>
                  </a:lnTo>
                  <a:lnTo>
                    <a:pt x="1723455" y="79228"/>
                  </a:lnTo>
                  <a:lnTo>
                    <a:pt x="1769973" y="97441"/>
                  </a:lnTo>
                  <a:lnTo>
                    <a:pt x="1815745" y="117455"/>
                  </a:lnTo>
                  <a:lnTo>
                    <a:pt x="1860717" y="139247"/>
                  </a:lnTo>
                  <a:lnTo>
                    <a:pt x="1904836" y="162796"/>
                  </a:lnTo>
                  <a:lnTo>
                    <a:pt x="1948048" y="188078"/>
                  </a:lnTo>
                  <a:lnTo>
                    <a:pt x="1990300" y="215071"/>
                  </a:lnTo>
                  <a:lnTo>
                    <a:pt x="2031537" y="243754"/>
                  </a:lnTo>
                  <a:lnTo>
                    <a:pt x="2071706" y="274103"/>
                  </a:lnTo>
                  <a:lnTo>
                    <a:pt x="2110753" y="306098"/>
                  </a:lnTo>
                  <a:lnTo>
                    <a:pt x="2148625" y="339715"/>
                  </a:lnTo>
                  <a:lnTo>
                    <a:pt x="2185268" y="374932"/>
                  </a:lnTo>
                  <a:lnTo>
                    <a:pt x="2220485" y="411574"/>
                  </a:lnTo>
                  <a:lnTo>
                    <a:pt x="2254101" y="449446"/>
                  </a:lnTo>
                  <a:lnTo>
                    <a:pt x="2286096" y="488493"/>
                  </a:lnTo>
                  <a:lnTo>
                    <a:pt x="2316445" y="528662"/>
                  </a:lnTo>
                  <a:lnTo>
                    <a:pt x="2345128" y="569899"/>
                  </a:lnTo>
                  <a:lnTo>
                    <a:pt x="2372121" y="612150"/>
                  </a:lnTo>
                  <a:lnTo>
                    <a:pt x="2397403" y="655363"/>
                  </a:lnTo>
                  <a:lnTo>
                    <a:pt x="2420952" y="699482"/>
                  </a:lnTo>
                  <a:lnTo>
                    <a:pt x="2442744" y="744454"/>
                  </a:lnTo>
                  <a:lnTo>
                    <a:pt x="2462758" y="790226"/>
                  </a:lnTo>
                  <a:lnTo>
                    <a:pt x="2480971" y="836744"/>
                  </a:lnTo>
                  <a:lnTo>
                    <a:pt x="2497362" y="883954"/>
                  </a:lnTo>
                  <a:lnTo>
                    <a:pt x="2511908" y="931802"/>
                  </a:lnTo>
                  <a:lnTo>
                    <a:pt x="2524586" y="980234"/>
                  </a:lnTo>
                  <a:lnTo>
                    <a:pt x="2535375" y="1029198"/>
                  </a:lnTo>
                  <a:lnTo>
                    <a:pt x="2544253" y="1078639"/>
                  </a:lnTo>
                  <a:lnTo>
                    <a:pt x="2551196" y="1128503"/>
                  </a:lnTo>
                  <a:lnTo>
                    <a:pt x="2556183" y="1178737"/>
                  </a:lnTo>
                  <a:lnTo>
                    <a:pt x="2559192" y="1229287"/>
                  </a:lnTo>
                  <a:lnTo>
                    <a:pt x="2560199" y="1280099"/>
                  </a:lnTo>
                  <a:lnTo>
                    <a:pt x="2559317" y="1328090"/>
                  </a:lnTo>
                  <a:lnTo>
                    <a:pt x="2556688" y="1375635"/>
                  </a:lnTo>
                  <a:lnTo>
                    <a:pt x="2552346" y="1422703"/>
                  </a:lnTo>
                  <a:lnTo>
                    <a:pt x="2546320" y="1469263"/>
                  </a:lnTo>
                  <a:lnTo>
                    <a:pt x="2538642" y="1515285"/>
                  </a:lnTo>
                  <a:lnTo>
                    <a:pt x="2529342" y="1560737"/>
                  </a:lnTo>
                  <a:lnTo>
                    <a:pt x="2518451" y="1605589"/>
                  </a:lnTo>
                  <a:lnTo>
                    <a:pt x="2506001" y="1649809"/>
                  </a:lnTo>
                  <a:lnTo>
                    <a:pt x="2492023" y="1693367"/>
                  </a:lnTo>
                  <a:lnTo>
                    <a:pt x="2476546" y="1736232"/>
                  </a:lnTo>
                  <a:lnTo>
                    <a:pt x="2459603" y="1778372"/>
                  </a:lnTo>
                  <a:lnTo>
                    <a:pt x="2441224" y="1819757"/>
                  </a:lnTo>
                  <a:lnTo>
                    <a:pt x="2421440" y="1860356"/>
                  </a:lnTo>
                  <a:lnTo>
                    <a:pt x="2400282" y="1900138"/>
                  </a:lnTo>
                  <a:lnTo>
                    <a:pt x="2377781" y="1939072"/>
                  </a:lnTo>
                  <a:lnTo>
                    <a:pt x="2353967" y="1977127"/>
                  </a:lnTo>
                  <a:lnTo>
                    <a:pt x="2328873" y="2014272"/>
                  </a:lnTo>
                  <a:lnTo>
                    <a:pt x="2302529" y="2050477"/>
                  </a:lnTo>
                  <a:lnTo>
                    <a:pt x="2274965" y="2085709"/>
                  </a:lnTo>
                  <a:lnTo>
                    <a:pt x="2246212" y="2119939"/>
                  </a:lnTo>
                  <a:lnTo>
                    <a:pt x="2216303" y="2153135"/>
                  </a:lnTo>
                  <a:lnTo>
                    <a:pt x="2185267" y="2185267"/>
                  </a:lnTo>
                  <a:lnTo>
                    <a:pt x="2153135" y="2216303"/>
                  </a:lnTo>
                  <a:lnTo>
                    <a:pt x="2119939" y="2246212"/>
                  </a:lnTo>
                  <a:lnTo>
                    <a:pt x="2085709" y="2274965"/>
                  </a:lnTo>
                  <a:lnTo>
                    <a:pt x="2050477" y="2302529"/>
                  </a:lnTo>
                  <a:lnTo>
                    <a:pt x="2014272" y="2328873"/>
                  </a:lnTo>
                  <a:lnTo>
                    <a:pt x="1977127" y="2353967"/>
                  </a:lnTo>
                  <a:lnTo>
                    <a:pt x="1939072" y="2377781"/>
                  </a:lnTo>
                  <a:lnTo>
                    <a:pt x="1900138" y="2400282"/>
                  </a:lnTo>
                  <a:lnTo>
                    <a:pt x="1860356" y="2421440"/>
                  </a:lnTo>
                  <a:lnTo>
                    <a:pt x="1819757" y="2441224"/>
                  </a:lnTo>
                  <a:lnTo>
                    <a:pt x="1778372" y="2459603"/>
                  </a:lnTo>
                  <a:lnTo>
                    <a:pt x="1736232" y="2476546"/>
                  </a:lnTo>
                  <a:lnTo>
                    <a:pt x="1693367" y="2492023"/>
                  </a:lnTo>
                  <a:lnTo>
                    <a:pt x="1649809" y="2506001"/>
                  </a:lnTo>
                  <a:lnTo>
                    <a:pt x="1605589" y="2518451"/>
                  </a:lnTo>
                  <a:lnTo>
                    <a:pt x="1560737" y="2529342"/>
                  </a:lnTo>
                  <a:lnTo>
                    <a:pt x="1515285" y="2538642"/>
                  </a:lnTo>
                  <a:lnTo>
                    <a:pt x="1469263" y="2546320"/>
                  </a:lnTo>
                  <a:lnTo>
                    <a:pt x="1422703" y="2552346"/>
                  </a:lnTo>
                  <a:lnTo>
                    <a:pt x="1375635" y="2556688"/>
                  </a:lnTo>
                  <a:lnTo>
                    <a:pt x="1328090" y="2559317"/>
                  </a:lnTo>
                  <a:lnTo>
                    <a:pt x="1280099" y="2560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47042" y="3529938"/>
              <a:ext cx="2560320" cy="2560320"/>
            </a:xfrm>
            <a:custGeom>
              <a:avLst/>
              <a:gdLst/>
              <a:ahLst/>
              <a:cxnLst/>
              <a:rect l="l" t="t" r="r" b="b"/>
              <a:pathLst>
                <a:path w="2560320" h="2560320">
                  <a:moveTo>
                    <a:pt x="0" y="1280099"/>
                  </a:moveTo>
                  <a:lnTo>
                    <a:pt x="882" y="1232109"/>
                  </a:lnTo>
                  <a:lnTo>
                    <a:pt x="3511" y="1184564"/>
                  </a:lnTo>
                  <a:lnTo>
                    <a:pt x="7853" y="1137496"/>
                  </a:lnTo>
                  <a:lnTo>
                    <a:pt x="13879" y="1090936"/>
                  </a:lnTo>
                  <a:lnTo>
                    <a:pt x="21557" y="1044914"/>
                  </a:lnTo>
                  <a:lnTo>
                    <a:pt x="30857" y="999462"/>
                  </a:lnTo>
                  <a:lnTo>
                    <a:pt x="41748" y="954610"/>
                  </a:lnTo>
                  <a:lnTo>
                    <a:pt x="54198" y="910390"/>
                  </a:lnTo>
                  <a:lnTo>
                    <a:pt x="68176" y="866832"/>
                  </a:lnTo>
                  <a:lnTo>
                    <a:pt x="83653" y="823967"/>
                  </a:lnTo>
                  <a:lnTo>
                    <a:pt x="100596" y="781827"/>
                  </a:lnTo>
                  <a:lnTo>
                    <a:pt x="118975" y="740442"/>
                  </a:lnTo>
                  <a:lnTo>
                    <a:pt x="138759" y="699843"/>
                  </a:lnTo>
                  <a:lnTo>
                    <a:pt x="159917" y="660061"/>
                  </a:lnTo>
                  <a:lnTo>
                    <a:pt x="182418" y="621127"/>
                  </a:lnTo>
                  <a:lnTo>
                    <a:pt x="206232" y="583072"/>
                  </a:lnTo>
                  <a:lnTo>
                    <a:pt x="231326" y="545927"/>
                  </a:lnTo>
                  <a:lnTo>
                    <a:pt x="257670" y="509722"/>
                  </a:lnTo>
                  <a:lnTo>
                    <a:pt x="285234" y="474490"/>
                  </a:lnTo>
                  <a:lnTo>
                    <a:pt x="313986" y="440260"/>
                  </a:lnTo>
                  <a:lnTo>
                    <a:pt x="343896" y="407064"/>
                  </a:lnTo>
                  <a:lnTo>
                    <a:pt x="374932" y="374932"/>
                  </a:lnTo>
                  <a:lnTo>
                    <a:pt x="407064" y="343896"/>
                  </a:lnTo>
                  <a:lnTo>
                    <a:pt x="440260" y="313986"/>
                  </a:lnTo>
                  <a:lnTo>
                    <a:pt x="474490" y="285234"/>
                  </a:lnTo>
                  <a:lnTo>
                    <a:pt x="509722" y="257670"/>
                  </a:lnTo>
                  <a:lnTo>
                    <a:pt x="545927" y="231326"/>
                  </a:lnTo>
                  <a:lnTo>
                    <a:pt x="583072" y="206232"/>
                  </a:lnTo>
                  <a:lnTo>
                    <a:pt x="621127" y="182418"/>
                  </a:lnTo>
                  <a:lnTo>
                    <a:pt x="660061" y="159917"/>
                  </a:lnTo>
                  <a:lnTo>
                    <a:pt x="699843" y="138759"/>
                  </a:lnTo>
                  <a:lnTo>
                    <a:pt x="740442" y="118975"/>
                  </a:lnTo>
                  <a:lnTo>
                    <a:pt x="781827" y="100596"/>
                  </a:lnTo>
                  <a:lnTo>
                    <a:pt x="823967" y="83653"/>
                  </a:lnTo>
                  <a:lnTo>
                    <a:pt x="866832" y="68176"/>
                  </a:lnTo>
                  <a:lnTo>
                    <a:pt x="910390" y="54198"/>
                  </a:lnTo>
                  <a:lnTo>
                    <a:pt x="954610" y="41748"/>
                  </a:lnTo>
                  <a:lnTo>
                    <a:pt x="999462" y="30857"/>
                  </a:lnTo>
                  <a:lnTo>
                    <a:pt x="1044914" y="21557"/>
                  </a:lnTo>
                  <a:lnTo>
                    <a:pt x="1090936" y="13879"/>
                  </a:lnTo>
                  <a:lnTo>
                    <a:pt x="1137496" y="7853"/>
                  </a:lnTo>
                  <a:lnTo>
                    <a:pt x="1184564" y="3511"/>
                  </a:lnTo>
                  <a:lnTo>
                    <a:pt x="1232109" y="882"/>
                  </a:lnTo>
                  <a:lnTo>
                    <a:pt x="1280099" y="0"/>
                  </a:lnTo>
                  <a:lnTo>
                    <a:pt x="1330912" y="1007"/>
                  </a:lnTo>
                  <a:lnTo>
                    <a:pt x="1381462" y="4016"/>
                  </a:lnTo>
                  <a:lnTo>
                    <a:pt x="1431696" y="9003"/>
                  </a:lnTo>
                  <a:lnTo>
                    <a:pt x="1481560" y="15946"/>
                  </a:lnTo>
                  <a:lnTo>
                    <a:pt x="1531001" y="24823"/>
                  </a:lnTo>
                  <a:lnTo>
                    <a:pt x="1579965" y="35613"/>
                  </a:lnTo>
                  <a:lnTo>
                    <a:pt x="1628397" y="48291"/>
                  </a:lnTo>
                  <a:lnTo>
                    <a:pt x="1676245" y="62837"/>
                  </a:lnTo>
                  <a:lnTo>
                    <a:pt x="1723455" y="79228"/>
                  </a:lnTo>
                  <a:lnTo>
                    <a:pt x="1769973" y="97441"/>
                  </a:lnTo>
                  <a:lnTo>
                    <a:pt x="1815745" y="117455"/>
                  </a:lnTo>
                  <a:lnTo>
                    <a:pt x="1860717" y="139247"/>
                  </a:lnTo>
                  <a:lnTo>
                    <a:pt x="1904836" y="162796"/>
                  </a:lnTo>
                  <a:lnTo>
                    <a:pt x="1948048" y="188078"/>
                  </a:lnTo>
                  <a:lnTo>
                    <a:pt x="1990300" y="215071"/>
                  </a:lnTo>
                  <a:lnTo>
                    <a:pt x="2031537" y="243754"/>
                  </a:lnTo>
                  <a:lnTo>
                    <a:pt x="2071706" y="274103"/>
                  </a:lnTo>
                  <a:lnTo>
                    <a:pt x="2110753" y="306098"/>
                  </a:lnTo>
                  <a:lnTo>
                    <a:pt x="2148625" y="339715"/>
                  </a:lnTo>
                  <a:lnTo>
                    <a:pt x="2185267" y="374932"/>
                  </a:lnTo>
                  <a:lnTo>
                    <a:pt x="2220485" y="411574"/>
                  </a:lnTo>
                  <a:lnTo>
                    <a:pt x="2254101" y="449446"/>
                  </a:lnTo>
                  <a:lnTo>
                    <a:pt x="2286096" y="488493"/>
                  </a:lnTo>
                  <a:lnTo>
                    <a:pt x="2316445" y="528662"/>
                  </a:lnTo>
                  <a:lnTo>
                    <a:pt x="2345128" y="569899"/>
                  </a:lnTo>
                  <a:lnTo>
                    <a:pt x="2372121" y="612151"/>
                  </a:lnTo>
                  <a:lnTo>
                    <a:pt x="2397403" y="655363"/>
                  </a:lnTo>
                  <a:lnTo>
                    <a:pt x="2420952" y="699482"/>
                  </a:lnTo>
                  <a:lnTo>
                    <a:pt x="2442744" y="744454"/>
                  </a:lnTo>
                  <a:lnTo>
                    <a:pt x="2462758" y="790226"/>
                  </a:lnTo>
                  <a:lnTo>
                    <a:pt x="2480971" y="836744"/>
                  </a:lnTo>
                  <a:lnTo>
                    <a:pt x="2497362" y="883954"/>
                  </a:lnTo>
                  <a:lnTo>
                    <a:pt x="2511908" y="931802"/>
                  </a:lnTo>
                  <a:lnTo>
                    <a:pt x="2524586" y="980234"/>
                  </a:lnTo>
                  <a:lnTo>
                    <a:pt x="2535375" y="1029198"/>
                  </a:lnTo>
                  <a:lnTo>
                    <a:pt x="2544253" y="1078639"/>
                  </a:lnTo>
                  <a:lnTo>
                    <a:pt x="2551196" y="1128503"/>
                  </a:lnTo>
                  <a:lnTo>
                    <a:pt x="2556183" y="1178737"/>
                  </a:lnTo>
                  <a:lnTo>
                    <a:pt x="2559192" y="1229287"/>
                  </a:lnTo>
                  <a:lnTo>
                    <a:pt x="2560199" y="1280099"/>
                  </a:lnTo>
                  <a:lnTo>
                    <a:pt x="2559317" y="1328090"/>
                  </a:lnTo>
                  <a:lnTo>
                    <a:pt x="2556688" y="1375635"/>
                  </a:lnTo>
                  <a:lnTo>
                    <a:pt x="2552346" y="1422703"/>
                  </a:lnTo>
                  <a:lnTo>
                    <a:pt x="2546320" y="1469263"/>
                  </a:lnTo>
                  <a:lnTo>
                    <a:pt x="2538642" y="1515285"/>
                  </a:lnTo>
                  <a:lnTo>
                    <a:pt x="2529342" y="1560737"/>
                  </a:lnTo>
                  <a:lnTo>
                    <a:pt x="2518451" y="1605589"/>
                  </a:lnTo>
                  <a:lnTo>
                    <a:pt x="2506001" y="1649809"/>
                  </a:lnTo>
                  <a:lnTo>
                    <a:pt x="2492023" y="1693367"/>
                  </a:lnTo>
                  <a:lnTo>
                    <a:pt x="2476546" y="1736232"/>
                  </a:lnTo>
                  <a:lnTo>
                    <a:pt x="2459603" y="1778372"/>
                  </a:lnTo>
                  <a:lnTo>
                    <a:pt x="2441224" y="1819757"/>
                  </a:lnTo>
                  <a:lnTo>
                    <a:pt x="2421440" y="1860356"/>
                  </a:lnTo>
                  <a:lnTo>
                    <a:pt x="2400282" y="1900138"/>
                  </a:lnTo>
                  <a:lnTo>
                    <a:pt x="2377781" y="1939072"/>
                  </a:lnTo>
                  <a:lnTo>
                    <a:pt x="2353967" y="1977127"/>
                  </a:lnTo>
                  <a:lnTo>
                    <a:pt x="2328873" y="2014272"/>
                  </a:lnTo>
                  <a:lnTo>
                    <a:pt x="2302529" y="2050477"/>
                  </a:lnTo>
                  <a:lnTo>
                    <a:pt x="2274965" y="2085709"/>
                  </a:lnTo>
                  <a:lnTo>
                    <a:pt x="2246212" y="2119939"/>
                  </a:lnTo>
                  <a:lnTo>
                    <a:pt x="2216303" y="2153135"/>
                  </a:lnTo>
                  <a:lnTo>
                    <a:pt x="2185267" y="2185267"/>
                  </a:lnTo>
                  <a:lnTo>
                    <a:pt x="2153135" y="2216303"/>
                  </a:lnTo>
                  <a:lnTo>
                    <a:pt x="2119939" y="2246212"/>
                  </a:lnTo>
                  <a:lnTo>
                    <a:pt x="2085709" y="2274965"/>
                  </a:lnTo>
                  <a:lnTo>
                    <a:pt x="2050477" y="2302529"/>
                  </a:lnTo>
                  <a:lnTo>
                    <a:pt x="2014272" y="2328873"/>
                  </a:lnTo>
                  <a:lnTo>
                    <a:pt x="1977127" y="2353967"/>
                  </a:lnTo>
                  <a:lnTo>
                    <a:pt x="1939072" y="2377781"/>
                  </a:lnTo>
                  <a:lnTo>
                    <a:pt x="1900138" y="2400282"/>
                  </a:lnTo>
                  <a:lnTo>
                    <a:pt x="1860356" y="2421440"/>
                  </a:lnTo>
                  <a:lnTo>
                    <a:pt x="1819757" y="2441224"/>
                  </a:lnTo>
                  <a:lnTo>
                    <a:pt x="1778372" y="2459603"/>
                  </a:lnTo>
                  <a:lnTo>
                    <a:pt x="1736232" y="2476546"/>
                  </a:lnTo>
                  <a:lnTo>
                    <a:pt x="1693367" y="2492023"/>
                  </a:lnTo>
                  <a:lnTo>
                    <a:pt x="1649809" y="2506001"/>
                  </a:lnTo>
                  <a:lnTo>
                    <a:pt x="1605589" y="2518451"/>
                  </a:lnTo>
                  <a:lnTo>
                    <a:pt x="1560737" y="2529342"/>
                  </a:lnTo>
                  <a:lnTo>
                    <a:pt x="1515285" y="2538642"/>
                  </a:lnTo>
                  <a:lnTo>
                    <a:pt x="1469263" y="2546320"/>
                  </a:lnTo>
                  <a:lnTo>
                    <a:pt x="1422703" y="2552346"/>
                  </a:lnTo>
                  <a:lnTo>
                    <a:pt x="1375635" y="2556688"/>
                  </a:lnTo>
                  <a:lnTo>
                    <a:pt x="1328090" y="2559317"/>
                  </a:lnTo>
                  <a:lnTo>
                    <a:pt x="1280099" y="2560199"/>
                  </a:lnTo>
                  <a:lnTo>
                    <a:pt x="1232109" y="2559317"/>
                  </a:lnTo>
                  <a:lnTo>
                    <a:pt x="1184564" y="2556688"/>
                  </a:lnTo>
                  <a:lnTo>
                    <a:pt x="1137496" y="2552346"/>
                  </a:lnTo>
                  <a:lnTo>
                    <a:pt x="1090936" y="2546320"/>
                  </a:lnTo>
                  <a:lnTo>
                    <a:pt x="1044914" y="2538642"/>
                  </a:lnTo>
                  <a:lnTo>
                    <a:pt x="999462" y="2529342"/>
                  </a:lnTo>
                  <a:lnTo>
                    <a:pt x="954610" y="2518451"/>
                  </a:lnTo>
                  <a:lnTo>
                    <a:pt x="910390" y="2506001"/>
                  </a:lnTo>
                  <a:lnTo>
                    <a:pt x="866832" y="2492023"/>
                  </a:lnTo>
                  <a:lnTo>
                    <a:pt x="823967" y="2476546"/>
                  </a:lnTo>
                  <a:lnTo>
                    <a:pt x="781827" y="2459603"/>
                  </a:lnTo>
                  <a:lnTo>
                    <a:pt x="740442" y="2441224"/>
                  </a:lnTo>
                  <a:lnTo>
                    <a:pt x="699843" y="2421440"/>
                  </a:lnTo>
                  <a:lnTo>
                    <a:pt x="660061" y="2400282"/>
                  </a:lnTo>
                  <a:lnTo>
                    <a:pt x="621127" y="2377781"/>
                  </a:lnTo>
                  <a:lnTo>
                    <a:pt x="583072" y="2353967"/>
                  </a:lnTo>
                  <a:lnTo>
                    <a:pt x="545927" y="2328873"/>
                  </a:lnTo>
                  <a:lnTo>
                    <a:pt x="509722" y="2302529"/>
                  </a:lnTo>
                  <a:lnTo>
                    <a:pt x="474490" y="2274965"/>
                  </a:lnTo>
                  <a:lnTo>
                    <a:pt x="440260" y="2246212"/>
                  </a:lnTo>
                  <a:lnTo>
                    <a:pt x="407064" y="2216303"/>
                  </a:lnTo>
                  <a:lnTo>
                    <a:pt x="374932" y="2185267"/>
                  </a:lnTo>
                  <a:lnTo>
                    <a:pt x="343896" y="2153135"/>
                  </a:lnTo>
                  <a:lnTo>
                    <a:pt x="313986" y="2119939"/>
                  </a:lnTo>
                  <a:lnTo>
                    <a:pt x="285234" y="2085709"/>
                  </a:lnTo>
                  <a:lnTo>
                    <a:pt x="257670" y="2050477"/>
                  </a:lnTo>
                  <a:lnTo>
                    <a:pt x="231326" y="2014272"/>
                  </a:lnTo>
                  <a:lnTo>
                    <a:pt x="206232" y="1977127"/>
                  </a:lnTo>
                  <a:lnTo>
                    <a:pt x="182418" y="1939072"/>
                  </a:lnTo>
                  <a:lnTo>
                    <a:pt x="159917" y="1900138"/>
                  </a:lnTo>
                  <a:lnTo>
                    <a:pt x="138759" y="1860356"/>
                  </a:lnTo>
                  <a:lnTo>
                    <a:pt x="118975" y="1819757"/>
                  </a:lnTo>
                  <a:lnTo>
                    <a:pt x="100596" y="1778372"/>
                  </a:lnTo>
                  <a:lnTo>
                    <a:pt x="83653" y="1736232"/>
                  </a:lnTo>
                  <a:lnTo>
                    <a:pt x="68176" y="1693367"/>
                  </a:lnTo>
                  <a:lnTo>
                    <a:pt x="54198" y="1649809"/>
                  </a:lnTo>
                  <a:lnTo>
                    <a:pt x="41748" y="1605589"/>
                  </a:lnTo>
                  <a:lnTo>
                    <a:pt x="30857" y="1560737"/>
                  </a:lnTo>
                  <a:lnTo>
                    <a:pt x="21557" y="1515285"/>
                  </a:lnTo>
                  <a:lnTo>
                    <a:pt x="13879" y="1469263"/>
                  </a:lnTo>
                  <a:lnTo>
                    <a:pt x="7853" y="1422703"/>
                  </a:lnTo>
                  <a:lnTo>
                    <a:pt x="3511" y="1375635"/>
                  </a:lnTo>
                  <a:lnTo>
                    <a:pt x="882" y="1328090"/>
                  </a:lnTo>
                  <a:lnTo>
                    <a:pt x="0" y="12800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56432" y="4502825"/>
            <a:ext cx="91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15" dirty="0">
                <a:latin typeface="Tahoma"/>
                <a:cs typeface="Tahoma"/>
              </a:rPr>
              <a:t>LLM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87593" y="4727711"/>
            <a:ext cx="1170940" cy="164465"/>
            <a:chOff x="7387593" y="4727711"/>
            <a:chExt cx="1170940" cy="164465"/>
          </a:xfrm>
        </p:grpSpPr>
        <p:sp>
          <p:nvSpPr>
            <p:cNvPr id="18" name="object 18"/>
            <p:cNvSpPr/>
            <p:nvPr/>
          </p:nvSpPr>
          <p:spPr>
            <a:xfrm>
              <a:off x="7406643" y="4808238"/>
              <a:ext cx="959485" cy="1905"/>
            </a:xfrm>
            <a:custGeom>
              <a:avLst/>
              <a:gdLst/>
              <a:ahLst/>
              <a:cxnLst/>
              <a:rect l="l" t="t" r="r" b="b"/>
              <a:pathLst>
                <a:path w="959484" h="1904">
                  <a:moveTo>
                    <a:pt x="0" y="0"/>
                  </a:moveTo>
                  <a:lnTo>
                    <a:pt x="959399" y="1453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6897" y="4727711"/>
              <a:ext cx="211096" cy="163962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1502393" y="4727711"/>
            <a:ext cx="1170940" cy="164465"/>
            <a:chOff x="11502393" y="4727711"/>
            <a:chExt cx="1170940" cy="164465"/>
          </a:xfrm>
        </p:grpSpPr>
        <p:sp>
          <p:nvSpPr>
            <p:cNvPr id="21" name="object 21"/>
            <p:cNvSpPr/>
            <p:nvPr/>
          </p:nvSpPr>
          <p:spPr>
            <a:xfrm>
              <a:off x="11521443" y="4808238"/>
              <a:ext cx="959485" cy="1905"/>
            </a:xfrm>
            <a:custGeom>
              <a:avLst/>
              <a:gdLst/>
              <a:ahLst/>
              <a:cxnLst/>
              <a:rect l="l" t="t" r="r" b="b"/>
              <a:pathLst>
                <a:path w="959484" h="1904">
                  <a:moveTo>
                    <a:pt x="0" y="0"/>
                  </a:moveTo>
                  <a:lnTo>
                    <a:pt x="959399" y="1453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61697" y="4727711"/>
              <a:ext cx="211096" cy="1639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479740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275" dirty="0"/>
              <a:t>RAG</a:t>
            </a:r>
            <a:r>
              <a:rPr sz="5600" spc="-670" dirty="0"/>
              <a:t> </a:t>
            </a:r>
            <a:r>
              <a:rPr sz="5600" spc="25" dirty="0"/>
              <a:t>integrates</a:t>
            </a:r>
            <a:r>
              <a:rPr sz="5600" spc="-670" dirty="0"/>
              <a:t> </a:t>
            </a:r>
            <a:r>
              <a:rPr sz="5600" spc="120" dirty="0"/>
              <a:t>with</a:t>
            </a:r>
            <a:r>
              <a:rPr sz="5600" spc="-670" dirty="0"/>
              <a:t> </a:t>
            </a:r>
            <a:r>
              <a:rPr sz="5600" spc="-60" dirty="0"/>
              <a:t>many</a:t>
            </a:r>
            <a:r>
              <a:rPr sz="5600" spc="-670" dirty="0"/>
              <a:t> </a:t>
            </a:r>
            <a:r>
              <a:rPr sz="5600" spc="40" dirty="0"/>
              <a:t>types</a:t>
            </a:r>
            <a:r>
              <a:rPr sz="5600" spc="-670" dirty="0"/>
              <a:t> </a:t>
            </a:r>
            <a:r>
              <a:rPr sz="5600" spc="85" dirty="0"/>
              <a:t>of</a:t>
            </a:r>
            <a:r>
              <a:rPr sz="5600" spc="-670" dirty="0"/>
              <a:t> </a:t>
            </a:r>
            <a:r>
              <a:rPr sz="5600" spc="10" dirty="0"/>
              <a:t>data</a:t>
            </a:r>
            <a:r>
              <a:rPr sz="5600" spc="-670" dirty="0"/>
              <a:t> </a:t>
            </a:r>
            <a:r>
              <a:rPr sz="5600" spc="25" dirty="0"/>
              <a:t>sources</a:t>
            </a:r>
            <a:endParaRPr sz="5600"/>
          </a:p>
        </p:txBody>
      </p:sp>
      <p:sp>
        <p:nvSpPr>
          <p:cNvPr id="3" name="object 3"/>
          <p:cNvSpPr/>
          <p:nvPr/>
        </p:nvSpPr>
        <p:spPr>
          <a:xfrm>
            <a:off x="6188220" y="3235499"/>
            <a:ext cx="3293110" cy="2450465"/>
          </a:xfrm>
          <a:custGeom>
            <a:avLst/>
            <a:gdLst/>
            <a:ahLst/>
            <a:cxnLst/>
            <a:rect l="l" t="t" r="r" b="b"/>
            <a:pathLst>
              <a:path w="3293109" h="2450465">
                <a:moveTo>
                  <a:pt x="0" y="0"/>
                </a:moveTo>
                <a:lnTo>
                  <a:pt x="3292799" y="0"/>
                </a:lnTo>
                <a:lnTo>
                  <a:pt x="3292799" y="2450399"/>
                </a:lnTo>
                <a:lnTo>
                  <a:pt x="0" y="24503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67625" y="2521255"/>
            <a:ext cx="652208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55" dirty="0">
                <a:latin typeface="Tahoma"/>
                <a:cs typeface="Tahoma"/>
              </a:rPr>
              <a:t>External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5" dirty="0">
                <a:latin typeface="Tahoma"/>
                <a:cs typeface="Tahoma"/>
              </a:rPr>
              <a:t>Information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" dirty="0">
                <a:latin typeface="Tahoma"/>
                <a:cs typeface="Tahoma"/>
              </a:rPr>
              <a:t>Sources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18021" y="3130855"/>
            <a:ext cx="422275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6605" indent="-76454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776605" algn="l"/>
                <a:tab pos="777240" algn="l"/>
              </a:tabLst>
            </a:pPr>
            <a:r>
              <a:rPr sz="4000" spc="40" dirty="0">
                <a:latin typeface="Tahoma"/>
                <a:cs typeface="Tahoma"/>
              </a:rPr>
              <a:t>Documents</a:t>
            </a:r>
            <a:endParaRPr sz="4000">
              <a:latin typeface="Tahoma"/>
              <a:cs typeface="Tahoma"/>
            </a:endParaRPr>
          </a:p>
          <a:p>
            <a:pPr marL="776605" indent="-764540">
              <a:lnSpc>
                <a:spcPct val="100000"/>
              </a:lnSpc>
              <a:buFont typeface="Arial MT"/>
              <a:buChar char="●"/>
              <a:tabLst>
                <a:tab pos="776605" algn="l"/>
                <a:tab pos="777240" algn="l"/>
              </a:tabLst>
            </a:pPr>
            <a:r>
              <a:rPr sz="4000" spc="145" dirty="0">
                <a:latin typeface="Tahoma"/>
                <a:cs typeface="Tahoma"/>
              </a:rPr>
              <a:t>Wikis</a:t>
            </a:r>
            <a:endParaRPr sz="4000">
              <a:latin typeface="Tahoma"/>
              <a:cs typeface="Tahoma"/>
            </a:endParaRPr>
          </a:p>
          <a:p>
            <a:pPr marL="776605" indent="-764540">
              <a:lnSpc>
                <a:spcPct val="100000"/>
              </a:lnSpc>
              <a:buFont typeface="Arial MT"/>
              <a:buChar char="●"/>
              <a:tabLst>
                <a:tab pos="776605" algn="l"/>
                <a:tab pos="777240" algn="l"/>
              </a:tabLst>
            </a:pPr>
            <a:r>
              <a:rPr sz="4000" spc="70" dirty="0">
                <a:latin typeface="Tahoma"/>
                <a:cs typeface="Tahoma"/>
              </a:rPr>
              <a:t>Expert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5" dirty="0">
                <a:latin typeface="Tahoma"/>
                <a:cs typeface="Tahoma"/>
              </a:rPr>
              <a:t>Systems</a:t>
            </a:r>
            <a:endParaRPr sz="4000">
              <a:latin typeface="Tahoma"/>
              <a:cs typeface="Tahoma"/>
            </a:endParaRPr>
          </a:p>
          <a:p>
            <a:pPr marL="776605" indent="-764540">
              <a:lnSpc>
                <a:spcPct val="100000"/>
              </a:lnSpc>
              <a:buFont typeface="Arial MT"/>
              <a:buChar char="●"/>
              <a:tabLst>
                <a:tab pos="776605" algn="l"/>
                <a:tab pos="777240" algn="l"/>
              </a:tabLst>
            </a:pPr>
            <a:r>
              <a:rPr sz="4000" spc="400" dirty="0">
                <a:latin typeface="Tahoma"/>
                <a:cs typeface="Tahoma"/>
              </a:rPr>
              <a:t>W</a:t>
            </a:r>
            <a:r>
              <a:rPr sz="4000" spc="5" dirty="0">
                <a:latin typeface="Tahoma"/>
                <a:cs typeface="Tahoma"/>
              </a:rPr>
              <a:t>eb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60" dirty="0">
                <a:latin typeface="Tahoma"/>
                <a:cs typeface="Tahoma"/>
              </a:rPr>
              <a:t>pages</a:t>
            </a:r>
            <a:endParaRPr sz="4000">
              <a:latin typeface="Tahoma"/>
              <a:cs typeface="Tahoma"/>
            </a:endParaRPr>
          </a:p>
          <a:p>
            <a:pPr marL="776605" indent="-764540">
              <a:lnSpc>
                <a:spcPct val="100000"/>
              </a:lnSpc>
              <a:buFont typeface="Arial MT"/>
              <a:buChar char="●"/>
              <a:tabLst>
                <a:tab pos="776605" algn="l"/>
                <a:tab pos="777240" algn="l"/>
              </a:tabLst>
            </a:pPr>
            <a:r>
              <a:rPr sz="4000" spc="15" dirty="0">
                <a:latin typeface="Tahoma"/>
                <a:cs typeface="Tahoma"/>
              </a:rPr>
              <a:t>Databases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7699" y="6144559"/>
            <a:ext cx="4004945" cy="839469"/>
          </a:xfrm>
          <a:prstGeom prst="rect">
            <a:avLst/>
          </a:prstGeom>
          <a:ln w="38099">
            <a:solidFill>
              <a:srgbClr val="FF00FF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6619" indent="-764540">
              <a:lnSpc>
                <a:spcPct val="100000"/>
              </a:lnSpc>
              <a:spcBef>
                <a:spcPts val="370"/>
              </a:spcBef>
              <a:buFont typeface="Arial MT"/>
              <a:buChar char="●"/>
              <a:tabLst>
                <a:tab pos="896619" algn="l"/>
                <a:tab pos="897255" algn="l"/>
              </a:tabLst>
            </a:pPr>
            <a:r>
              <a:rPr sz="4000" spc="95" dirty="0">
                <a:latin typeface="Tahoma"/>
                <a:cs typeface="Tahoma"/>
              </a:rPr>
              <a:t>V</a:t>
            </a:r>
            <a:r>
              <a:rPr sz="4000" spc="75" dirty="0">
                <a:latin typeface="Tahoma"/>
                <a:cs typeface="Tahoma"/>
              </a:rPr>
              <a:t>ector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Store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19909" y="3230726"/>
            <a:ext cx="2970530" cy="2459990"/>
            <a:chOff x="1819909" y="3230726"/>
            <a:chExt cx="2970530" cy="2459990"/>
          </a:xfrm>
        </p:grpSpPr>
        <p:sp>
          <p:nvSpPr>
            <p:cNvPr id="8" name="object 8"/>
            <p:cNvSpPr/>
            <p:nvPr/>
          </p:nvSpPr>
          <p:spPr>
            <a:xfrm>
              <a:off x="1824671" y="3235488"/>
              <a:ext cx="2961005" cy="2450465"/>
            </a:xfrm>
            <a:custGeom>
              <a:avLst/>
              <a:gdLst/>
              <a:ahLst/>
              <a:cxnLst/>
              <a:rect l="l" t="t" r="r" b="b"/>
              <a:pathLst>
                <a:path w="2961004" h="2450465">
                  <a:moveTo>
                    <a:pt x="2348399" y="2450398"/>
                  </a:moveTo>
                  <a:lnTo>
                    <a:pt x="612599" y="2450398"/>
                  </a:lnTo>
                  <a:lnTo>
                    <a:pt x="0" y="1225199"/>
                  </a:lnTo>
                  <a:lnTo>
                    <a:pt x="612599" y="0"/>
                  </a:lnTo>
                  <a:lnTo>
                    <a:pt x="2348399" y="0"/>
                  </a:lnTo>
                  <a:lnTo>
                    <a:pt x="2960999" y="1225199"/>
                  </a:lnTo>
                  <a:lnTo>
                    <a:pt x="2348399" y="2450398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24671" y="3235488"/>
              <a:ext cx="2961005" cy="2450465"/>
            </a:xfrm>
            <a:custGeom>
              <a:avLst/>
              <a:gdLst/>
              <a:ahLst/>
              <a:cxnLst/>
              <a:rect l="l" t="t" r="r" b="b"/>
              <a:pathLst>
                <a:path w="2961004" h="2450465">
                  <a:moveTo>
                    <a:pt x="0" y="1225199"/>
                  </a:moveTo>
                  <a:lnTo>
                    <a:pt x="612599" y="0"/>
                  </a:lnTo>
                  <a:lnTo>
                    <a:pt x="2348399" y="0"/>
                  </a:lnTo>
                  <a:lnTo>
                    <a:pt x="2960999" y="1225199"/>
                  </a:lnTo>
                  <a:lnTo>
                    <a:pt x="2348399" y="2450398"/>
                  </a:lnTo>
                  <a:lnTo>
                    <a:pt x="612599" y="2450398"/>
                  </a:lnTo>
                  <a:lnTo>
                    <a:pt x="0" y="122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63362" y="3945957"/>
            <a:ext cx="1483995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161290">
              <a:lnSpc>
                <a:spcPts val="3829"/>
              </a:lnSpc>
              <a:spcBef>
                <a:spcPts val="204"/>
              </a:spcBef>
            </a:pPr>
            <a:r>
              <a:rPr sz="3200" spc="90" dirty="0">
                <a:latin typeface="Tahoma"/>
                <a:cs typeface="Tahoma"/>
              </a:rPr>
              <a:t>Query </a:t>
            </a:r>
            <a:r>
              <a:rPr sz="3200" spc="95" dirty="0">
                <a:latin typeface="Tahoma"/>
                <a:cs typeface="Tahoma"/>
              </a:rPr>
              <a:t> </a:t>
            </a:r>
            <a:r>
              <a:rPr sz="3200" spc="25" dirty="0">
                <a:latin typeface="Tahoma"/>
                <a:cs typeface="Tahoma"/>
              </a:rPr>
              <a:t>encoder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7120" y="3571199"/>
            <a:ext cx="2835275" cy="1779270"/>
          </a:xfrm>
          <a:prstGeom prst="rect">
            <a:avLst/>
          </a:prstGeom>
          <a:solidFill>
            <a:srgbClr val="C1E7F7"/>
          </a:solidFill>
          <a:ln w="9524">
            <a:solidFill>
              <a:srgbClr val="595959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365760" marR="357505" indent="-635" algn="ctr">
              <a:lnSpc>
                <a:spcPts val="3829"/>
              </a:lnSpc>
              <a:spcBef>
                <a:spcPts val="1275"/>
              </a:spcBef>
            </a:pPr>
            <a:r>
              <a:rPr sz="3200" spc="45" dirty="0">
                <a:latin typeface="Tahoma"/>
                <a:cs typeface="Tahoma"/>
              </a:rPr>
              <a:t>External </a:t>
            </a:r>
            <a:r>
              <a:rPr sz="3200" spc="50" dirty="0">
                <a:latin typeface="Tahoma"/>
                <a:cs typeface="Tahoma"/>
              </a:rPr>
              <a:t> </a:t>
            </a:r>
            <a:r>
              <a:rPr sz="3200" spc="35" dirty="0">
                <a:latin typeface="Tahoma"/>
                <a:cs typeface="Tahoma"/>
              </a:rPr>
              <a:t>information  </a:t>
            </a:r>
            <a:r>
              <a:rPr sz="3200" spc="10" dirty="0">
                <a:latin typeface="Tahoma"/>
                <a:cs typeface="Tahoma"/>
              </a:rPr>
              <a:t>sources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38071" y="4378707"/>
            <a:ext cx="1271270" cy="164465"/>
            <a:chOff x="4938071" y="4378707"/>
            <a:chExt cx="1271270" cy="164465"/>
          </a:xfrm>
        </p:grpSpPr>
        <p:sp>
          <p:nvSpPr>
            <p:cNvPr id="13" name="object 13"/>
            <p:cNvSpPr/>
            <p:nvPr/>
          </p:nvSpPr>
          <p:spPr>
            <a:xfrm>
              <a:off x="4938071" y="4460688"/>
              <a:ext cx="1078865" cy="0"/>
            </a:xfrm>
            <a:custGeom>
              <a:avLst/>
              <a:gdLst/>
              <a:ahLst/>
              <a:cxnLst/>
              <a:rect l="l" t="t" r="r" b="b"/>
              <a:pathLst>
                <a:path w="1078864">
                  <a:moveTo>
                    <a:pt x="0" y="0"/>
                  </a:moveTo>
                  <a:lnTo>
                    <a:pt x="10787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821" y="4378707"/>
              <a:ext cx="211001" cy="16396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846807" y="6708054"/>
            <a:ext cx="21272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65" dirty="0">
                <a:latin typeface="Tahoma"/>
                <a:cs typeface="Tahoma"/>
              </a:rPr>
              <a:t>Retriever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73796" y="6176450"/>
            <a:ext cx="7073265" cy="413384"/>
          </a:xfrm>
          <a:custGeom>
            <a:avLst/>
            <a:gdLst/>
            <a:ahLst/>
            <a:cxnLst/>
            <a:rect l="l" t="t" r="r" b="b"/>
            <a:pathLst>
              <a:path w="7073265" h="413384">
                <a:moveTo>
                  <a:pt x="7072803" y="0"/>
                </a:moveTo>
                <a:lnTo>
                  <a:pt x="7072803" y="80340"/>
                </a:lnTo>
                <a:lnTo>
                  <a:pt x="7072802" y="145946"/>
                </a:lnTo>
                <a:lnTo>
                  <a:pt x="7072801" y="190180"/>
                </a:lnTo>
                <a:lnTo>
                  <a:pt x="7072800" y="206399"/>
                </a:lnTo>
                <a:lnTo>
                  <a:pt x="3536403" y="206399"/>
                </a:lnTo>
                <a:lnTo>
                  <a:pt x="3536402" y="222619"/>
                </a:lnTo>
                <a:lnTo>
                  <a:pt x="3536400" y="266853"/>
                </a:lnTo>
                <a:lnTo>
                  <a:pt x="3536400" y="332459"/>
                </a:lnTo>
                <a:lnTo>
                  <a:pt x="3536399" y="412799"/>
                </a:lnTo>
                <a:lnTo>
                  <a:pt x="3536399" y="332459"/>
                </a:lnTo>
                <a:lnTo>
                  <a:pt x="3536398" y="266853"/>
                </a:lnTo>
                <a:lnTo>
                  <a:pt x="3536397" y="222619"/>
                </a:lnTo>
                <a:lnTo>
                  <a:pt x="3536396" y="206399"/>
                </a:lnTo>
                <a:lnTo>
                  <a:pt x="3" y="206399"/>
                </a:lnTo>
                <a:lnTo>
                  <a:pt x="2" y="202397"/>
                </a:lnTo>
                <a:lnTo>
                  <a:pt x="2" y="190688"/>
                </a:lnTo>
                <a:lnTo>
                  <a:pt x="1" y="171722"/>
                </a:lnTo>
                <a:lnTo>
                  <a:pt x="1" y="145946"/>
                </a:lnTo>
                <a:lnTo>
                  <a:pt x="0" y="114510"/>
                </a:lnTo>
                <a:lnTo>
                  <a:pt x="0" y="78985"/>
                </a:lnTo>
                <a:lnTo>
                  <a:pt x="0" y="40454"/>
                </a:lnTo>
                <a:lnTo>
                  <a:pt x="0" y="0"/>
                </a:lnTo>
              </a:path>
            </a:pathLst>
          </a:custGeom>
          <a:ln w="380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1675" y="1473714"/>
            <a:ext cx="11142980" cy="142748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4000" spc="-260" dirty="0">
                <a:latin typeface="Tahoma"/>
                <a:cs typeface="Tahoma"/>
              </a:rPr>
              <a:t>T</a:t>
            </a:r>
            <a:r>
              <a:rPr sz="4000" spc="70" dirty="0">
                <a:latin typeface="Tahoma"/>
                <a:cs typeface="Tahoma"/>
              </a:rPr>
              <a:t>wo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0" dirty="0">
                <a:latin typeface="Tahoma"/>
                <a:cs typeface="Tahoma"/>
              </a:rPr>
              <a:t>conside</a:t>
            </a:r>
            <a:r>
              <a:rPr sz="4000" spc="-50" dirty="0">
                <a:latin typeface="Tahoma"/>
                <a:cs typeface="Tahoma"/>
              </a:rPr>
              <a:t>r</a:t>
            </a:r>
            <a:r>
              <a:rPr sz="4000" spc="30" dirty="0">
                <a:latin typeface="Tahoma"/>
                <a:cs typeface="Tahoma"/>
              </a:rPr>
              <a:t>ations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95" dirty="0">
                <a:latin typeface="Tahoma"/>
                <a:cs typeface="Tahoma"/>
              </a:rPr>
              <a:t>for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using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30" dirty="0">
                <a:latin typeface="Tahoma"/>
                <a:cs typeface="Tahoma"/>
              </a:rPr>
              <a:t>e</a:t>
            </a:r>
            <a:r>
              <a:rPr sz="4000" spc="50" dirty="0">
                <a:latin typeface="Tahoma"/>
                <a:cs typeface="Tahoma"/>
              </a:rPr>
              <a:t>xternal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data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in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10" dirty="0">
                <a:latin typeface="Tahoma"/>
                <a:cs typeface="Tahoma"/>
              </a:rPr>
              <a:t>R</a:t>
            </a:r>
            <a:r>
              <a:rPr sz="4000" spc="120" dirty="0">
                <a:latin typeface="Tahoma"/>
                <a:cs typeface="Tahoma"/>
              </a:rPr>
              <a:t>A</a:t>
            </a:r>
            <a:r>
              <a:rPr sz="4000" spc="-70" dirty="0">
                <a:latin typeface="Tahoma"/>
                <a:cs typeface="Tahoma"/>
              </a:rPr>
              <a:t>G:</a:t>
            </a:r>
            <a:endParaRPr sz="4000">
              <a:latin typeface="Tahoma"/>
              <a:cs typeface="Tahoma"/>
            </a:endParaRPr>
          </a:p>
          <a:p>
            <a:pPr marL="107314">
              <a:lnSpc>
                <a:spcPct val="100000"/>
              </a:lnSpc>
              <a:spcBef>
                <a:spcPts val="720"/>
              </a:spcBef>
              <a:tabLst>
                <a:tab pos="926465" algn="l"/>
              </a:tabLst>
            </a:pPr>
            <a:r>
              <a:rPr sz="3600" spc="-105" dirty="0">
                <a:latin typeface="Tahoma"/>
                <a:cs typeface="Tahoma"/>
              </a:rPr>
              <a:t>1.	</a:t>
            </a:r>
            <a:r>
              <a:rPr sz="4000" spc="75" dirty="0">
                <a:latin typeface="Tahoma"/>
                <a:cs typeface="Tahoma"/>
              </a:rPr>
              <a:t>Data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must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50" dirty="0">
                <a:latin typeface="Tahoma"/>
                <a:cs typeface="Tahoma"/>
              </a:rPr>
              <a:t>ﬁt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inside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cont</a:t>
            </a:r>
            <a:r>
              <a:rPr sz="4000" spc="-130" dirty="0">
                <a:latin typeface="Tahoma"/>
                <a:cs typeface="Tahoma"/>
              </a:rPr>
              <a:t>e</a:t>
            </a:r>
            <a:r>
              <a:rPr sz="4000" spc="90" dirty="0">
                <a:latin typeface="Tahoma"/>
                <a:cs typeface="Tahoma"/>
              </a:rPr>
              <a:t>xt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0" dirty="0">
                <a:latin typeface="Tahoma"/>
                <a:cs typeface="Tahoma"/>
              </a:rPr>
              <a:t>window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29774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05" dirty="0"/>
              <a:t>Data</a:t>
            </a:r>
            <a:r>
              <a:rPr sz="5600" spc="-670" dirty="0"/>
              <a:t> </a:t>
            </a:r>
            <a:r>
              <a:rPr sz="5600" spc="50" dirty="0"/>
              <a:t>preparation</a:t>
            </a:r>
            <a:r>
              <a:rPr sz="5600" spc="-670" dirty="0"/>
              <a:t> </a:t>
            </a:r>
            <a:r>
              <a:rPr sz="5600" spc="135" dirty="0"/>
              <a:t>for</a:t>
            </a:r>
            <a:r>
              <a:rPr sz="5600" spc="-665" dirty="0"/>
              <a:t> </a:t>
            </a:r>
            <a:r>
              <a:rPr sz="5600" spc="90" dirty="0"/>
              <a:t>vector</a:t>
            </a:r>
            <a:r>
              <a:rPr sz="5600" spc="-670" dirty="0"/>
              <a:t> </a:t>
            </a:r>
            <a:r>
              <a:rPr sz="5600" spc="85" dirty="0"/>
              <a:t>store</a:t>
            </a:r>
            <a:r>
              <a:rPr sz="5600" spc="-665" dirty="0"/>
              <a:t> </a:t>
            </a:r>
            <a:r>
              <a:rPr sz="5600" spc="135" dirty="0"/>
              <a:t>for</a:t>
            </a:r>
            <a:r>
              <a:rPr sz="5600" spc="-670" dirty="0"/>
              <a:t> </a:t>
            </a:r>
            <a:r>
              <a:rPr sz="5600" spc="275" dirty="0"/>
              <a:t>RAG</a:t>
            </a:r>
            <a:endParaRPr sz="5600"/>
          </a:p>
        </p:txBody>
      </p:sp>
      <p:grpSp>
        <p:nvGrpSpPr>
          <p:cNvPr id="4" name="object 4"/>
          <p:cNvGrpSpPr/>
          <p:nvPr/>
        </p:nvGrpSpPr>
        <p:grpSpPr>
          <a:xfrm>
            <a:off x="6272887" y="4606395"/>
            <a:ext cx="2844800" cy="4166870"/>
            <a:chOff x="6272887" y="4606395"/>
            <a:chExt cx="2844800" cy="4166870"/>
          </a:xfrm>
        </p:grpSpPr>
        <p:sp>
          <p:nvSpPr>
            <p:cNvPr id="5" name="object 5"/>
            <p:cNvSpPr/>
            <p:nvPr/>
          </p:nvSpPr>
          <p:spPr>
            <a:xfrm>
              <a:off x="6277650" y="4611158"/>
              <a:ext cx="2835275" cy="4157345"/>
            </a:xfrm>
            <a:custGeom>
              <a:avLst/>
              <a:gdLst/>
              <a:ahLst/>
              <a:cxnLst/>
              <a:rect l="l" t="t" r="r" b="b"/>
              <a:pathLst>
                <a:path w="2835275" h="4157345">
                  <a:moveTo>
                    <a:pt x="2834999" y="4156799"/>
                  </a:moveTo>
                  <a:lnTo>
                    <a:pt x="0" y="41567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41567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77650" y="4611158"/>
              <a:ext cx="2835275" cy="4157345"/>
            </a:xfrm>
            <a:custGeom>
              <a:avLst/>
              <a:gdLst/>
              <a:ahLst/>
              <a:cxnLst/>
              <a:rect l="l" t="t" r="r" b="b"/>
              <a:pathLst>
                <a:path w="2835275" h="4157345">
                  <a:moveTo>
                    <a:pt x="0" y="0"/>
                  </a:moveTo>
                  <a:lnTo>
                    <a:pt x="2834999" y="0"/>
                  </a:lnTo>
                  <a:lnTo>
                    <a:pt x="2834999" y="4156799"/>
                  </a:lnTo>
                  <a:lnTo>
                    <a:pt x="0" y="4156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15493" y="48395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15493" y="48395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15493" y="5029900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29" h="91439">
                  <a:moveTo>
                    <a:pt x="2315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311430" y="0"/>
                  </a:lnTo>
                  <a:lnTo>
                    <a:pt x="2315297" y="1601"/>
                  </a:lnTo>
                  <a:lnTo>
                    <a:pt x="2318148" y="4451"/>
                  </a:lnTo>
                  <a:lnTo>
                    <a:pt x="2320998" y="7302"/>
                  </a:lnTo>
                  <a:lnTo>
                    <a:pt x="2322599" y="11168"/>
                  </a:lnTo>
                  <a:lnTo>
                    <a:pt x="2322599" y="84394"/>
                  </a:lnTo>
                  <a:lnTo>
                    <a:pt x="2315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15493" y="5029900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29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307399" y="0"/>
                  </a:lnTo>
                  <a:lnTo>
                    <a:pt x="2311430" y="0"/>
                  </a:lnTo>
                  <a:lnTo>
                    <a:pt x="2315297" y="1601"/>
                  </a:lnTo>
                  <a:lnTo>
                    <a:pt x="2318148" y="4451"/>
                  </a:lnTo>
                  <a:lnTo>
                    <a:pt x="2320998" y="7302"/>
                  </a:lnTo>
                  <a:lnTo>
                    <a:pt x="2322599" y="11168"/>
                  </a:lnTo>
                  <a:lnTo>
                    <a:pt x="2322599" y="15200"/>
                  </a:lnTo>
                  <a:lnTo>
                    <a:pt x="2322599" y="75999"/>
                  </a:lnTo>
                  <a:lnTo>
                    <a:pt x="2322599" y="84394"/>
                  </a:lnTo>
                  <a:lnTo>
                    <a:pt x="2315794" y="91199"/>
                  </a:lnTo>
                  <a:lnTo>
                    <a:pt x="23073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15493" y="52202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15493" y="52202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15493" y="541059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15493" y="541059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15493" y="5600942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39">
                  <a:moveTo>
                    <a:pt x="1700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3148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15493" y="5600942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1692399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3148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200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4" y="91199"/>
                  </a:lnTo>
                  <a:lnTo>
                    <a:pt x="16923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15493" y="58902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15493" y="58902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15493" y="6080558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5493" y="6080558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5493" y="6270906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2233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29230" y="0"/>
                  </a:lnTo>
                  <a:lnTo>
                    <a:pt x="2233097" y="1601"/>
                  </a:lnTo>
                  <a:lnTo>
                    <a:pt x="2235948" y="4452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84394"/>
                  </a:lnTo>
                  <a:lnTo>
                    <a:pt x="2233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5493" y="6270906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225199" y="0"/>
                  </a:lnTo>
                  <a:lnTo>
                    <a:pt x="2229230" y="0"/>
                  </a:lnTo>
                  <a:lnTo>
                    <a:pt x="2233097" y="1601"/>
                  </a:lnTo>
                  <a:lnTo>
                    <a:pt x="2235948" y="4452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15200"/>
                  </a:lnTo>
                  <a:lnTo>
                    <a:pt x="2240399" y="75999"/>
                  </a:lnTo>
                  <a:lnTo>
                    <a:pt x="2240399" y="84394"/>
                  </a:lnTo>
                  <a:lnTo>
                    <a:pt x="2233594" y="91199"/>
                  </a:lnTo>
                  <a:lnTo>
                    <a:pt x="22251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5493" y="647873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5493" y="647873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15493" y="67854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0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15493" y="67854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0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15493" y="697579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15493" y="697579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15493" y="718524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15493" y="718524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15493" y="7365242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1700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3148" y="445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15493" y="7365242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1692399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3148" y="445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200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4" y="91199"/>
                  </a:lnTo>
                  <a:lnTo>
                    <a:pt x="16923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15493" y="76804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0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15493" y="76804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0"/>
                  </a:lnTo>
                  <a:lnTo>
                    <a:pt x="2509548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15493" y="787079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15493" y="787079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5493" y="80611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15493" y="80611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15493" y="825149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15493" y="825149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8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15493" y="8441842"/>
              <a:ext cx="2249805" cy="91440"/>
            </a:xfrm>
            <a:custGeom>
              <a:avLst/>
              <a:gdLst/>
              <a:ahLst/>
              <a:cxnLst/>
              <a:rect l="l" t="t" r="r" b="b"/>
              <a:pathLst>
                <a:path w="2249804" h="91440">
                  <a:moveTo>
                    <a:pt x="2242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38230" y="0"/>
                  </a:lnTo>
                  <a:lnTo>
                    <a:pt x="2242097" y="1601"/>
                  </a:lnTo>
                  <a:lnTo>
                    <a:pt x="2244948" y="4451"/>
                  </a:lnTo>
                  <a:lnTo>
                    <a:pt x="2247798" y="7302"/>
                  </a:lnTo>
                  <a:lnTo>
                    <a:pt x="2249399" y="11168"/>
                  </a:lnTo>
                  <a:lnTo>
                    <a:pt x="2249399" y="84394"/>
                  </a:lnTo>
                  <a:lnTo>
                    <a:pt x="2242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15493" y="8441842"/>
              <a:ext cx="2249805" cy="91440"/>
            </a:xfrm>
            <a:custGeom>
              <a:avLst/>
              <a:gdLst/>
              <a:ahLst/>
              <a:cxnLst/>
              <a:rect l="l" t="t" r="r" b="b"/>
              <a:pathLst>
                <a:path w="2249804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2234199" y="0"/>
                  </a:lnTo>
                  <a:lnTo>
                    <a:pt x="2238230" y="0"/>
                  </a:lnTo>
                  <a:lnTo>
                    <a:pt x="2242097" y="1601"/>
                  </a:lnTo>
                  <a:lnTo>
                    <a:pt x="2244948" y="4451"/>
                  </a:lnTo>
                  <a:lnTo>
                    <a:pt x="2247798" y="7302"/>
                  </a:lnTo>
                  <a:lnTo>
                    <a:pt x="2249399" y="11168"/>
                  </a:lnTo>
                  <a:lnTo>
                    <a:pt x="2249399" y="15200"/>
                  </a:lnTo>
                  <a:lnTo>
                    <a:pt x="2249399" y="75999"/>
                  </a:lnTo>
                  <a:lnTo>
                    <a:pt x="2249399" y="84394"/>
                  </a:lnTo>
                  <a:lnTo>
                    <a:pt x="2242594" y="91199"/>
                  </a:lnTo>
                  <a:lnTo>
                    <a:pt x="22341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337137" y="4681546"/>
            <a:ext cx="2844800" cy="1936750"/>
            <a:chOff x="1337137" y="4681546"/>
            <a:chExt cx="2844800" cy="1936750"/>
          </a:xfrm>
        </p:grpSpPr>
        <p:sp>
          <p:nvSpPr>
            <p:cNvPr id="44" name="object 44"/>
            <p:cNvSpPr/>
            <p:nvPr/>
          </p:nvSpPr>
          <p:spPr>
            <a:xfrm>
              <a:off x="1341899" y="4686308"/>
              <a:ext cx="2835275" cy="1927225"/>
            </a:xfrm>
            <a:custGeom>
              <a:avLst/>
              <a:gdLst/>
              <a:ahLst/>
              <a:cxnLst/>
              <a:rect l="l" t="t" r="r" b="b"/>
              <a:pathLst>
                <a:path w="2835275" h="1927225">
                  <a:moveTo>
                    <a:pt x="2834999" y="1927199"/>
                  </a:moveTo>
                  <a:lnTo>
                    <a:pt x="0" y="19271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927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41899" y="4686308"/>
              <a:ext cx="2835275" cy="1927225"/>
            </a:xfrm>
            <a:custGeom>
              <a:avLst/>
              <a:gdLst/>
              <a:ahLst/>
              <a:cxnLst/>
              <a:rect l="l" t="t" r="r" b="b"/>
              <a:pathLst>
                <a:path w="2835275" h="1927225">
                  <a:moveTo>
                    <a:pt x="0" y="0"/>
                  </a:moveTo>
                  <a:lnTo>
                    <a:pt x="2834999" y="0"/>
                  </a:lnTo>
                  <a:lnTo>
                    <a:pt x="2834999" y="1927199"/>
                  </a:lnTo>
                  <a:lnTo>
                    <a:pt x="0" y="192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24781" y="4913065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4">
                  <a:moveTo>
                    <a:pt x="2507239" y="90599"/>
                  </a:moveTo>
                  <a:lnTo>
                    <a:pt x="6760" y="90599"/>
                  </a:lnTo>
                  <a:lnTo>
                    <a:pt x="0" y="83839"/>
                  </a:lnTo>
                  <a:lnTo>
                    <a:pt x="0" y="15099"/>
                  </a:lnTo>
                  <a:lnTo>
                    <a:pt x="0" y="6760"/>
                  </a:lnTo>
                  <a:lnTo>
                    <a:pt x="6760" y="0"/>
                  </a:lnTo>
                  <a:lnTo>
                    <a:pt x="2502904" y="0"/>
                  </a:lnTo>
                  <a:lnTo>
                    <a:pt x="2506745" y="1590"/>
                  </a:lnTo>
                  <a:lnTo>
                    <a:pt x="2512409" y="7254"/>
                  </a:lnTo>
                  <a:lnTo>
                    <a:pt x="2514000" y="11095"/>
                  </a:lnTo>
                  <a:lnTo>
                    <a:pt x="2514000" y="83839"/>
                  </a:lnTo>
                  <a:lnTo>
                    <a:pt x="2507239" y="905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24781" y="4913065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4">
                  <a:moveTo>
                    <a:pt x="0" y="15099"/>
                  </a:moveTo>
                  <a:lnTo>
                    <a:pt x="0" y="6760"/>
                  </a:lnTo>
                  <a:lnTo>
                    <a:pt x="6760" y="0"/>
                  </a:lnTo>
                  <a:lnTo>
                    <a:pt x="15100" y="0"/>
                  </a:lnTo>
                  <a:lnTo>
                    <a:pt x="2498899" y="0"/>
                  </a:lnTo>
                  <a:lnTo>
                    <a:pt x="2502904" y="0"/>
                  </a:lnTo>
                  <a:lnTo>
                    <a:pt x="2506745" y="1590"/>
                  </a:lnTo>
                  <a:lnTo>
                    <a:pt x="2509577" y="4422"/>
                  </a:lnTo>
                  <a:lnTo>
                    <a:pt x="2512409" y="7254"/>
                  </a:lnTo>
                  <a:lnTo>
                    <a:pt x="2514000" y="11095"/>
                  </a:lnTo>
                  <a:lnTo>
                    <a:pt x="2514000" y="15099"/>
                  </a:lnTo>
                  <a:lnTo>
                    <a:pt x="2514000" y="75499"/>
                  </a:lnTo>
                  <a:lnTo>
                    <a:pt x="2514000" y="83839"/>
                  </a:lnTo>
                  <a:lnTo>
                    <a:pt x="2507239" y="90599"/>
                  </a:lnTo>
                  <a:lnTo>
                    <a:pt x="2498899" y="90599"/>
                  </a:lnTo>
                  <a:lnTo>
                    <a:pt x="15100" y="90599"/>
                  </a:lnTo>
                  <a:lnTo>
                    <a:pt x="6760" y="90599"/>
                  </a:lnTo>
                  <a:lnTo>
                    <a:pt x="0" y="83839"/>
                  </a:lnTo>
                  <a:lnTo>
                    <a:pt x="0" y="75499"/>
                  </a:lnTo>
                  <a:lnTo>
                    <a:pt x="0" y="15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24781" y="5102041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4">
                  <a:moveTo>
                    <a:pt x="1410439" y="90599"/>
                  </a:moveTo>
                  <a:lnTo>
                    <a:pt x="6760" y="90599"/>
                  </a:lnTo>
                  <a:lnTo>
                    <a:pt x="0" y="83839"/>
                  </a:lnTo>
                  <a:lnTo>
                    <a:pt x="0" y="15100"/>
                  </a:lnTo>
                  <a:lnTo>
                    <a:pt x="0" y="6760"/>
                  </a:lnTo>
                  <a:lnTo>
                    <a:pt x="6760" y="0"/>
                  </a:lnTo>
                  <a:lnTo>
                    <a:pt x="1406104" y="0"/>
                  </a:lnTo>
                  <a:lnTo>
                    <a:pt x="1409945" y="1590"/>
                  </a:lnTo>
                  <a:lnTo>
                    <a:pt x="1415609" y="7254"/>
                  </a:lnTo>
                  <a:lnTo>
                    <a:pt x="1417199" y="11095"/>
                  </a:lnTo>
                  <a:lnTo>
                    <a:pt x="1417199" y="83839"/>
                  </a:lnTo>
                  <a:lnTo>
                    <a:pt x="1410439" y="905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524781" y="5102041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4">
                  <a:moveTo>
                    <a:pt x="0" y="15100"/>
                  </a:moveTo>
                  <a:lnTo>
                    <a:pt x="0" y="6760"/>
                  </a:lnTo>
                  <a:lnTo>
                    <a:pt x="6760" y="0"/>
                  </a:lnTo>
                  <a:lnTo>
                    <a:pt x="15100" y="0"/>
                  </a:lnTo>
                  <a:lnTo>
                    <a:pt x="1402099" y="0"/>
                  </a:lnTo>
                  <a:lnTo>
                    <a:pt x="1406104" y="0"/>
                  </a:lnTo>
                  <a:lnTo>
                    <a:pt x="1409945" y="1590"/>
                  </a:lnTo>
                  <a:lnTo>
                    <a:pt x="1412777" y="4422"/>
                  </a:lnTo>
                  <a:lnTo>
                    <a:pt x="1415609" y="7254"/>
                  </a:lnTo>
                  <a:lnTo>
                    <a:pt x="1417199" y="11095"/>
                  </a:lnTo>
                  <a:lnTo>
                    <a:pt x="1417199" y="15100"/>
                  </a:lnTo>
                  <a:lnTo>
                    <a:pt x="1417199" y="75499"/>
                  </a:lnTo>
                  <a:lnTo>
                    <a:pt x="1417199" y="83839"/>
                  </a:lnTo>
                  <a:lnTo>
                    <a:pt x="1410439" y="90599"/>
                  </a:lnTo>
                  <a:lnTo>
                    <a:pt x="1402099" y="90599"/>
                  </a:lnTo>
                  <a:lnTo>
                    <a:pt x="15100" y="90599"/>
                  </a:lnTo>
                  <a:lnTo>
                    <a:pt x="6760" y="90599"/>
                  </a:lnTo>
                  <a:lnTo>
                    <a:pt x="0" y="83839"/>
                  </a:lnTo>
                  <a:lnTo>
                    <a:pt x="0" y="75499"/>
                  </a:lnTo>
                  <a:lnTo>
                    <a:pt x="0" y="151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91675" y="3321553"/>
            <a:ext cx="390652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400" spc="75" dirty="0">
                <a:latin typeface="Tahoma"/>
                <a:cs typeface="Tahoma"/>
              </a:rPr>
              <a:t>Prompt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35" dirty="0">
                <a:latin typeface="Tahoma"/>
                <a:cs typeface="Tahoma"/>
              </a:rPr>
              <a:t>cont</a:t>
            </a:r>
            <a:r>
              <a:rPr sz="3400" spc="-65" dirty="0">
                <a:latin typeface="Tahoma"/>
                <a:cs typeface="Tahoma"/>
              </a:rPr>
              <a:t>e</a:t>
            </a:r>
            <a:r>
              <a:rPr sz="3400" spc="80" dirty="0">
                <a:latin typeface="Tahoma"/>
                <a:cs typeface="Tahoma"/>
              </a:rPr>
              <a:t>xt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65" dirty="0">
                <a:latin typeface="Tahoma"/>
                <a:cs typeface="Tahoma"/>
              </a:rPr>
              <a:t>limit  </a:t>
            </a:r>
            <a:r>
              <a:rPr sz="3400" spc="45" dirty="0">
                <a:latin typeface="Tahoma"/>
                <a:cs typeface="Tahoma"/>
              </a:rPr>
              <a:t>few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114" dirty="0">
                <a:latin typeface="Tahoma"/>
                <a:cs typeface="Tahoma"/>
              </a:rPr>
              <a:t>1000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80" dirty="0">
                <a:latin typeface="Tahoma"/>
                <a:cs typeface="Tahoma"/>
              </a:rPr>
              <a:t>to</a:t>
            </a:r>
            <a:r>
              <a:rPr sz="3400" spc="-5" dirty="0">
                <a:latin typeface="Tahoma"/>
                <a:cs typeface="Tahoma"/>
              </a:rPr>
              <a:t>k</a:t>
            </a:r>
            <a:r>
              <a:rPr sz="3400" spc="-20" dirty="0">
                <a:latin typeface="Tahoma"/>
                <a:cs typeface="Tahoma"/>
              </a:rPr>
              <a:t>ens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550425" y="3321553"/>
            <a:ext cx="396176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400" spc="-15" dirty="0">
                <a:latin typeface="Tahoma"/>
                <a:cs typeface="Tahoma"/>
              </a:rPr>
              <a:t>Single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15" dirty="0">
                <a:latin typeface="Tahoma"/>
                <a:cs typeface="Tahoma"/>
              </a:rPr>
              <a:t>document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60" dirty="0">
                <a:latin typeface="Tahoma"/>
                <a:cs typeface="Tahoma"/>
              </a:rPr>
              <a:t>too  </a:t>
            </a:r>
            <a:r>
              <a:rPr sz="3400" spc="5" dirty="0">
                <a:latin typeface="Tahoma"/>
                <a:cs typeface="Tahoma"/>
              </a:rPr>
              <a:t>large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85" dirty="0">
                <a:latin typeface="Tahoma"/>
                <a:cs typeface="Tahoma"/>
              </a:rPr>
              <a:t>to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125" dirty="0">
                <a:latin typeface="Tahoma"/>
                <a:cs typeface="Tahoma"/>
              </a:rPr>
              <a:t>ﬁt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40" dirty="0">
                <a:latin typeface="Tahoma"/>
                <a:cs typeface="Tahoma"/>
              </a:rPr>
              <a:t>in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50" dirty="0">
                <a:latin typeface="Tahoma"/>
                <a:cs typeface="Tahoma"/>
              </a:rPr>
              <a:t>window</a:t>
            </a:r>
            <a:endParaRPr sz="3400">
              <a:latin typeface="Tahoma"/>
              <a:cs typeface="Tahom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0681037" y="4606393"/>
            <a:ext cx="2844800" cy="1285875"/>
            <a:chOff x="10681037" y="4606393"/>
            <a:chExt cx="2844800" cy="1285875"/>
          </a:xfrm>
        </p:grpSpPr>
        <p:sp>
          <p:nvSpPr>
            <p:cNvPr id="53" name="object 53"/>
            <p:cNvSpPr/>
            <p:nvPr/>
          </p:nvSpPr>
          <p:spPr>
            <a:xfrm>
              <a:off x="10685799" y="4611155"/>
              <a:ext cx="2835275" cy="1276350"/>
            </a:xfrm>
            <a:custGeom>
              <a:avLst/>
              <a:gdLst/>
              <a:ahLst/>
              <a:cxnLst/>
              <a:rect l="l" t="t" r="r" b="b"/>
              <a:pathLst>
                <a:path w="2835275" h="1276350">
                  <a:moveTo>
                    <a:pt x="2834999" y="1276199"/>
                  </a:moveTo>
                  <a:lnTo>
                    <a:pt x="0" y="12761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276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685799" y="4611155"/>
              <a:ext cx="2835275" cy="1276350"/>
            </a:xfrm>
            <a:custGeom>
              <a:avLst/>
              <a:gdLst/>
              <a:ahLst/>
              <a:cxnLst/>
              <a:rect l="l" t="t" r="r" b="b"/>
              <a:pathLst>
                <a:path w="2835275" h="1276350">
                  <a:moveTo>
                    <a:pt x="0" y="0"/>
                  </a:moveTo>
                  <a:lnTo>
                    <a:pt x="2834999" y="0"/>
                  </a:lnTo>
                  <a:lnTo>
                    <a:pt x="2834999" y="1276199"/>
                  </a:lnTo>
                  <a:lnTo>
                    <a:pt x="0" y="12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823642" y="48395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9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823642" y="48395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9"/>
                  </a:lnTo>
                  <a:lnTo>
                    <a:pt x="2514000" y="15200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823642" y="5029900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30" h="91439">
                  <a:moveTo>
                    <a:pt x="2315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311431" y="0"/>
                  </a:lnTo>
                  <a:lnTo>
                    <a:pt x="2315296" y="1601"/>
                  </a:lnTo>
                  <a:lnTo>
                    <a:pt x="2318146" y="4451"/>
                  </a:lnTo>
                  <a:lnTo>
                    <a:pt x="2320999" y="7302"/>
                  </a:lnTo>
                  <a:lnTo>
                    <a:pt x="2322600" y="11168"/>
                  </a:lnTo>
                  <a:lnTo>
                    <a:pt x="2322600" y="84394"/>
                  </a:lnTo>
                  <a:lnTo>
                    <a:pt x="2315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823642" y="5029900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3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307399" y="0"/>
                  </a:lnTo>
                  <a:lnTo>
                    <a:pt x="2311431" y="0"/>
                  </a:lnTo>
                  <a:lnTo>
                    <a:pt x="2315296" y="1601"/>
                  </a:lnTo>
                  <a:lnTo>
                    <a:pt x="2318146" y="4451"/>
                  </a:lnTo>
                  <a:lnTo>
                    <a:pt x="2320999" y="7302"/>
                  </a:lnTo>
                  <a:lnTo>
                    <a:pt x="2322600" y="11168"/>
                  </a:lnTo>
                  <a:lnTo>
                    <a:pt x="2322600" y="15200"/>
                  </a:lnTo>
                  <a:lnTo>
                    <a:pt x="2322600" y="75999"/>
                  </a:lnTo>
                  <a:lnTo>
                    <a:pt x="2322600" y="84394"/>
                  </a:lnTo>
                  <a:lnTo>
                    <a:pt x="2315794" y="91199"/>
                  </a:lnTo>
                  <a:lnTo>
                    <a:pt x="23073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823642" y="52202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823642" y="52202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15200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823642" y="541059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823642" y="541059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15199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823642" y="5600943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39">
                  <a:moveTo>
                    <a:pt x="1700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1696431" y="0"/>
                  </a:lnTo>
                  <a:lnTo>
                    <a:pt x="1700297" y="1601"/>
                  </a:lnTo>
                  <a:lnTo>
                    <a:pt x="1703148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823642" y="5600943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1692399" y="0"/>
                  </a:lnTo>
                  <a:lnTo>
                    <a:pt x="1696431" y="0"/>
                  </a:lnTo>
                  <a:lnTo>
                    <a:pt x="1700297" y="1601"/>
                  </a:lnTo>
                  <a:lnTo>
                    <a:pt x="1703148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200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4" y="91199"/>
                  </a:lnTo>
                  <a:lnTo>
                    <a:pt x="16923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10681037" y="6254188"/>
            <a:ext cx="2844800" cy="1155065"/>
            <a:chOff x="10681037" y="6254188"/>
            <a:chExt cx="2844800" cy="1155065"/>
          </a:xfrm>
        </p:grpSpPr>
        <p:sp>
          <p:nvSpPr>
            <p:cNvPr id="66" name="object 66"/>
            <p:cNvSpPr/>
            <p:nvPr/>
          </p:nvSpPr>
          <p:spPr>
            <a:xfrm>
              <a:off x="10685799" y="6258950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40">
                  <a:moveTo>
                    <a:pt x="2834999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1453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685799" y="6258950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40">
                  <a:moveTo>
                    <a:pt x="0" y="0"/>
                  </a:moveTo>
                  <a:lnTo>
                    <a:pt x="2834999" y="0"/>
                  </a:lnTo>
                  <a:lnTo>
                    <a:pt x="2834999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823642" y="64789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823642" y="64789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15199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823642" y="666925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823642" y="666925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15199"/>
                  </a:lnTo>
                  <a:lnTo>
                    <a:pt x="2514000" y="75998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8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823642" y="6859607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40">
                  <a:moveTo>
                    <a:pt x="2233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29231" y="0"/>
                  </a:lnTo>
                  <a:lnTo>
                    <a:pt x="2233097" y="1601"/>
                  </a:lnTo>
                  <a:lnTo>
                    <a:pt x="2235948" y="4451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84394"/>
                  </a:lnTo>
                  <a:lnTo>
                    <a:pt x="2233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823642" y="6859607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40">
                  <a:moveTo>
                    <a:pt x="0" y="15199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225199" y="0"/>
                  </a:lnTo>
                  <a:lnTo>
                    <a:pt x="2229231" y="0"/>
                  </a:lnTo>
                  <a:lnTo>
                    <a:pt x="2233097" y="1601"/>
                  </a:lnTo>
                  <a:lnTo>
                    <a:pt x="2235948" y="4451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15199"/>
                  </a:lnTo>
                  <a:lnTo>
                    <a:pt x="2240399" y="75999"/>
                  </a:lnTo>
                  <a:lnTo>
                    <a:pt x="2240399" y="84394"/>
                  </a:lnTo>
                  <a:lnTo>
                    <a:pt x="2233594" y="91199"/>
                  </a:lnTo>
                  <a:lnTo>
                    <a:pt x="22251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823642" y="706743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6" y="1600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823642" y="706743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6" y="1600"/>
                  </a:lnTo>
                  <a:lnTo>
                    <a:pt x="2509546" y="4451"/>
                  </a:lnTo>
                  <a:lnTo>
                    <a:pt x="2512399" y="7302"/>
                  </a:lnTo>
                  <a:lnTo>
                    <a:pt x="2514000" y="11168"/>
                  </a:lnTo>
                  <a:lnTo>
                    <a:pt x="2514000" y="15199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14022387" y="4630539"/>
            <a:ext cx="2844800" cy="1026160"/>
            <a:chOff x="14022387" y="4630539"/>
            <a:chExt cx="2844800" cy="1026160"/>
          </a:xfrm>
        </p:grpSpPr>
        <p:sp>
          <p:nvSpPr>
            <p:cNvPr id="77" name="object 77"/>
            <p:cNvSpPr/>
            <p:nvPr/>
          </p:nvSpPr>
          <p:spPr>
            <a:xfrm>
              <a:off x="14027150" y="4635301"/>
              <a:ext cx="2835275" cy="1016635"/>
            </a:xfrm>
            <a:custGeom>
              <a:avLst/>
              <a:gdLst/>
              <a:ahLst/>
              <a:cxnLst/>
              <a:rect l="l" t="t" r="r" b="b"/>
              <a:pathLst>
                <a:path w="2835275" h="1016635">
                  <a:moveTo>
                    <a:pt x="2834999" y="1016399"/>
                  </a:moveTo>
                  <a:lnTo>
                    <a:pt x="0" y="10163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0163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4027150" y="4635301"/>
              <a:ext cx="2835275" cy="1016635"/>
            </a:xfrm>
            <a:custGeom>
              <a:avLst/>
              <a:gdLst/>
              <a:ahLst/>
              <a:cxnLst/>
              <a:rect l="l" t="t" r="r" b="b"/>
              <a:pathLst>
                <a:path w="2835275" h="1016635">
                  <a:moveTo>
                    <a:pt x="0" y="0"/>
                  </a:moveTo>
                  <a:lnTo>
                    <a:pt x="2834999" y="0"/>
                  </a:lnTo>
                  <a:lnTo>
                    <a:pt x="2834999" y="1016399"/>
                  </a:lnTo>
                  <a:lnTo>
                    <a:pt x="0" y="10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4164993" y="48072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4164993" y="480725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4164993" y="499760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164993" y="499760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164993" y="520704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4164993" y="520704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199"/>
                  </a:moveTo>
                  <a:lnTo>
                    <a:pt x="0" y="6804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4164993" y="5387043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39">
                  <a:moveTo>
                    <a:pt x="17007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1696431" y="0"/>
                  </a:lnTo>
                  <a:lnTo>
                    <a:pt x="1700296" y="1601"/>
                  </a:lnTo>
                  <a:lnTo>
                    <a:pt x="1703146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4164993" y="5387043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39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1692398" y="0"/>
                  </a:lnTo>
                  <a:lnTo>
                    <a:pt x="1696431" y="0"/>
                  </a:lnTo>
                  <a:lnTo>
                    <a:pt x="1700296" y="1601"/>
                  </a:lnTo>
                  <a:lnTo>
                    <a:pt x="1703146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200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3" y="91199"/>
                  </a:lnTo>
                  <a:lnTo>
                    <a:pt x="16923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14022387" y="6254187"/>
            <a:ext cx="2844800" cy="1155065"/>
            <a:chOff x="14022387" y="6254187"/>
            <a:chExt cx="2844800" cy="1155065"/>
          </a:xfrm>
        </p:grpSpPr>
        <p:sp>
          <p:nvSpPr>
            <p:cNvPr id="88" name="object 88"/>
            <p:cNvSpPr/>
            <p:nvPr/>
          </p:nvSpPr>
          <p:spPr>
            <a:xfrm>
              <a:off x="14027150" y="6258950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40">
                  <a:moveTo>
                    <a:pt x="2834999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1453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4027150" y="6258950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40">
                  <a:moveTo>
                    <a:pt x="0" y="0"/>
                  </a:moveTo>
                  <a:lnTo>
                    <a:pt x="2834999" y="0"/>
                  </a:lnTo>
                  <a:lnTo>
                    <a:pt x="2834999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4164993" y="640510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4164993" y="640510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164993" y="659545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4164993" y="659545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4164993" y="678579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4164993" y="678579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4164993" y="697614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4164993" y="697614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498798" y="0"/>
                  </a:lnTo>
                  <a:lnTo>
                    <a:pt x="2502831" y="0"/>
                  </a:lnTo>
                  <a:lnTo>
                    <a:pt x="2506696" y="1601"/>
                  </a:lnTo>
                  <a:lnTo>
                    <a:pt x="2509546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3" y="91199"/>
                  </a:lnTo>
                  <a:lnTo>
                    <a:pt x="24987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4164993" y="7166493"/>
              <a:ext cx="2249805" cy="91440"/>
            </a:xfrm>
            <a:custGeom>
              <a:avLst/>
              <a:gdLst/>
              <a:ahLst/>
              <a:cxnLst/>
              <a:rect l="l" t="t" r="r" b="b"/>
              <a:pathLst>
                <a:path w="2249805" h="91440">
                  <a:moveTo>
                    <a:pt x="2242593" y="91199"/>
                  </a:moveTo>
                  <a:lnTo>
                    <a:pt x="6804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4" y="0"/>
                  </a:lnTo>
                  <a:lnTo>
                    <a:pt x="2238231" y="0"/>
                  </a:lnTo>
                  <a:lnTo>
                    <a:pt x="2242096" y="1601"/>
                  </a:lnTo>
                  <a:lnTo>
                    <a:pt x="2244946" y="4451"/>
                  </a:lnTo>
                  <a:lnTo>
                    <a:pt x="2247798" y="7302"/>
                  </a:lnTo>
                  <a:lnTo>
                    <a:pt x="2249399" y="11168"/>
                  </a:lnTo>
                  <a:lnTo>
                    <a:pt x="2249399" y="84394"/>
                  </a:lnTo>
                  <a:lnTo>
                    <a:pt x="2242593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4164993" y="7166493"/>
              <a:ext cx="2249805" cy="91440"/>
            </a:xfrm>
            <a:custGeom>
              <a:avLst/>
              <a:gdLst/>
              <a:ahLst/>
              <a:cxnLst/>
              <a:rect l="l" t="t" r="r" b="b"/>
              <a:pathLst>
                <a:path w="2249805" h="91440">
                  <a:moveTo>
                    <a:pt x="0" y="15200"/>
                  </a:moveTo>
                  <a:lnTo>
                    <a:pt x="0" y="6805"/>
                  </a:lnTo>
                  <a:lnTo>
                    <a:pt x="6804" y="0"/>
                  </a:lnTo>
                  <a:lnTo>
                    <a:pt x="15199" y="0"/>
                  </a:lnTo>
                  <a:lnTo>
                    <a:pt x="2234198" y="0"/>
                  </a:lnTo>
                  <a:lnTo>
                    <a:pt x="2238231" y="0"/>
                  </a:lnTo>
                  <a:lnTo>
                    <a:pt x="2242096" y="1601"/>
                  </a:lnTo>
                  <a:lnTo>
                    <a:pt x="2244946" y="4451"/>
                  </a:lnTo>
                  <a:lnTo>
                    <a:pt x="2247798" y="7302"/>
                  </a:lnTo>
                  <a:lnTo>
                    <a:pt x="2249399" y="11168"/>
                  </a:lnTo>
                  <a:lnTo>
                    <a:pt x="2249399" y="15200"/>
                  </a:lnTo>
                  <a:lnTo>
                    <a:pt x="2249399" y="75999"/>
                  </a:lnTo>
                  <a:lnTo>
                    <a:pt x="2249399" y="84394"/>
                  </a:lnTo>
                  <a:lnTo>
                    <a:pt x="2242593" y="91199"/>
                  </a:lnTo>
                  <a:lnTo>
                    <a:pt x="2234198" y="91199"/>
                  </a:lnTo>
                  <a:lnTo>
                    <a:pt x="15199" y="91199"/>
                  </a:lnTo>
                  <a:lnTo>
                    <a:pt x="6804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11752025" y="3236628"/>
            <a:ext cx="4145279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400" spc="40" dirty="0">
                <a:latin typeface="Tahoma"/>
                <a:cs typeface="Tahoma"/>
              </a:rPr>
              <a:t>Split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-5" dirty="0">
                <a:latin typeface="Tahoma"/>
                <a:cs typeface="Tahoma"/>
              </a:rPr>
              <a:t>long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15" dirty="0">
                <a:latin typeface="Tahoma"/>
                <a:cs typeface="Tahoma"/>
              </a:rPr>
              <a:t>sources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60" dirty="0">
                <a:latin typeface="Tahoma"/>
                <a:cs typeface="Tahoma"/>
              </a:rPr>
              <a:t>into  </a:t>
            </a:r>
            <a:r>
              <a:rPr sz="3400" spc="50" dirty="0">
                <a:latin typeface="Tahoma"/>
                <a:cs typeface="Tahoma"/>
              </a:rPr>
              <a:t>short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5" dirty="0">
                <a:latin typeface="Tahoma"/>
                <a:cs typeface="Tahoma"/>
              </a:rPr>
              <a:t>chunks</a:t>
            </a:r>
            <a:endParaRPr sz="3400">
              <a:latin typeface="Tahoma"/>
              <a:cs typeface="Tahoma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9367642" y="5136881"/>
            <a:ext cx="1066165" cy="164465"/>
            <a:chOff x="9367642" y="5136881"/>
            <a:chExt cx="1066165" cy="164465"/>
          </a:xfrm>
        </p:grpSpPr>
        <p:sp>
          <p:nvSpPr>
            <p:cNvPr id="102" name="object 102"/>
            <p:cNvSpPr/>
            <p:nvPr/>
          </p:nvSpPr>
          <p:spPr>
            <a:xfrm>
              <a:off x="9386692" y="5211759"/>
              <a:ext cx="855344" cy="7620"/>
            </a:xfrm>
            <a:custGeom>
              <a:avLst/>
              <a:gdLst/>
              <a:ahLst/>
              <a:cxnLst/>
              <a:rect l="l" t="t" r="r" b="b"/>
              <a:pathLst>
                <a:path w="855345" h="7620">
                  <a:moveTo>
                    <a:pt x="0" y="0"/>
                  </a:moveTo>
                  <a:lnTo>
                    <a:pt x="855007" y="7101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2127" y="5136881"/>
              <a:ext cx="211517" cy="1639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1675" y="1473714"/>
            <a:ext cx="15255875" cy="28295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4000" spc="-260" dirty="0">
                <a:latin typeface="Tahoma"/>
                <a:cs typeface="Tahoma"/>
              </a:rPr>
              <a:t>T</a:t>
            </a:r>
            <a:r>
              <a:rPr sz="4000" spc="70" dirty="0">
                <a:latin typeface="Tahoma"/>
                <a:cs typeface="Tahoma"/>
              </a:rPr>
              <a:t>wo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0" dirty="0">
                <a:latin typeface="Tahoma"/>
                <a:cs typeface="Tahoma"/>
              </a:rPr>
              <a:t>conside</a:t>
            </a:r>
            <a:r>
              <a:rPr sz="4000" spc="-50" dirty="0">
                <a:latin typeface="Tahoma"/>
                <a:cs typeface="Tahoma"/>
              </a:rPr>
              <a:t>r</a:t>
            </a:r>
            <a:r>
              <a:rPr sz="4000" spc="30" dirty="0">
                <a:latin typeface="Tahoma"/>
                <a:cs typeface="Tahoma"/>
              </a:rPr>
              <a:t>ations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95" dirty="0">
                <a:latin typeface="Tahoma"/>
                <a:cs typeface="Tahoma"/>
              </a:rPr>
              <a:t>for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using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30" dirty="0">
                <a:latin typeface="Tahoma"/>
                <a:cs typeface="Tahoma"/>
              </a:rPr>
              <a:t>e</a:t>
            </a:r>
            <a:r>
              <a:rPr sz="4000" spc="50" dirty="0">
                <a:latin typeface="Tahoma"/>
                <a:cs typeface="Tahoma"/>
              </a:rPr>
              <a:t>xternal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data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in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10" dirty="0">
                <a:latin typeface="Tahoma"/>
                <a:cs typeface="Tahoma"/>
              </a:rPr>
              <a:t>R</a:t>
            </a:r>
            <a:r>
              <a:rPr sz="4000" spc="120" dirty="0">
                <a:latin typeface="Tahoma"/>
                <a:cs typeface="Tahoma"/>
              </a:rPr>
              <a:t>A</a:t>
            </a:r>
            <a:r>
              <a:rPr sz="4000" spc="-70" dirty="0">
                <a:latin typeface="Tahoma"/>
                <a:cs typeface="Tahoma"/>
              </a:rPr>
              <a:t>G:</a:t>
            </a:r>
            <a:endParaRPr sz="4000">
              <a:latin typeface="Tahoma"/>
              <a:cs typeface="Tahoma"/>
            </a:endParaRPr>
          </a:p>
          <a:p>
            <a:pPr marL="927100" indent="-819785">
              <a:lnSpc>
                <a:spcPct val="100000"/>
              </a:lnSpc>
              <a:spcBef>
                <a:spcPts val="720"/>
              </a:spcBef>
              <a:buSzPct val="90000"/>
              <a:buAutoNum type="arabicPeriod"/>
              <a:tabLst>
                <a:tab pos="926465" algn="l"/>
                <a:tab pos="927100" algn="l"/>
              </a:tabLst>
            </a:pPr>
            <a:r>
              <a:rPr sz="4000" spc="75" dirty="0">
                <a:latin typeface="Tahoma"/>
                <a:cs typeface="Tahoma"/>
              </a:rPr>
              <a:t>Data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must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50" dirty="0">
                <a:latin typeface="Tahoma"/>
                <a:cs typeface="Tahoma"/>
              </a:rPr>
              <a:t>ﬁt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inside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cont</a:t>
            </a:r>
            <a:r>
              <a:rPr sz="4000" spc="-130" dirty="0">
                <a:latin typeface="Tahoma"/>
                <a:cs typeface="Tahoma"/>
              </a:rPr>
              <a:t>e</a:t>
            </a:r>
            <a:r>
              <a:rPr sz="4000" spc="90" dirty="0">
                <a:latin typeface="Tahoma"/>
                <a:cs typeface="Tahoma"/>
              </a:rPr>
              <a:t>xt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0" dirty="0">
                <a:latin typeface="Tahoma"/>
                <a:cs typeface="Tahoma"/>
              </a:rPr>
              <a:t>window</a:t>
            </a:r>
            <a:endParaRPr sz="4000">
              <a:latin typeface="Tahoma"/>
              <a:cs typeface="Tahoma"/>
            </a:endParaRPr>
          </a:p>
          <a:p>
            <a:pPr marL="927100" marR="5080" indent="-819785">
              <a:lnSpc>
                <a:spcPct val="114999"/>
              </a:lnSpc>
              <a:buSzPct val="90000"/>
              <a:buAutoNum type="arabicPeriod"/>
              <a:tabLst>
                <a:tab pos="926465" algn="l"/>
                <a:tab pos="927100" algn="l"/>
              </a:tabLst>
            </a:pPr>
            <a:r>
              <a:rPr sz="4000" spc="75" dirty="0">
                <a:latin typeface="Tahoma"/>
                <a:cs typeface="Tahoma"/>
              </a:rPr>
              <a:t>Data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must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be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in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format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that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0" dirty="0">
                <a:latin typeface="Tahoma"/>
                <a:cs typeface="Tahoma"/>
              </a:rPr>
              <a:t>allows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70" dirty="0">
                <a:latin typeface="Tahoma"/>
                <a:cs typeface="Tahoma"/>
              </a:rPr>
              <a:t>its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rel</a:t>
            </a:r>
            <a:r>
              <a:rPr sz="4000" spc="25" dirty="0">
                <a:latin typeface="Tahoma"/>
                <a:cs typeface="Tahoma"/>
              </a:rPr>
              <a:t>e</a:t>
            </a:r>
            <a:r>
              <a:rPr sz="4000" spc="-5" dirty="0">
                <a:latin typeface="Tahoma"/>
                <a:cs typeface="Tahoma"/>
              </a:rPr>
              <a:t>vance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0" dirty="0">
                <a:latin typeface="Tahoma"/>
                <a:cs typeface="Tahoma"/>
              </a:rPr>
              <a:t>to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be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35" dirty="0">
                <a:latin typeface="Tahoma"/>
                <a:cs typeface="Tahoma"/>
              </a:rPr>
              <a:t>assessed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5" dirty="0">
                <a:latin typeface="Tahoma"/>
                <a:cs typeface="Tahoma"/>
              </a:rPr>
              <a:t>at  inference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50" dirty="0">
                <a:latin typeface="Tahoma"/>
                <a:cs typeface="Tahoma"/>
              </a:rPr>
              <a:t>time:</a:t>
            </a:r>
            <a:r>
              <a:rPr sz="4000" spc="-484" dirty="0">
                <a:latin typeface="Tahoma"/>
                <a:cs typeface="Tahoma"/>
              </a:rPr>
              <a:t> </a:t>
            </a:r>
            <a:r>
              <a:rPr sz="4000" b="1" spc="-280" dirty="0">
                <a:latin typeface="Tahoma"/>
                <a:cs typeface="Tahoma"/>
              </a:rPr>
              <a:t>Embeddin</a:t>
            </a:r>
            <a:r>
              <a:rPr sz="4000" b="1" spc="-275" dirty="0">
                <a:latin typeface="Tahoma"/>
                <a:cs typeface="Tahoma"/>
              </a:rPr>
              <a:t>g</a:t>
            </a:r>
            <a:r>
              <a:rPr sz="4000" b="1" spc="-405" dirty="0">
                <a:latin typeface="Tahoma"/>
                <a:cs typeface="Tahoma"/>
              </a:rPr>
              <a:t> </a:t>
            </a:r>
            <a:r>
              <a:rPr sz="4000" b="1" spc="-254" dirty="0">
                <a:latin typeface="Tahoma"/>
                <a:cs typeface="Tahoma"/>
              </a:rPr>
              <a:t>v</a:t>
            </a:r>
            <a:r>
              <a:rPr sz="4000" b="1" spc="-200" dirty="0">
                <a:latin typeface="Tahoma"/>
                <a:cs typeface="Tahoma"/>
              </a:rPr>
              <a:t>ectors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800798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05" dirty="0"/>
              <a:t>Data</a:t>
            </a:r>
            <a:r>
              <a:rPr sz="5600" spc="-670" dirty="0"/>
              <a:t> </a:t>
            </a:r>
            <a:r>
              <a:rPr sz="5600" spc="20" dirty="0"/>
              <a:t>prepa</a:t>
            </a:r>
            <a:r>
              <a:rPr sz="5600" spc="130" dirty="0"/>
              <a:t>r</a:t>
            </a:r>
            <a:r>
              <a:rPr sz="5600" spc="65" dirty="0"/>
              <a:t>ation</a:t>
            </a:r>
            <a:r>
              <a:rPr sz="5600" spc="-670" dirty="0"/>
              <a:t> </a:t>
            </a:r>
            <a:r>
              <a:rPr sz="5600" spc="135" dirty="0"/>
              <a:t>for</a:t>
            </a:r>
            <a:r>
              <a:rPr sz="5600" spc="-670" dirty="0"/>
              <a:t> </a:t>
            </a:r>
            <a:r>
              <a:rPr sz="5600" spc="130" dirty="0"/>
              <a:t>R</a:t>
            </a:r>
            <a:r>
              <a:rPr sz="5600" spc="335" dirty="0"/>
              <a:t>A</a:t>
            </a:r>
            <a:r>
              <a:rPr sz="5600" spc="370" dirty="0"/>
              <a:t>G</a:t>
            </a:r>
            <a:endParaRPr sz="5600"/>
          </a:p>
        </p:txBody>
      </p:sp>
      <p:grpSp>
        <p:nvGrpSpPr>
          <p:cNvPr id="4" name="object 4"/>
          <p:cNvGrpSpPr/>
          <p:nvPr/>
        </p:nvGrpSpPr>
        <p:grpSpPr>
          <a:xfrm>
            <a:off x="1337137" y="6205546"/>
            <a:ext cx="3941445" cy="1936750"/>
            <a:chOff x="1337137" y="6205546"/>
            <a:chExt cx="3941445" cy="1936750"/>
          </a:xfrm>
        </p:grpSpPr>
        <p:sp>
          <p:nvSpPr>
            <p:cNvPr id="5" name="object 5"/>
            <p:cNvSpPr/>
            <p:nvPr/>
          </p:nvSpPr>
          <p:spPr>
            <a:xfrm>
              <a:off x="1341899" y="6210308"/>
              <a:ext cx="2835275" cy="1927225"/>
            </a:xfrm>
            <a:custGeom>
              <a:avLst/>
              <a:gdLst/>
              <a:ahLst/>
              <a:cxnLst/>
              <a:rect l="l" t="t" r="r" b="b"/>
              <a:pathLst>
                <a:path w="2835275" h="1927225">
                  <a:moveTo>
                    <a:pt x="2834999" y="1927199"/>
                  </a:moveTo>
                  <a:lnTo>
                    <a:pt x="0" y="19271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927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1899" y="6210308"/>
              <a:ext cx="2835275" cy="1927225"/>
            </a:xfrm>
            <a:custGeom>
              <a:avLst/>
              <a:gdLst/>
              <a:ahLst/>
              <a:cxnLst/>
              <a:rect l="l" t="t" r="r" b="b"/>
              <a:pathLst>
                <a:path w="2835275" h="1927225">
                  <a:moveTo>
                    <a:pt x="0" y="0"/>
                  </a:moveTo>
                  <a:lnTo>
                    <a:pt x="2834999" y="0"/>
                  </a:lnTo>
                  <a:lnTo>
                    <a:pt x="2834999" y="1927199"/>
                  </a:lnTo>
                  <a:lnTo>
                    <a:pt x="0" y="192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4781" y="6437065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4">
                  <a:moveTo>
                    <a:pt x="2507239" y="90599"/>
                  </a:moveTo>
                  <a:lnTo>
                    <a:pt x="6760" y="90599"/>
                  </a:lnTo>
                  <a:lnTo>
                    <a:pt x="0" y="83839"/>
                  </a:lnTo>
                  <a:lnTo>
                    <a:pt x="0" y="15099"/>
                  </a:lnTo>
                  <a:lnTo>
                    <a:pt x="0" y="6760"/>
                  </a:lnTo>
                  <a:lnTo>
                    <a:pt x="6760" y="0"/>
                  </a:lnTo>
                  <a:lnTo>
                    <a:pt x="2502904" y="0"/>
                  </a:lnTo>
                  <a:lnTo>
                    <a:pt x="2506745" y="1590"/>
                  </a:lnTo>
                  <a:lnTo>
                    <a:pt x="2512409" y="7254"/>
                  </a:lnTo>
                  <a:lnTo>
                    <a:pt x="2514000" y="11095"/>
                  </a:lnTo>
                  <a:lnTo>
                    <a:pt x="2514000" y="83839"/>
                  </a:lnTo>
                  <a:lnTo>
                    <a:pt x="2507239" y="905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4781" y="6437065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4">
                  <a:moveTo>
                    <a:pt x="0" y="15099"/>
                  </a:moveTo>
                  <a:lnTo>
                    <a:pt x="0" y="6760"/>
                  </a:lnTo>
                  <a:lnTo>
                    <a:pt x="6760" y="0"/>
                  </a:lnTo>
                  <a:lnTo>
                    <a:pt x="15100" y="0"/>
                  </a:lnTo>
                  <a:lnTo>
                    <a:pt x="2498899" y="0"/>
                  </a:lnTo>
                  <a:lnTo>
                    <a:pt x="2502904" y="0"/>
                  </a:lnTo>
                  <a:lnTo>
                    <a:pt x="2506745" y="1590"/>
                  </a:lnTo>
                  <a:lnTo>
                    <a:pt x="2509577" y="4422"/>
                  </a:lnTo>
                  <a:lnTo>
                    <a:pt x="2512409" y="7254"/>
                  </a:lnTo>
                  <a:lnTo>
                    <a:pt x="2514000" y="11095"/>
                  </a:lnTo>
                  <a:lnTo>
                    <a:pt x="2514000" y="15099"/>
                  </a:lnTo>
                  <a:lnTo>
                    <a:pt x="2514000" y="75499"/>
                  </a:lnTo>
                  <a:lnTo>
                    <a:pt x="2514000" y="83839"/>
                  </a:lnTo>
                  <a:lnTo>
                    <a:pt x="2507239" y="90599"/>
                  </a:lnTo>
                  <a:lnTo>
                    <a:pt x="2498899" y="90599"/>
                  </a:lnTo>
                  <a:lnTo>
                    <a:pt x="15100" y="90599"/>
                  </a:lnTo>
                  <a:lnTo>
                    <a:pt x="6760" y="90599"/>
                  </a:lnTo>
                  <a:lnTo>
                    <a:pt x="0" y="83839"/>
                  </a:lnTo>
                  <a:lnTo>
                    <a:pt x="0" y="75499"/>
                  </a:lnTo>
                  <a:lnTo>
                    <a:pt x="0" y="150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24781" y="6626041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4">
                  <a:moveTo>
                    <a:pt x="1410439" y="90599"/>
                  </a:moveTo>
                  <a:lnTo>
                    <a:pt x="6760" y="90599"/>
                  </a:lnTo>
                  <a:lnTo>
                    <a:pt x="0" y="83838"/>
                  </a:lnTo>
                  <a:lnTo>
                    <a:pt x="0" y="15099"/>
                  </a:lnTo>
                  <a:lnTo>
                    <a:pt x="0" y="6760"/>
                  </a:lnTo>
                  <a:lnTo>
                    <a:pt x="6760" y="0"/>
                  </a:lnTo>
                  <a:lnTo>
                    <a:pt x="1406104" y="0"/>
                  </a:lnTo>
                  <a:lnTo>
                    <a:pt x="1409945" y="1590"/>
                  </a:lnTo>
                  <a:lnTo>
                    <a:pt x="1415609" y="7254"/>
                  </a:lnTo>
                  <a:lnTo>
                    <a:pt x="1417199" y="11095"/>
                  </a:lnTo>
                  <a:lnTo>
                    <a:pt x="1417199" y="83838"/>
                  </a:lnTo>
                  <a:lnTo>
                    <a:pt x="1410439" y="905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4781" y="6626041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4">
                  <a:moveTo>
                    <a:pt x="0" y="15099"/>
                  </a:moveTo>
                  <a:lnTo>
                    <a:pt x="0" y="6760"/>
                  </a:lnTo>
                  <a:lnTo>
                    <a:pt x="6760" y="0"/>
                  </a:lnTo>
                  <a:lnTo>
                    <a:pt x="15100" y="0"/>
                  </a:lnTo>
                  <a:lnTo>
                    <a:pt x="1402099" y="0"/>
                  </a:lnTo>
                  <a:lnTo>
                    <a:pt x="1406104" y="0"/>
                  </a:lnTo>
                  <a:lnTo>
                    <a:pt x="1409945" y="1590"/>
                  </a:lnTo>
                  <a:lnTo>
                    <a:pt x="1412777" y="4422"/>
                  </a:lnTo>
                  <a:lnTo>
                    <a:pt x="1415609" y="7254"/>
                  </a:lnTo>
                  <a:lnTo>
                    <a:pt x="1417199" y="11095"/>
                  </a:lnTo>
                  <a:lnTo>
                    <a:pt x="1417199" y="15099"/>
                  </a:lnTo>
                  <a:lnTo>
                    <a:pt x="1417199" y="75499"/>
                  </a:lnTo>
                  <a:lnTo>
                    <a:pt x="1417199" y="83838"/>
                  </a:lnTo>
                  <a:lnTo>
                    <a:pt x="1410439" y="90599"/>
                  </a:lnTo>
                  <a:lnTo>
                    <a:pt x="1402099" y="90599"/>
                  </a:lnTo>
                  <a:lnTo>
                    <a:pt x="15100" y="90599"/>
                  </a:lnTo>
                  <a:lnTo>
                    <a:pt x="6760" y="90599"/>
                  </a:lnTo>
                  <a:lnTo>
                    <a:pt x="0" y="83838"/>
                  </a:lnTo>
                  <a:lnTo>
                    <a:pt x="0" y="75499"/>
                  </a:lnTo>
                  <a:lnTo>
                    <a:pt x="0" y="150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1493" y="7169409"/>
              <a:ext cx="855344" cy="7620"/>
            </a:xfrm>
            <a:custGeom>
              <a:avLst/>
              <a:gdLst/>
              <a:ahLst/>
              <a:cxnLst/>
              <a:rect l="l" t="t" r="r" b="b"/>
              <a:pathLst>
                <a:path w="855345" h="7620">
                  <a:moveTo>
                    <a:pt x="0" y="0"/>
                  </a:moveTo>
                  <a:lnTo>
                    <a:pt x="855007" y="7101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6928" y="7094531"/>
              <a:ext cx="211518" cy="16395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91675" y="4845553"/>
            <a:ext cx="429641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400" spc="75" dirty="0">
                <a:latin typeface="Tahoma"/>
                <a:cs typeface="Tahoma"/>
              </a:rPr>
              <a:t>Prompt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130" dirty="0">
                <a:latin typeface="Tahoma"/>
                <a:cs typeface="Tahoma"/>
              </a:rPr>
              <a:t>t</a:t>
            </a:r>
            <a:r>
              <a:rPr sz="3400" spc="-114" dirty="0">
                <a:latin typeface="Tahoma"/>
                <a:cs typeface="Tahoma"/>
              </a:rPr>
              <a:t>e</a:t>
            </a:r>
            <a:r>
              <a:rPr sz="3400" spc="80" dirty="0">
                <a:latin typeface="Tahoma"/>
                <a:cs typeface="Tahoma"/>
              </a:rPr>
              <a:t>xt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15" dirty="0">
                <a:latin typeface="Tahoma"/>
                <a:cs typeface="Tahoma"/>
              </a:rPr>
              <a:t>co</a:t>
            </a:r>
            <a:r>
              <a:rPr sz="3400" spc="-35" dirty="0">
                <a:latin typeface="Tahoma"/>
                <a:cs typeface="Tahoma"/>
              </a:rPr>
              <a:t>n</a:t>
            </a:r>
            <a:r>
              <a:rPr sz="3400" dirty="0">
                <a:latin typeface="Tahoma"/>
                <a:cs typeface="Tahoma"/>
              </a:rPr>
              <a:t>v</a:t>
            </a:r>
            <a:r>
              <a:rPr sz="3400" spc="50" dirty="0">
                <a:latin typeface="Tahoma"/>
                <a:cs typeface="Tahoma"/>
              </a:rPr>
              <a:t>erted  </a:t>
            </a:r>
            <a:r>
              <a:rPr sz="3400" spc="85" dirty="0">
                <a:latin typeface="Tahoma"/>
                <a:cs typeface="Tahoma"/>
              </a:rPr>
              <a:t>to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embedding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v</a:t>
            </a:r>
            <a:r>
              <a:rPr sz="3400" spc="45" dirty="0">
                <a:latin typeface="Tahoma"/>
                <a:cs typeface="Tahoma"/>
              </a:rPr>
              <a:t>ectors</a:t>
            </a:r>
            <a:endParaRPr sz="3400">
              <a:latin typeface="Tahoma"/>
              <a:cs typeface="Tahoma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401286" y="6056714"/>
          <a:ext cx="461645" cy="2305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/>
              </a:tblGrid>
              <a:tr h="461303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1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0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1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098721" y="6056714"/>
          <a:ext cx="461645" cy="2305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/>
              </a:tblGrid>
              <a:tr h="461303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2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0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1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796157" y="6056714"/>
          <a:ext cx="461645" cy="2305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/>
              </a:tblGrid>
              <a:tr h="461303"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3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0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1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493593" y="6056714"/>
          <a:ext cx="461645" cy="2305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/>
              </a:tblGrid>
              <a:tr h="461303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4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0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1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8191028" y="6056714"/>
          <a:ext cx="461645" cy="2305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/>
              </a:tblGrid>
              <a:tr h="461303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5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0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0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611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11167502" y="3789596"/>
            <a:ext cx="4695825" cy="5122545"/>
            <a:chOff x="11167502" y="3789596"/>
            <a:chExt cx="4695825" cy="51225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7502" y="3789596"/>
              <a:ext cx="4695810" cy="512205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481990" y="6121486"/>
              <a:ext cx="493395" cy="483870"/>
            </a:xfrm>
            <a:custGeom>
              <a:avLst/>
              <a:gdLst/>
              <a:ahLst/>
              <a:cxnLst/>
              <a:rect l="l" t="t" r="r" b="b"/>
              <a:pathLst>
                <a:path w="493394" h="483870">
                  <a:moveTo>
                    <a:pt x="246436" y="483848"/>
                  </a:moveTo>
                  <a:lnTo>
                    <a:pt x="196770" y="478933"/>
                  </a:lnTo>
                  <a:lnTo>
                    <a:pt x="150512" y="464837"/>
                  </a:lnTo>
                  <a:lnTo>
                    <a:pt x="108651" y="442532"/>
                  </a:lnTo>
                  <a:lnTo>
                    <a:pt x="72179" y="412991"/>
                  </a:lnTo>
                  <a:lnTo>
                    <a:pt x="42087" y="377187"/>
                  </a:lnTo>
                  <a:lnTo>
                    <a:pt x="19366" y="336092"/>
                  </a:lnTo>
                  <a:lnTo>
                    <a:pt x="5006" y="290681"/>
                  </a:lnTo>
                  <a:lnTo>
                    <a:pt x="0" y="241924"/>
                  </a:lnTo>
                  <a:lnTo>
                    <a:pt x="5006" y="193168"/>
                  </a:lnTo>
                  <a:lnTo>
                    <a:pt x="19366" y="147756"/>
                  </a:lnTo>
                  <a:lnTo>
                    <a:pt x="42087" y="106662"/>
                  </a:lnTo>
                  <a:lnTo>
                    <a:pt x="72179" y="70858"/>
                  </a:lnTo>
                  <a:lnTo>
                    <a:pt x="108651" y="41316"/>
                  </a:lnTo>
                  <a:lnTo>
                    <a:pt x="150512" y="19011"/>
                  </a:lnTo>
                  <a:lnTo>
                    <a:pt x="196770" y="4915"/>
                  </a:lnTo>
                  <a:lnTo>
                    <a:pt x="246436" y="0"/>
                  </a:lnTo>
                  <a:lnTo>
                    <a:pt x="294738" y="4691"/>
                  </a:lnTo>
                  <a:lnTo>
                    <a:pt x="340743" y="18415"/>
                  </a:lnTo>
                  <a:lnTo>
                    <a:pt x="383159" y="40646"/>
                  </a:lnTo>
                  <a:lnTo>
                    <a:pt x="420692" y="70858"/>
                  </a:lnTo>
                  <a:lnTo>
                    <a:pt x="451467" y="107704"/>
                  </a:lnTo>
                  <a:lnTo>
                    <a:pt x="474113" y="149344"/>
                  </a:lnTo>
                  <a:lnTo>
                    <a:pt x="488093" y="194507"/>
                  </a:lnTo>
                  <a:lnTo>
                    <a:pt x="492872" y="241924"/>
                  </a:lnTo>
                  <a:lnTo>
                    <a:pt x="487865" y="290681"/>
                  </a:lnTo>
                  <a:lnTo>
                    <a:pt x="473506" y="336092"/>
                  </a:lnTo>
                  <a:lnTo>
                    <a:pt x="450785" y="377187"/>
                  </a:lnTo>
                  <a:lnTo>
                    <a:pt x="420693" y="412991"/>
                  </a:lnTo>
                  <a:lnTo>
                    <a:pt x="384221" y="442532"/>
                  </a:lnTo>
                  <a:lnTo>
                    <a:pt x="342360" y="464837"/>
                  </a:lnTo>
                  <a:lnTo>
                    <a:pt x="296102" y="478933"/>
                  </a:lnTo>
                  <a:lnTo>
                    <a:pt x="246436" y="483848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481990" y="6121486"/>
              <a:ext cx="493395" cy="483870"/>
            </a:xfrm>
            <a:custGeom>
              <a:avLst/>
              <a:gdLst/>
              <a:ahLst/>
              <a:cxnLst/>
              <a:rect l="l" t="t" r="r" b="b"/>
              <a:pathLst>
                <a:path w="493394" h="483870">
                  <a:moveTo>
                    <a:pt x="0" y="241924"/>
                  </a:moveTo>
                  <a:lnTo>
                    <a:pt x="5006" y="193168"/>
                  </a:lnTo>
                  <a:lnTo>
                    <a:pt x="19366" y="147756"/>
                  </a:lnTo>
                  <a:lnTo>
                    <a:pt x="42087" y="106662"/>
                  </a:lnTo>
                  <a:lnTo>
                    <a:pt x="72179" y="70858"/>
                  </a:lnTo>
                  <a:lnTo>
                    <a:pt x="108651" y="41316"/>
                  </a:lnTo>
                  <a:lnTo>
                    <a:pt x="150512" y="19011"/>
                  </a:lnTo>
                  <a:lnTo>
                    <a:pt x="196770" y="4915"/>
                  </a:lnTo>
                  <a:lnTo>
                    <a:pt x="246436" y="0"/>
                  </a:lnTo>
                  <a:lnTo>
                    <a:pt x="294738" y="4691"/>
                  </a:lnTo>
                  <a:lnTo>
                    <a:pt x="340743" y="18415"/>
                  </a:lnTo>
                  <a:lnTo>
                    <a:pt x="383159" y="40646"/>
                  </a:lnTo>
                  <a:lnTo>
                    <a:pt x="420692" y="70858"/>
                  </a:lnTo>
                  <a:lnTo>
                    <a:pt x="451467" y="107704"/>
                  </a:lnTo>
                  <a:lnTo>
                    <a:pt x="474113" y="149344"/>
                  </a:lnTo>
                  <a:lnTo>
                    <a:pt x="488093" y="194507"/>
                  </a:lnTo>
                  <a:lnTo>
                    <a:pt x="492872" y="241924"/>
                  </a:lnTo>
                  <a:lnTo>
                    <a:pt x="487865" y="290681"/>
                  </a:lnTo>
                  <a:lnTo>
                    <a:pt x="473506" y="336092"/>
                  </a:lnTo>
                  <a:lnTo>
                    <a:pt x="450785" y="377187"/>
                  </a:lnTo>
                  <a:lnTo>
                    <a:pt x="420693" y="412991"/>
                  </a:lnTo>
                  <a:lnTo>
                    <a:pt x="384221" y="442532"/>
                  </a:lnTo>
                  <a:lnTo>
                    <a:pt x="342360" y="464837"/>
                  </a:lnTo>
                  <a:lnTo>
                    <a:pt x="296102" y="478933"/>
                  </a:lnTo>
                  <a:lnTo>
                    <a:pt x="246436" y="483848"/>
                  </a:lnTo>
                  <a:lnTo>
                    <a:pt x="196770" y="478933"/>
                  </a:lnTo>
                  <a:lnTo>
                    <a:pt x="150512" y="464837"/>
                  </a:lnTo>
                  <a:lnTo>
                    <a:pt x="108651" y="442532"/>
                  </a:lnTo>
                  <a:lnTo>
                    <a:pt x="72179" y="412991"/>
                  </a:lnTo>
                  <a:lnTo>
                    <a:pt x="42087" y="377187"/>
                  </a:lnTo>
                  <a:lnTo>
                    <a:pt x="19366" y="336092"/>
                  </a:lnTo>
                  <a:lnTo>
                    <a:pt x="5006" y="290681"/>
                  </a:lnTo>
                  <a:lnTo>
                    <a:pt x="0" y="2419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053734" y="7815693"/>
              <a:ext cx="445134" cy="436880"/>
            </a:xfrm>
            <a:custGeom>
              <a:avLst/>
              <a:gdLst/>
              <a:ahLst/>
              <a:cxnLst/>
              <a:rect l="l" t="t" r="r" b="b"/>
              <a:pathLst>
                <a:path w="445134" h="436879">
                  <a:moveTo>
                    <a:pt x="222425" y="436707"/>
                  </a:moveTo>
                  <a:lnTo>
                    <a:pt x="177599" y="432271"/>
                  </a:lnTo>
                  <a:lnTo>
                    <a:pt x="135847" y="419548"/>
                  </a:lnTo>
                  <a:lnTo>
                    <a:pt x="98065" y="399416"/>
                  </a:lnTo>
                  <a:lnTo>
                    <a:pt x="65146" y="372753"/>
                  </a:lnTo>
                  <a:lnTo>
                    <a:pt x="37986" y="340437"/>
                  </a:lnTo>
                  <a:lnTo>
                    <a:pt x="17479" y="303346"/>
                  </a:lnTo>
                  <a:lnTo>
                    <a:pt x="4518" y="262359"/>
                  </a:lnTo>
                  <a:lnTo>
                    <a:pt x="0" y="218353"/>
                  </a:lnTo>
                  <a:lnTo>
                    <a:pt x="4518" y="174347"/>
                  </a:lnTo>
                  <a:lnTo>
                    <a:pt x="17479" y="133360"/>
                  </a:lnTo>
                  <a:lnTo>
                    <a:pt x="37986" y="96270"/>
                  </a:lnTo>
                  <a:lnTo>
                    <a:pt x="65147" y="63953"/>
                  </a:lnTo>
                  <a:lnTo>
                    <a:pt x="98065" y="37291"/>
                  </a:lnTo>
                  <a:lnTo>
                    <a:pt x="135847" y="17159"/>
                  </a:lnTo>
                  <a:lnTo>
                    <a:pt x="177599" y="4436"/>
                  </a:lnTo>
                  <a:lnTo>
                    <a:pt x="222425" y="0"/>
                  </a:lnTo>
                  <a:lnTo>
                    <a:pt x="266021" y="4234"/>
                  </a:lnTo>
                  <a:lnTo>
                    <a:pt x="307544" y="16620"/>
                  </a:lnTo>
                  <a:lnTo>
                    <a:pt x="345827" y="36685"/>
                  </a:lnTo>
                  <a:lnTo>
                    <a:pt x="379704" y="63954"/>
                  </a:lnTo>
                  <a:lnTo>
                    <a:pt x="407481" y="97210"/>
                  </a:lnTo>
                  <a:lnTo>
                    <a:pt x="427920" y="134793"/>
                  </a:lnTo>
                  <a:lnTo>
                    <a:pt x="440538" y="175556"/>
                  </a:lnTo>
                  <a:lnTo>
                    <a:pt x="444851" y="218353"/>
                  </a:lnTo>
                  <a:lnTo>
                    <a:pt x="440332" y="262359"/>
                  </a:lnTo>
                  <a:lnTo>
                    <a:pt x="427372" y="303346"/>
                  </a:lnTo>
                  <a:lnTo>
                    <a:pt x="406864" y="340437"/>
                  </a:lnTo>
                  <a:lnTo>
                    <a:pt x="379704" y="372753"/>
                  </a:lnTo>
                  <a:lnTo>
                    <a:pt x="346785" y="399416"/>
                  </a:lnTo>
                  <a:lnTo>
                    <a:pt x="309003" y="419548"/>
                  </a:lnTo>
                  <a:lnTo>
                    <a:pt x="267252" y="432271"/>
                  </a:lnTo>
                  <a:lnTo>
                    <a:pt x="222425" y="436707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053734" y="7815693"/>
              <a:ext cx="445134" cy="436880"/>
            </a:xfrm>
            <a:custGeom>
              <a:avLst/>
              <a:gdLst/>
              <a:ahLst/>
              <a:cxnLst/>
              <a:rect l="l" t="t" r="r" b="b"/>
              <a:pathLst>
                <a:path w="445134" h="436879">
                  <a:moveTo>
                    <a:pt x="0" y="218353"/>
                  </a:moveTo>
                  <a:lnTo>
                    <a:pt x="4518" y="174347"/>
                  </a:lnTo>
                  <a:lnTo>
                    <a:pt x="17479" y="133360"/>
                  </a:lnTo>
                  <a:lnTo>
                    <a:pt x="37986" y="96270"/>
                  </a:lnTo>
                  <a:lnTo>
                    <a:pt x="65146" y="63954"/>
                  </a:lnTo>
                  <a:lnTo>
                    <a:pt x="98065" y="37291"/>
                  </a:lnTo>
                  <a:lnTo>
                    <a:pt x="135847" y="17159"/>
                  </a:lnTo>
                  <a:lnTo>
                    <a:pt x="177599" y="4436"/>
                  </a:lnTo>
                  <a:lnTo>
                    <a:pt x="222425" y="0"/>
                  </a:lnTo>
                  <a:lnTo>
                    <a:pt x="266021" y="4234"/>
                  </a:lnTo>
                  <a:lnTo>
                    <a:pt x="307544" y="16620"/>
                  </a:lnTo>
                  <a:lnTo>
                    <a:pt x="345827" y="36685"/>
                  </a:lnTo>
                  <a:lnTo>
                    <a:pt x="379704" y="63953"/>
                  </a:lnTo>
                  <a:lnTo>
                    <a:pt x="407481" y="97210"/>
                  </a:lnTo>
                  <a:lnTo>
                    <a:pt x="427920" y="134793"/>
                  </a:lnTo>
                  <a:lnTo>
                    <a:pt x="440538" y="175556"/>
                  </a:lnTo>
                  <a:lnTo>
                    <a:pt x="444851" y="218353"/>
                  </a:lnTo>
                  <a:lnTo>
                    <a:pt x="440332" y="262359"/>
                  </a:lnTo>
                  <a:lnTo>
                    <a:pt x="427372" y="303346"/>
                  </a:lnTo>
                  <a:lnTo>
                    <a:pt x="406864" y="340437"/>
                  </a:lnTo>
                  <a:lnTo>
                    <a:pt x="379704" y="372753"/>
                  </a:lnTo>
                  <a:lnTo>
                    <a:pt x="346785" y="399416"/>
                  </a:lnTo>
                  <a:lnTo>
                    <a:pt x="309003" y="419548"/>
                  </a:lnTo>
                  <a:lnTo>
                    <a:pt x="267252" y="432271"/>
                  </a:lnTo>
                  <a:lnTo>
                    <a:pt x="222425" y="436707"/>
                  </a:lnTo>
                  <a:lnTo>
                    <a:pt x="177599" y="432271"/>
                  </a:lnTo>
                  <a:lnTo>
                    <a:pt x="135847" y="419548"/>
                  </a:lnTo>
                  <a:lnTo>
                    <a:pt x="98065" y="399416"/>
                  </a:lnTo>
                  <a:lnTo>
                    <a:pt x="65146" y="372753"/>
                  </a:lnTo>
                  <a:lnTo>
                    <a:pt x="37986" y="340437"/>
                  </a:lnTo>
                  <a:lnTo>
                    <a:pt x="17479" y="303346"/>
                  </a:lnTo>
                  <a:lnTo>
                    <a:pt x="4518" y="262359"/>
                  </a:lnTo>
                  <a:lnTo>
                    <a:pt x="0" y="218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373794" y="6033005"/>
            <a:ext cx="7200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70" dirty="0">
                <a:latin typeface="Tahoma"/>
                <a:cs typeface="Tahoma"/>
              </a:rPr>
              <a:t>f</a:t>
            </a:r>
            <a:r>
              <a:rPr sz="4000" spc="-70" dirty="0">
                <a:latin typeface="Tahoma"/>
                <a:cs typeface="Tahoma"/>
              </a:rPr>
              <a:t>o</a:t>
            </a:r>
            <a:r>
              <a:rPr sz="4000" spc="35" dirty="0">
                <a:latin typeface="Tahoma"/>
                <a:cs typeface="Tahoma"/>
              </a:rPr>
              <a:t>x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658918" y="7813854"/>
            <a:ext cx="10858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5" dirty="0">
                <a:latin typeface="Tahoma"/>
                <a:cs typeface="Tahoma"/>
              </a:rPr>
              <a:t>whale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12040" y="6889716"/>
            <a:ext cx="8356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" dirty="0">
                <a:latin typeface="Tahoma"/>
                <a:cs typeface="Tahoma"/>
              </a:rPr>
              <a:t>swim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144166" y="5102169"/>
            <a:ext cx="10890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40" dirty="0">
                <a:latin typeface="Tahoma"/>
                <a:cs typeface="Tahoma"/>
              </a:rPr>
              <a:t>jumps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154916" y="4945392"/>
            <a:ext cx="2782570" cy="576580"/>
            <a:chOff x="11154916" y="4945392"/>
            <a:chExt cx="2782570" cy="576580"/>
          </a:xfrm>
        </p:grpSpPr>
        <p:sp>
          <p:nvSpPr>
            <p:cNvPr id="30" name="object 30"/>
            <p:cNvSpPr/>
            <p:nvPr/>
          </p:nvSpPr>
          <p:spPr>
            <a:xfrm>
              <a:off x="13487627" y="5080441"/>
              <a:ext cx="445134" cy="436880"/>
            </a:xfrm>
            <a:custGeom>
              <a:avLst/>
              <a:gdLst/>
              <a:ahLst/>
              <a:cxnLst/>
              <a:rect l="l" t="t" r="r" b="b"/>
              <a:pathLst>
                <a:path w="445134" h="436879">
                  <a:moveTo>
                    <a:pt x="222424" y="436707"/>
                  </a:moveTo>
                  <a:lnTo>
                    <a:pt x="177598" y="432271"/>
                  </a:lnTo>
                  <a:lnTo>
                    <a:pt x="135847" y="419548"/>
                  </a:lnTo>
                  <a:lnTo>
                    <a:pt x="98065" y="399416"/>
                  </a:lnTo>
                  <a:lnTo>
                    <a:pt x="65146" y="372753"/>
                  </a:lnTo>
                  <a:lnTo>
                    <a:pt x="37986" y="340437"/>
                  </a:lnTo>
                  <a:lnTo>
                    <a:pt x="17479" y="303347"/>
                  </a:lnTo>
                  <a:lnTo>
                    <a:pt x="4518" y="262359"/>
                  </a:lnTo>
                  <a:lnTo>
                    <a:pt x="0" y="218353"/>
                  </a:lnTo>
                  <a:lnTo>
                    <a:pt x="4518" y="174347"/>
                  </a:lnTo>
                  <a:lnTo>
                    <a:pt x="17479" y="133360"/>
                  </a:lnTo>
                  <a:lnTo>
                    <a:pt x="37986" y="96270"/>
                  </a:lnTo>
                  <a:lnTo>
                    <a:pt x="65146" y="63954"/>
                  </a:lnTo>
                  <a:lnTo>
                    <a:pt x="98065" y="37291"/>
                  </a:lnTo>
                  <a:lnTo>
                    <a:pt x="135847" y="17159"/>
                  </a:lnTo>
                  <a:lnTo>
                    <a:pt x="177598" y="4436"/>
                  </a:lnTo>
                  <a:lnTo>
                    <a:pt x="222424" y="0"/>
                  </a:lnTo>
                  <a:lnTo>
                    <a:pt x="266020" y="4234"/>
                  </a:lnTo>
                  <a:lnTo>
                    <a:pt x="307543" y="16621"/>
                  </a:lnTo>
                  <a:lnTo>
                    <a:pt x="345827" y="36686"/>
                  </a:lnTo>
                  <a:lnTo>
                    <a:pt x="379703" y="63954"/>
                  </a:lnTo>
                  <a:lnTo>
                    <a:pt x="407480" y="97211"/>
                  </a:lnTo>
                  <a:lnTo>
                    <a:pt x="427919" y="134793"/>
                  </a:lnTo>
                  <a:lnTo>
                    <a:pt x="440536" y="175556"/>
                  </a:lnTo>
                  <a:lnTo>
                    <a:pt x="444849" y="218353"/>
                  </a:lnTo>
                  <a:lnTo>
                    <a:pt x="440331" y="262359"/>
                  </a:lnTo>
                  <a:lnTo>
                    <a:pt x="427370" y="303347"/>
                  </a:lnTo>
                  <a:lnTo>
                    <a:pt x="406863" y="340437"/>
                  </a:lnTo>
                  <a:lnTo>
                    <a:pt x="379703" y="372753"/>
                  </a:lnTo>
                  <a:lnTo>
                    <a:pt x="346785" y="399416"/>
                  </a:lnTo>
                  <a:lnTo>
                    <a:pt x="309003" y="419548"/>
                  </a:lnTo>
                  <a:lnTo>
                    <a:pt x="267251" y="432271"/>
                  </a:lnTo>
                  <a:lnTo>
                    <a:pt x="222424" y="436707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487627" y="5080441"/>
              <a:ext cx="445134" cy="436880"/>
            </a:xfrm>
            <a:custGeom>
              <a:avLst/>
              <a:gdLst/>
              <a:ahLst/>
              <a:cxnLst/>
              <a:rect l="l" t="t" r="r" b="b"/>
              <a:pathLst>
                <a:path w="445134" h="436879">
                  <a:moveTo>
                    <a:pt x="0" y="218353"/>
                  </a:moveTo>
                  <a:lnTo>
                    <a:pt x="4518" y="174347"/>
                  </a:lnTo>
                  <a:lnTo>
                    <a:pt x="17479" y="133360"/>
                  </a:lnTo>
                  <a:lnTo>
                    <a:pt x="37986" y="96270"/>
                  </a:lnTo>
                  <a:lnTo>
                    <a:pt x="65146" y="63954"/>
                  </a:lnTo>
                  <a:lnTo>
                    <a:pt x="98065" y="37291"/>
                  </a:lnTo>
                  <a:lnTo>
                    <a:pt x="135847" y="17159"/>
                  </a:lnTo>
                  <a:lnTo>
                    <a:pt x="177598" y="4436"/>
                  </a:lnTo>
                  <a:lnTo>
                    <a:pt x="222424" y="0"/>
                  </a:lnTo>
                  <a:lnTo>
                    <a:pt x="266020" y="4234"/>
                  </a:lnTo>
                  <a:lnTo>
                    <a:pt x="307543" y="16621"/>
                  </a:lnTo>
                  <a:lnTo>
                    <a:pt x="345827" y="36686"/>
                  </a:lnTo>
                  <a:lnTo>
                    <a:pt x="379703" y="63954"/>
                  </a:lnTo>
                  <a:lnTo>
                    <a:pt x="407480" y="97211"/>
                  </a:lnTo>
                  <a:lnTo>
                    <a:pt x="427919" y="134793"/>
                  </a:lnTo>
                  <a:lnTo>
                    <a:pt x="440536" y="175556"/>
                  </a:lnTo>
                  <a:lnTo>
                    <a:pt x="444849" y="218353"/>
                  </a:lnTo>
                  <a:lnTo>
                    <a:pt x="440331" y="262359"/>
                  </a:lnTo>
                  <a:lnTo>
                    <a:pt x="427370" y="303347"/>
                  </a:lnTo>
                  <a:lnTo>
                    <a:pt x="406863" y="340437"/>
                  </a:lnTo>
                  <a:lnTo>
                    <a:pt x="379703" y="372753"/>
                  </a:lnTo>
                  <a:lnTo>
                    <a:pt x="346785" y="399416"/>
                  </a:lnTo>
                  <a:lnTo>
                    <a:pt x="309003" y="419548"/>
                  </a:lnTo>
                  <a:lnTo>
                    <a:pt x="267251" y="432271"/>
                  </a:lnTo>
                  <a:lnTo>
                    <a:pt x="222424" y="436707"/>
                  </a:lnTo>
                  <a:lnTo>
                    <a:pt x="177598" y="432271"/>
                  </a:lnTo>
                  <a:lnTo>
                    <a:pt x="135847" y="419548"/>
                  </a:lnTo>
                  <a:lnTo>
                    <a:pt x="98065" y="399416"/>
                  </a:lnTo>
                  <a:lnTo>
                    <a:pt x="65146" y="372753"/>
                  </a:lnTo>
                  <a:lnTo>
                    <a:pt x="37986" y="340437"/>
                  </a:lnTo>
                  <a:lnTo>
                    <a:pt x="17479" y="303347"/>
                  </a:lnTo>
                  <a:lnTo>
                    <a:pt x="4518" y="262359"/>
                  </a:lnTo>
                  <a:lnTo>
                    <a:pt x="0" y="218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4916" y="4945392"/>
              <a:ext cx="142505" cy="139552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10622598" y="6925685"/>
            <a:ext cx="316865" cy="311150"/>
            <a:chOff x="10622598" y="6925685"/>
            <a:chExt cx="316865" cy="311150"/>
          </a:xfrm>
        </p:grpSpPr>
        <p:sp>
          <p:nvSpPr>
            <p:cNvPr id="34" name="object 34"/>
            <p:cNvSpPr/>
            <p:nvPr/>
          </p:nvSpPr>
          <p:spPr>
            <a:xfrm>
              <a:off x="10627361" y="6930448"/>
              <a:ext cx="307340" cy="301625"/>
            </a:xfrm>
            <a:custGeom>
              <a:avLst/>
              <a:gdLst/>
              <a:ahLst/>
              <a:cxnLst/>
              <a:rect l="l" t="t" r="r" b="b"/>
              <a:pathLst>
                <a:path w="307340" h="301625">
                  <a:moveTo>
                    <a:pt x="153560" y="301498"/>
                  </a:moveTo>
                  <a:lnTo>
                    <a:pt x="105023" y="293813"/>
                  </a:lnTo>
                  <a:lnTo>
                    <a:pt x="62869" y="272413"/>
                  </a:lnTo>
                  <a:lnTo>
                    <a:pt x="29628" y="239780"/>
                  </a:lnTo>
                  <a:lnTo>
                    <a:pt x="7828" y="198398"/>
                  </a:lnTo>
                  <a:lnTo>
                    <a:pt x="0" y="150749"/>
                  </a:lnTo>
                  <a:lnTo>
                    <a:pt x="7828" y="103101"/>
                  </a:lnTo>
                  <a:lnTo>
                    <a:pt x="29628" y="61718"/>
                  </a:lnTo>
                  <a:lnTo>
                    <a:pt x="62869" y="29085"/>
                  </a:lnTo>
                  <a:lnTo>
                    <a:pt x="105023" y="7685"/>
                  </a:lnTo>
                  <a:lnTo>
                    <a:pt x="153560" y="0"/>
                  </a:lnTo>
                  <a:lnTo>
                    <a:pt x="183658" y="2923"/>
                  </a:lnTo>
                  <a:lnTo>
                    <a:pt x="238756" y="25328"/>
                  </a:lnTo>
                  <a:lnTo>
                    <a:pt x="281321" y="67114"/>
                  </a:lnTo>
                  <a:lnTo>
                    <a:pt x="304143" y="121202"/>
                  </a:lnTo>
                  <a:lnTo>
                    <a:pt x="307120" y="150749"/>
                  </a:lnTo>
                  <a:lnTo>
                    <a:pt x="299292" y="198398"/>
                  </a:lnTo>
                  <a:lnTo>
                    <a:pt x="277492" y="239780"/>
                  </a:lnTo>
                  <a:lnTo>
                    <a:pt x="244251" y="272413"/>
                  </a:lnTo>
                  <a:lnTo>
                    <a:pt x="202097" y="293813"/>
                  </a:lnTo>
                  <a:lnTo>
                    <a:pt x="153560" y="301498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627361" y="6930448"/>
              <a:ext cx="307340" cy="301625"/>
            </a:xfrm>
            <a:custGeom>
              <a:avLst/>
              <a:gdLst/>
              <a:ahLst/>
              <a:cxnLst/>
              <a:rect l="l" t="t" r="r" b="b"/>
              <a:pathLst>
                <a:path w="307340" h="301625">
                  <a:moveTo>
                    <a:pt x="0" y="150749"/>
                  </a:moveTo>
                  <a:lnTo>
                    <a:pt x="7828" y="103101"/>
                  </a:lnTo>
                  <a:lnTo>
                    <a:pt x="29628" y="61718"/>
                  </a:lnTo>
                  <a:lnTo>
                    <a:pt x="62869" y="29085"/>
                  </a:lnTo>
                  <a:lnTo>
                    <a:pt x="105023" y="7685"/>
                  </a:lnTo>
                  <a:lnTo>
                    <a:pt x="153560" y="0"/>
                  </a:lnTo>
                  <a:lnTo>
                    <a:pt x="212325" y="11475"/>
                  </a:lnTo>
                  <a:lnTo>
                    <a:pt x="262144" y="44153"/>
                  </a:lnTo>
                  <a:lnTo>
                    <a:pt x="295432" y="93060"/>
                  </a:lnTo>
                  <a:lnTo>
                    <a:pt x="307120" y="150749"/>
                  </a:lnTo>
                  <a:lnTo>
                    <a:pt x="299292" y="198398"/>
                  </a:lnTo>
                  <a:lnTo>
                    <a:pt x="277492" y="239780"/>
                  </a:lnTo>
                  <a:lnTo>
                    <a:pt x="244251" y="272413"/>
                  </a:lnTo>
                  <a:lnTo>
                    <a:pt x="202097" y="293813"/>
                  </a:lnTo>
                  <a:lnTo>
                    <a:pt x="153560" y="301498"/>
                  </a:lnTo>
                  <a:lnTo>
                    <a:pt x="105023" y="293813"/>
                  </a:lnTo>
                  <a:lnTo>
                    <a:pt x="62869" y="272413"/>
                  </a:lnTo>
                  <a:lnTo>
                    <a:pt x="29628" y="239780"/>
                  </a:lnTo>
                  <a:lnTo>
                    <a:pt x="7828" y="198398"/>
                  </a:lnTo>
                  <a:lnTo>
                    <a:pt x="0" y="1507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288345" y="4895313"/>
            <a:ext cx="527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latin typeface="Tahoma"/>
                <a:cs typeface="Tahoma"/>
              </a:rPr>
              <a:t>book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087318" y="4158100"/>
            <a:ext cx="2486660" cy="4255770"/>
            <a:chOff x="13087318" y="4158100"/>
            <a:chExt cx="2486660" cy="4255770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31418" y="4158100"/>
              <a:ext cx="142506" cy="13955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3106368" y="5484300"/>
              <a:ext cx="1447800" cy="1746885"/>
            </a:xfrm>
            <a:custGeom>
              <a:avLst/>
              <a:gdLst/>
              <a:ahLst/>
              <a:cxnLst/>
              <a:rect l="l" t="t" r="r" b="b"/>
              <a:pathLst>
                <a:path w="1447800" h="1746884">
                  <a:moveTo>
                    <a:pt x="280" y="1735199"/>
                  </a:moveTo>
                  <a:lnTo>
                    <a:pt x="558280" y="0"/>
                  </a:lnTo>
                </a:path>
                <a:path w="1447800" h="1746884">
                  <a:moveTo>
                    <a:pt x="0" y="1746777"/>
                  </a:moveTo>
                  <a:lnTo>
                    <a:pt x="1447800" y="1050177"/>
                  </a:lnTo>
                </a:path>
              </a:pathLst>
            </a:custGeom>
            <a:ln w="38099">
              <a:solidFill>
                <a:srgbClr val="0D5D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790060" y="6900757"/>
              <a:ext cx="680085" cy="1494155"/>
            </a:xfrm>
            <a:custGeom>
              <a:avLst/>
              <a:gdLst/>
              <a:ahLst/>
              <a:cxnLst/>
              <a:rect l="l" t="t" r="r" b="b"/>
              <a:pathLst>
                <a:path w="680084" h="1494154">
                  <a:moveTo>
                    <a:pt x="679888" y="149354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99376" y="6724343"/>
              <a:ext cx="167010" cy="22153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5644631" y="4108022"/>
            <a:ext cx="367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Tahoma"/>
                <a:cs typeface="Tahoma"/>
              </a:rPr>
              <a:t>ﬁre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871993" y="7094532"/>
            <a:ext cx="1066165" cy="164465"/>
            <a:chOff x="8871993" y="7094532"/>
            <a:chExt cx="1066165" cy="164465"/>
          </a:xfrm>
        </p:grpSpPr>
        <p:sp>
          <p:nvSpPr>
            <p:cNvPr id="44" name="object 44"/>
            <p:cNvSpPr/>
            <p:nvPr/>
          </p:nvSpPr>
          <p:spPr>
            <a:xfrm>
              <a:off x="8891043" y="7169409"/>
              <a:ext cx="855344" cy="7620"/>
            </a:xfrm>
            <a:custGeom>
              <a:avLst/>
              <a:gdLst/>
              <a:ahLst/>
              <a:cxnLst/>
              <a:rect l="l" t="t" r="r" b="b"/>
              <a:pathLst>
                <a:path w="855345" h="7620">
                  <a:moveTo>
                    <a:pt x="0" y="0"/>
                  </a:moveTo>
                  <a:lnTo>
                    <a:pt x="855007" y="7101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26478" y="7094532"/>
              <a:ext cx="211517" cy="163957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4638225" y="8148151"/>
            <a:ext cx="26136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latin typeface="Tahoma"/>
                <a:cs typeface="Tahoma"/>
              </a:rPr>
              <a:t>Cosine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40" dirty="0">
                <a:latin typeface="Tahoma"/>
                <a:cs typeface="Tahoma"/>
              </a:rPr>
              <a:t>similarity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1675" y="1473714"/>
            <a:ext cx="15255875" cy="43668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4000" spc="-260" dirty="0">
                <a:latin typeface="Tahoma"/>
                <a:cs typeface="Tahoma"/>
              </a:rPr>
              <a:t>T</a:t>
            </a:r>
            <a:r>
              <a:rPr sz="4000" spc="70" dirty="0">
                <a:latin typeface="Tahoma"/>
                <a:cs typeface="Tahoma"/>
              </a:rPr>
              <a:t>wo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0" dirty="0">
                <a:latin typeface="Tahoma"/>
                <a:cs typeface="Tahoma"/>
              </a:rPr>
              <a:t>conside</a:t>
            </a:r>
            <a:r>
              <a:rPr sz="4000" spc="-50" dirty="0">
                <a:latin typeface="Tahoma"/>
                <a:cs typeface="Tahoma"/>
              </a:rPr>
              <a:t>r</a:t>
            </a:r>
            <a:r>
              <a:rPr sz="4000" spc="30" dirty="0">
                <a:latin typeface="Tahoma"/>
                <a:cs typeface="Tahoma"/>
              </a:rPr>
              <a:t>ations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95" dirty="0">
                <a:latin typeface="Tahoma"/>
                <a:cs typeface="Tahoma"/>
              </a:rPr>
              <a:t>for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using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30" dirty="0">
                <a:latin typeface="Tahoma"/>
                <a:cs typeface="Tahoma"/>
              </a:rPr>
              <a:t>e</a:t>
            </a:r>
            <a:r>
              <a:rPr sz="4000" spc="50" dirty="0">
                <a:latin typeface="Tahoma"/>
                <a:cs typeface="Tahoma"/>
              </a:rPr>
              <a:t>xternal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data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in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10" dirty="0">
                <a:latin typeface="Tahoma"/>
                <a:cs typeface="Tahoma"/>
              </a:rPr>
              <a:t>R</a:t>
            </a:r>
            <a:r>
              <a:rPr sz="4000" spc="120" dirty="0">
                <a:latin typeface="Tahoma"/>
                <a:cs typeface="Tahoma"/>
              </a:rPr>
              <a:t>A</a:t>
            </a:r>
            <a:r>
              <a:rPr sz="4000" spc="-70" dirty="0">
                <a:latin typeface="Tahoma"/>
                <a:cs typeface="Tahoma"/>
              </a:rPr>
              <a:t>G:</a:t>
            </a:r>
            <a:endParaRPr sz="4000">
              <a:latin typeface="Tahoma"/>
              <a:cs typeface="Tahoma"/>
            </a:endParaRPr>
          </a:p>
          <a:p>
            <a:pPr marL="927100" indent="-819785">
              <a:lnSpc>
                <a:spcPct val="100000"/>
              </a:lnSpc>
              <a:spcBef>
                <a:spcPts val="720"/>
              </a:spcBef>
              <a:buSzPct val="90000"/>
              <a:buAutoNum type="arabicPeriod"/>
              <a:tabLst>
                <a:tab pos="926465" algn="l"/>
                <a:tab pos="927100" algn="l"/>
              </a:tabLst>
            </a:pPr>
            <a:r>
              <a:rPr sz="4000" spc="75" dirty="0">
                <a:latin typeface="Tahoma"/>
                <a:cs typeface="Tahoma"/>
              </a:rPr>
              <a:t>Data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must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50" dirty="0">
                <a:latin typeface="Tahoma"/>
                <a:cs typeface="Tahoma"/>
              </a:rPr>
              <a:t>ﬁt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inside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cont</a:t>
            </a:r>
            <a:r>
              <a:rPr sz="4000" spc="-130" dirty="0">
                <a:latin typeface="Tahoma"/>
                <a:cs typeface="Tahoma"/>
              </a:rPr>
              <a:t>e</a:t>
            </a:r>
            <a:r>
              <a:rPr sz="4000" spc="90" dirty="0">
                <a:latin typeface="Tahoma"/>
                <a:cs typeface="Tahoma"/>
              </a:rPr>
              <a:t>xt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0" dirty="0">
                <a:latin typeface="Tahoma"/>
                <a:cs typeface="Tahoma"/>
              </a:rPr>
              <a:t>window</a:t>
            </a:r>
            <a:endParaRPr sz="4000">
              <a:latin typeface="Tahoma"/>
              <a:cs typeface="Tahoma"/>
            </a:endParaRPr>
          </a:p>
          <a:p>
            <a:pPr marL="927100" marR="5080" indent="-819785">
              <a:lnSpc>
                <a:spcPct val="114999"/>
              </a:lnSpc>
              <a:buSzPct val="90000"/>
              <a:buAutoNum type="arabicPeriod"/>
              <a:tabLst>
                <a:tab pos="926465" algn="l"/>
                <a:tab pos="927100" algn="l"/>
              </a:tabLst>
            </a:pPr>
            <a:r>
              <a:rPr sz="4000" spc="75" dirty="0">
                <a:latin typeface="Tahoma"/>
                <a:cs typeface="Tahoma"/>
              </a:rPr>
              <a:t>Data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must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be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in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format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that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0" dirty="0">
                <a:latin typeface="Tahoma"/>
                <a:cs typeface="Tahoma"/>
              </a:rPr>
              <a:t>allows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70" dirty="0">
                <a:latin typeface="Tahoma"/>
                <a:cs typeface="Tahoma"/>
              </a:rPr>
              <a:t>its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rel</a:t>
            </a:r>
            <a:r>
              <a:rPr sz="4000" spc="25" dirty="0">
                <a:latin typeface="Tahoma"/>
                <a:cs typeface="Tahoma"/>
              </a:rPr>
              <a:t>e</a:t>
            </a:r>
            <a:r>
              <a:rPr sz="4000" spc="-5" dirty="0">
                <a:latin typeface="Tahoma"/>
                <a:cs typeface="Tahoma"/>
              </a:rPr>
              <a:t>vance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0" dirty="0">
                <a:latin typeface="Tahoma"/>
                <a:cs typeface="Tahoma"/>
              </a:rPr>
              <a:t>to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be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35" dirty="0">
                <a:latin typeface="Tahoma"/>
                <a:cs typeface="Tahoma"/>
              </a:rPr>
              <a:t>assessed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5" dirty="0">
                <a:latin typeface="Tahoma"/>
                <a:cs typeface="Tahoma"/>
              </a:rPr>
              <a:t>at  inference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50" dirty="0">
                <a:latin typeface="Tahoma"/>
                <a:cs typeface="Tahoma"/>
              </a:rPr>
              <a:t>time:</a:t>
            </a:r>
            <a:r>
              <a:rPr sz="4000" spc="-484" dirty="0">
                <a:latin typeface="Tahoma"/>
                <a:cs typeface="Tahoma"/>
              </a:rPr>
              <a:t> </a:t>
            </a:r>
            <a:r>
              <a:rPr sz="4000" b="1" spc="-280" dirty="0">
                <a:latin typeface="Tahoma"/>
                <a:cs typeface="Tahoma"/>
              </a:rPr>
              <a:t>Embeddin</a:t>
            </a:r>
            <a:r>
              <a:rPr sz="4000" b="1" spc="-275" dirty="0">
                <a:latin typeface="Tahoma"/>
                <a:cs typeface="Tahoma"/>
              </a:rPr>
              <a:t>g</a:t>
            </a:r>
            <a:r>
              <a:rPr sz="4000" b="1" spc="-405" dirty="0">
                <a:latin typeface="Tahoma"/>
                <a:cs typeface="Tahoma"/>
              </a:rPr>
              <a:t> </a:t>
            </a:r>
            <a:r>
              <a:rPr sz="4000" b="1" spc="-254" dirty="0">
                <a:latin typeface="Tahoma"/>
                <a:cs typeface="Tahoma"/>
              </a:rPr>
              <a:t>v</a:t>
            </a:r>
            <a:r>
              <a:rPr sz="4000" b="1" spc="-200" dirty="0">
                <a:latin typeface="Tahoma"/>
                <a:cs typeface="Tahoma"/>
              </a:rPr>
              <a:t>ectors</a:t>
            </a:r>
            <a:endParaRPr sz="4000">
              <a:latin typeface="Tahoma"/>
              <a:cs typeface="Tahoma"/>
            </a:endParaRPr>
          </a:p>
          <a:p>
            <a:pPr marL="12700" marR="9513570">
              <a:lnSpc>
                <a:spcPct val="100000"/>
              </a:lnSpc>
              <a:spcBef>
                <a:spcPts val="3940"/>
              </a:spcBef>
            </a:pPr>
            <a:r>
              <a:rPr sz="3400" spc="45" dirty="0">
                <a:latin typeface="Tahoma"/>
                <a:cs typeface="Tahoma"/>
              </a:rPr>
              <a:t>Process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-15" dirty="0">
                <a:latin typeface="Tahoma"/>
                <a:cs typeface="Tahoma"/>
              </a:rPr>
              <a:t>each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15" dirty="0">
                <a:latin typeface="Tahoma"/>
                <a:cs typeface="Tahoma"/>
              </a:rPr>
              <a:t>chunk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75" dirty="0">
                <a:latin typeface="Tahoma"/>
                <a:cs typeface="Tahoma"/>
              </a:rPr>
              <a:t>with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165" dirty="0">
                <a:latin typeface="Tahoma"/>
                <a:cs typeface="Tahoma"/>
              </a:rPr>
              <a:t>LLM  </a:t>
            </a:r>
            <a:r>
              <a:rPr sz="3400" spc="85" dirty="0">
                <a:latin typeface="Tahoma"/>
                <a:cs typeface="Tahoma"/>
              </a:rPr>
              <a:t>to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30" dirty="0">
                <a:latin typeface="Tahoma"/>
                <a:cs typeface="Tahoma"/>
              </a:rPr>
              <a:t>produce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spc="-10" dirty="0">
                <a:latin typeface="Tahoma"/>
                <a:cs typeface="Tahoma"/>
              </a:rPr>
              <a:t>embedding</a:t>
            </a:r>
            <a:r>
              <a:rPr sz="3400" spc="-409" dirty="0">
                <a:latin typeface="Tahoma"/>
                <a:cs typeface="Tahoma"/>
              </a:rPr>
              <a:t> </a:t>
            </a:r>
            <a:r>
              <a:rPr sz="3400" dirty="0">
                <a:latin typeface="Tahoma"/>
                <a:cs typeface="Tahoma"/>
              </a:rPr>
              <a:t>v</a:t>
            </a:r>
            <a:r>
              <a:rPr sz="3400" spc="45" dirty="0">
                <a:latin typeface="Tahoma"/>
                <a:cs typeface="Tahoma"/>
              </a:rPr>
              <a:t>ectors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800798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05" dirty="0"/>
              <a:t>Data</a:t>
            </a:r>
            <a:r>
              <a:rPr sz="5600" spc="-670" dirty="0"/>
              <a:t> </a:t>
            </a:r>
            <a:r>
              <a:rPr sz="5600" spc="20" dirty="0"/>
              <a:t>prepa</a:t>
            </a:r>
            <a:r>
              <a:rPr sz="5600" spc="130" dirty="0"/>
              <a:t>r</a:t>
            </a:r>
            <a:r>
              <a:rPr sz="5600" spc="65" dirty="0"/>
              <a:t>ation</a:t>
            </a:r>
            <a:r>
              <a:rPr sz="5600" spc="-670" dirty="0"/>
              <a:t> </a:t>
            </a:r>
            <a:r>
              <a:rPr sz="5600" spc="135" dirty="0"/>
              <a:t>for</a:t>
            </a:r>
            <a:r>
              <a:rPr sz="5600" spc="-670" dirty="0"/>
              <a:t> </a:t>
            </a:r>
            <a:r>
              <a:rPr sz="5600" spc="130" dirty="0"/>
              <a:t>R</a:t>
            </a:r>
            <a:r>
              <a:rPr sz="5600" spc="335" dirty="0"/>
              <a:t>A</a:t>
            </a:r>
            <a:r>
              <a:rPr sz="5600" spc="370" dirty="0"/>
              <a:t>G</a:t>
            </a:r>
            <a:endParaRPr sz="5600"/>
          </a:p>
        </p:txBody>
      </p:sp>
      <p:grpSp>
        <p:nvGrpSpPr>
          <p:cNvPr id="4" name="object 4"/>
          <p:cNvGrpSpPr/>
          <p:nvPr/>
        </p:nvGrpSpPr>
        <p:grpSpPr>
          <a:xfrm>
            <a:off x="1330261" y="6213157"/>
            <a:ext cx="2844800" cy="1285875"/>
            <a:chOff x="1330261" y="6213157"/>
            <a:chExt cx="2844800" cy="1285875"/>
          </a:xfrm>
        </p:grpSpPr>
        <p:sp>
          <p:nvSpPr>
            <p:cNvPr id="5" name="object 5"/>
            <p:cNvSpPr/>
            <p:nvPr/>
          </p:nvSpPr>
          <p:spPr>
            <a:xfrm>
              <a:off x="1335024" y="6217920"/>
              <a:ext cx="2835275" cy="1276350"/>
            </a:xfrm>
            <a:custGeom>
              <a:avLst/>
              <a:gdLst/>
              <a:ahLst/>
              <a:cxnLst/>
              <a:rect l="l" t="t" r="r" b="b"/>
              <a:pathLst>
                <a:path w="2835275" h="1276350">
                  <a:moveTo>
                    <a:pt x="2834999" y="1276199"/>
                  </a:moveTo>
                  <a:lnTo>
                    <a:pt x="0" y="12761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276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5024" y="6217920"/>
              <a:ext cx="2835275" cy="1276350"/>
            </a:xfrm>
            <a:custGeom>
              <a:avLst/>
              <a:gdLst/>
              <a:ahLst/>
              <a:cxnLst/>
              <a:rect l="l" t="t" r="r" b="b"/>
              <a:pathLst>
                <a:path w="2835275" h="1276350">
                  <a:moveTo>
                    <a:pt x="0" y="0"/>
                  </a:moveTo>
                  <a:lnTo>
                    <a:pt x="2834999" y="0"/>
                  </a:lnTo>
                  <a:lnTo>
                    <a:pt x="2834999" y="1276199"/>
                  </a:lnTo>
                  <a:lnTo>
                    <a:pt x="0" y="12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72867" y="644631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2867" y="644631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2867" y="6636664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29" h="91440">
                  <a:moveTo>
                    <a:pt x="2315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311431" y="0"/>
                  </a:lnTo>
                  <a:lnTo>
                    <a:pt x="2315297" y="1601"/>
                  </a:lnTo>
                  <a:lnTo>
                    <a:pt x="2320998" y="7303"/>
                  </a:lnTo>
                  <a:lnTo>
                    <a:pt x="2322599" y="11169"/>
                  </a:lnTo>
                  <a:lnTo>
                    <a:pt x="2322599" y="84394"/>
                  </a:lnTo>
                  <a:lnTo>
                    <a:pt x="2315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72867" y="6636664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29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307399" y="0"/>
                  </a:lnTo>
                  <a:lnTo>
                    <a:pt x="2311431" y="0"/>
                  </a:lnTo>
                  <a:lnTo>
                    <a:pt x="2315297" y="1601"/>
                  </a:lnTo>
                  <a:lnTo>
                    <a:pt x="2318147" y="4452"/>
                  </a:lnTo>
                  <a:lnTo>
                    <a:pt x="2320998" y="7303"/>
                  </a:lnTo>
                  <a:lnTo>
                    <a:pt x="2322599" y="11169"/>
                  </a:lnTo>
                  <a:lnTo>
                    <a:pt x="2322599" y="15200"/>
                  </a:lnTo>
                  <a:lnTo>
                    <a:pt x="2322599" y="75999"/>
                  </a:lnTo>
                  <a:lnTo>
                    <a:pt x="2322599" y="84394"/>
                  </a:lnTo>
                  <a:lnTo>
                    <a:pt x="2315794" y="91199"/>
                  </a:lnTo>
                  <a:lnTo>
                    <a:pt x="23073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2867" y="68270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72867" y="682701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72867" y="701735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72867" y="701735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72867" y="7207707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1700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2867" y="7207707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0" y="15199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1692399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3147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199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4" y="91199"/>
                  </a:lnTo>
                  <a:lnTo>
                    <a:pt x="16923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330261" y="7776632"/>
            <a:ext cx="2844800" cy="1155065"/>
            <a:chOff x="1330261" y="7776632"/>
            <a:chExt cx="2844800" cy="1155065"/>
          </a:xfrm>
        </p:grpSpPr>
        <p:sp>
          <p:nvSpPr>
            <p:cNvPr id="18" name="object 18"/>
            <p:cNvSpPr/>
            <p:nvPr/>
          </p:nvSpPr>
          <p:spPr>
            <a:xfrm>
              <a:off x="1335024" y="7781394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40">
                  <a:moveTo>
                    <a:pt x="2834999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1453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35024" y="7781394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40">
                  <a:moveTo>
                    <a:pt x="0" y="0"/>
                  </a:moveTo>
                  <a:lnTo>
                    <a:pt x="2834999" y="0"/>
                  </a:lnTo>
                  <a:lnTo>
                    <a:pt x="2834999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72867" y="800135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5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5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72867" y="800135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5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5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72867" y="819170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72867" y="819170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72867" y="8382051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40">
                  <a:moveTo>
                    <a:pt x="2233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29231" y="0"/>
                  </a:lnTo>
                  <a:lnTo>
                    <a:pt x="2233097" y="1601"/>
                  </a:lnTo>
                  <a:lnTo>
                    <a:pt x="2235947" y="4452"/>
                  </a:lnTo>
                  <a:lnTo>
                    <a:pt x="2238798" y="7303"/>
                  </a:lnTo>
                  <a:lnTo>
                    <a:pt x="2240399" y="11169"/>
                  </a:lnTo>
                  <a:lnTo>
                    <a:pt x="2240399" y="84394"/>
                  </a:lnTo>
                  <a:lnTo>
                    <a:pt x="2233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72867" y="8382051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225199" y="0"/>
                  </a:lnTo>
                  <a:lnTo>
                    <a:pt x="2229231" y="0"/>
                  </a:lnTo>
                  <a:lnTo>
                    <a:pt x="2233097" y="1601"/>
                  </a:lnTo>
                  <a:lnTo>
                    <a:pt x="2235947" y="4452"/>
                  </a:lnTo>
                  <a:lnTo>
                    <a:pt x="2238798" y="7303"/>
                  </a:lnTo>
                  <a:lnTo>
                    <a:pt x="2240399" y="11169"/>
                  </a:lnTo>
                  <a:lnTo>
                    <a:pt x="2240399" y="15200"/>
                  </a:lnTo>
                  <a:lnTo>
                    <a:pt x="2240399" y="75999"/>
                  </a:lnTo>
                  <a:lnTo>
                    <a:pt x="2240399" y="84394"/>
                  </a:lnTo>
                  <a:lnTo>
                    <a:pt x="2233594" y="91199"/>
                  </a:lnTo>
                  <a:lnTo>
                    <a:pt x="22251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72867" y="858987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12398" y="7303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72867" y="858987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671611" y="6237303"/>
            <a:ext cx="2844800" cy="1026160"/>
            <a:chOff x="4671611" y="6237303"/>
            <a:chExt cx="2844800" cy="1026160"/>
          </a:xfrm>
        </p:grpSpPr>
        <p:sp>
          <p:nvSpPr>
            <p:cNvPr id="29" name="object 29"/>
            <p:cNvSpPr/>
            <p:nvPr/>
          </p:nvSpPr>
          <p:spPr>
            <a:xfrm>
              <a:off x="4676373" y="6242065"/>
              <a:ext cx="2835275" cy="1016635"/>
            </a:xfrm>
            <a:custGeom>
              <a:avLst/>
              <a:gdLst/>
              <a:ahLst/>
              <a:cxnLst/>
              <a:rect l="l" t="t" r="r" b="b"/>
              <a:pathLst>
                <a:path w="2835275" h="1016634">
                  <a:moveTo>
                    <a:pt x="2835000" y="1016399"/>
                  </a:moveTo>
                  <a:lnTo>
                    <a:pt x="0" y="1016399"/>
                  </a:lnTo>
                  <a:lnTo>
                    <a:pt x="0" y="0"/>
                  </a:lnTo>
                  <a:lnTo>
                    <a:pt x="2835000" y="0"/>
                  </a:lnTo>
                  <a:lnTo>
                    <a:pt x="2835000" y="10163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76373" y="6242065"/>
              <a:ext cx="2835275" cy="1016635"/>
            </a:xfrm>
            <a:custGeom>
              <a:avLst/>
              <a:gdLst/>
              <a:ahLst/>
              <a:cxnLst/>
              <a:rect l="l" t="t" r="r" b="b"/>
              <a:pathLst>
                <a:path w="2835275" h="1016634">
                  <a:moveTo>
                    <a:pt x="0" y="0"/>
                  </a:moveTo>
                  <a:lnTo>
                    <a:pt x="2835000" y="0"/>
                  </a:lnTo>
                  <a:lnTo>
                    <a:pt x="2835000" y="1016399"/>
                  </a:lnTo>
                  <a:lnTo>
                    <a:pt x="0" y="10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14217" y="641401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14217" y="641401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800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15200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800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14217" y="660436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12398" y="7303"/>
                  </a:lnTo>
                  <a:lnTo>
                    <a:pt x="2514000" y="11169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14217" y="660436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800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4000" y="11169"/>
                  </a:lnTo>
                  <a:lnTo>
                    <a:pt x="2514000" y="15200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800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14217" y="681380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14217" y="681380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800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15200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800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14217" y="6993807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1700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1696431" y="0"/>
                  </a:lnTo>
                  <a:lnTo>
                    <a:pt x="1700297" y="160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14217" y="6993807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0" y="15199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1692399" y="0"/>
                  </a:lnTo>
                  <a:lnTo>
                    <a:pt x="1696431" y="0"/>
                  </a:lnTo>
                  <a:lnTo>
                    <a:pt x="1700297" y="1601"/>
                  </a:lnTo>
                  <a:lnTo>
                    <a:pt x="1703147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199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4" y="91199"/>
                  </a:lnTo>
                  <a:lnTo>
                    <a:pt x="16923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4671611" y="7776632"/>
            <a:ext cx="2844800" cy="1155065"/>
            <a:chOff x="4671611" y="7776632"/>
            <a:chExt cx="2844800" cy="1155065"/>
          </a:xfrm>
        </p:grpSpPr>
        <p:sp>
          <p:nvSpPr>
            <p:cNvPr id="40" name="object 40"/>
            <p:cNvSpPr/>
            <p:nvPr/>
          </p:nvSpPr>
          <p:spPr>
            <a:xfrm>
              <a:off x="4676373" y="7781394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40">
                  <a:moveTo>
                    <a:pt x="2835000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2835000" y="0"/>
                  </a:lnTo>
                  <a:lnTo>
                    <a:pt x="2835000" y="11453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76373" y="7781394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40">
                  <a:moveTo>
                    <a:pt x="0" y="0"/>
                  </a:moveTo>
                  <a:lnTo>
                    <a:pt x="2835000" y="0"/>
                  </a:lnTo>
                  <a:lnTo>
                    <a:pt x="2835000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14217" y="79275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14217" y="792754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800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15200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800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814217" y="811789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14217" y="811789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800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15200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800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14217" y="830824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1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14217" y="830824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800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1"/>
                  </a:lnTo>
                  <a:lnTo>
                    <a:pt x="2514000" y="11168"/>
                  </a:lnTo>
                  <a:lnTo>
                    <a:pt x="2514000" y="15199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800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14217" y="849859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14217" y="849859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800" y="0"/>
                  </a:lnTo>
                  <a:lnTo>
                    <a:pt x="2502831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15199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800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14217" y="8688937"/>
              <a:ext cx="2249805" cy="91440"/>
            </a:xfrm>
            <a:custGeom>
              <a:avLst/>
              <a:gdLst/>
              <a:ahLst/>
              <a:cxnLst/>
              <a:rect l="l" t="t" r="r" b="b"/>
              <a:pathLst>
                <a:path w="2249804" h="91440">
                  <a:moveTo>
                    <a:pt x="2242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38231" y="0"/>
                  </a:lnTo>
                  <a:lnTo>
                    <a:pt x="2242097" y="1601"/>
                  </a:lnTo>
                  <a:lnTo>
                    <a:pt x="2244947" y="4452"/>
                  </a:lnTo>
                  <a:lnTo>
                    <a:pt x="2247798" y="7302"/>
                  </a:lnTo>
                  <a:lnTo>
                    <a:pt x="2249400" y="11168"/>
                  </a:lnTo>
                  <a:lnTo>
                    <a:pt x="2249400" y="84394"/>
                  </a:lnTo>
                  <a:lnTo>
                    <a:pt x="2242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814217" y="8688937"/>
              <a:ext cx="2249805" cy="91440"/>
            </a:xfrm>
            <a:custGeom>
              <a:avLst/>
              <a:gdLst/>
              <a:ahLst/>
              <a:cxnLst/>
              <a:rect l="l" t="t" r="r" b="b"/>
              <a:pathLst>
                <a:path w="2249804" h="91440">
                  <a:moveTo>
                    <a:pt x="0" y="15199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234200" y="0"/>
                  </a:lnTo>
                  <a:lnTo>
                    <a:pt x="2238231" y="0"/>
                  </a:lnTo>
                  <a:lnTo>
                    <a:pt x="2242097" y="1601"/>
                  </a:lnTo>
                  <a:lnTo>
                    <a:pt x="2244947" y="4452"/>
                  </a:lnTo>
                  <a:lnTo>
                    <a:pt x="2247798" y="7302"/>
                  </a:lnTo>
                  <a:lnTo>
                    <a:pt x="2249400" y="11168"/>
                  </a:lnTo>
                  <a:lnTo>
                    <a:pt x="2249400" y="15199"/>
                  </a:lnTo>
                  <a:lnTo>
                    <a:pt x="2249400" y="75999"/>
                  </a:lnTo>
                  <a:lnTo>
                    <a:pt x="2249400" y="84394"/>
                  </a:lnTo>
                  <a:lnTo>
                    <a:pt x="2242594" y="91199"/>
                  </a:lnTo>
                  <a:lnTo>
                    <a:pt x="2234200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686843" y="7082881"/>
            <a:ext cx="1066165" cy="164465"/>
            <a:chOff x="7686843" y="7082881"/>
            <a:chExt cx="1066165" cy="164465"/>
          </a:xfrm>
        </p:grpSpPr>
        <p:sp>
          <p:nvSpPr>
            <p:cNvPr id="53" name="object 53"/>
            <p:cNvSpPr/>
            <p:nvPr/>
          </p:nvSpPr>
          <p:spPr>
            <a:xfrm>
              <a:off x="7705893" y="7157759"/>
              <a:ext cx="855344" cy="7620"/>
            </a:xfrm>
            <a:custGeom>
              <a:avLst/>
              <a:gdLst/>
              <a:ahLst/>
              <a:cxnLst/>
              <a:rect l="l" t="t" r="r" b="b"/>
              <a:pathLst>
                <a:path w="855345" h="7620">
                  <a:moveTo>
                    <a:pt x="0" y="0"/>
                  </a:moveTo>
                  <a:lnTo>
                    <a:pt x="855007" y="7101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1328" y="7082881"/>
              <a:ext cx="211517" cy="163957"/>
            </a:xfrm>
            <a:prstGeom prst="rect">
              <a:avLst/>
            </a:prstGeom>
          </p:spPr>
        </p:pic>
      </p:grp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13411097" y="51433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1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13885352" y="5143317"/>
          <a:ext cx="323215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215"/>
              </a:tblGrid>
              <a:tr h="335321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2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4359610" y="51433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3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14833865" y="51433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4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9448696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1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9922953" y="7276917"/>
          <a:ext cx="323215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215"/>
              </a:tblGrid>
              <a:tr h="335321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2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10397209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3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10871465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4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11345722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5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9448696" y="51433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1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object 65"/>
          <p:cNvGraphicFramePr>
            <a:graphicFrameLocks noGrp="1"/>
          </p:cNvGraphicFramePr>
          <p:nvPr/>
        </p:nvGraphicFramePr>
        <p:xfrm>
          <a:off x="9922953" y="5143317"/>
          <a:ext cx="323215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215"/>
              </a:tblGrid>
              <a:tr h="335321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2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10397209" y="51433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3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7" name="object 67"/>
          <p:cNvGraphicFramePr>
            <a:graphicFrameLocks noGrp="1"/>
          </p:cNvGraphicFramePr>
          <p:nvPr/>
        </p:nvGraphicFramePr>
        <p:xfrm>
          <a:off x="10871465" y="51433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4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11345722" y="51433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5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9" name="object 69"/>
          <p:cNvGraphicFramePr>
            <a:graphicFrameLocks noGrp="1"/>
          </p:cNvGraphicFramePr>
          <p:nvPr/>
        </p:nvGraphicFramePr>
        <p:xfrm>
          <a:off x="11806607" y="51433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6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0" name="object 70"/>
          <p:cNvGraphicFramePr>
            <a:graphicFrameLocks noGrp="1"/>
          </p:cNvGraphicFramePr>
          <p:nvPr/>
        </p:nvGraphicFramePr>
        <p:xfrm>
          <a:off x="16241572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7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15774847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6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2" name="object 72"/>
          <p:cNvGraphicFramePr>
            <a:graphicFrameLocks noGrp="1"/>
          </p:cNvGraphicFramePr>
          <p:nvPr/>
        </p:nvGraphicFramePr>
        <p:xfrm>
          <a:off x="13411097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1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object 73"/>
          <p:cNvGraphicFramePr>
            <a:graphicFrameLocks noGrp="1"/>
          </p:cNvGraphicFramePr>
          <p:nvPr/>
        </p:nvGraphicFramePr>
        <p:xfrm>
          <a:off x="13885352" y="7276917"/>
          <a:ext cx="323215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215"/>
              </a:tblGrid>
              <a:tr h="335321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2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4" name="object 74"/>
          <p:cNvGraphicFramePr>
            <a:graphicFrameLocks noGrp="1"/>
          </p:cNvGraphicFramePr>
          <p:nvPr/>
        </p:nvGraphicFramePr>
        <p:xfrm>
          <a:off x="14359610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3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14833865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4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15308122" y="7276917"/>
          <a:ext cx="313690" cy="167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</a:tblGrid>
              <a:tr h="335321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575" b="1" baseline="-31746" dirty="0">
                          <a:latin typeface="Arial"/>
                          <a:cs typeface="Arial"/>
                        </a:rPr>
                        <a:t>5</a:t>
                      </a:r>
                      <a:endParaRPr sz="1575" baseline="-31746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1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35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727455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40" dirty="0"/>
              <a:t>V</a:t>
            </a:r>
            <a:r>
              <a:rPr sz="5600" spc="105" dirty="0"/>
              <a:t>ector</a:t>
            </a:r>
            <a:r>
              <a:rPr sz="5600" spc="-670" dirty="0"/>
              <a:t> </a:t>
            </a:r>
            <a:r>
              <a:rPr sz="5600" spc="-15" dirty="0"/>
              <a:t>database</a:t>
            </a:r>
            <a:r>
              <a:rPr sz="5600" spc="-670" dirty="0"/>
              <a:t> </a:t>
            </a:r>
            <a:r>
              <a:rPr sz="5600" spc="10" dirty="0"/>
              <a:t>search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2051495" y="2044828"/>
            <a:ext cx="5339715" cy="5932805"/>
            <a:chOff x="2051495" y="2044828"/>
            <a:chExt cx="5339715" cy="59328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495" y="2044828"/>
              <a:ext cx="5339181" cy="59324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20099" y="4745649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4" h="560704">
                  <a:moveTo>
                    <a:pt x="280199" y="560399"/>
                  </a:moveTo>
                  <a:lnTo>
                    <a:pt x="234750" y="556732"/>
                  </a:lnTo>
                  <a:lnTo>
                    <a:pt x="191635" y="546115"/>
                  </a:lnTo>
                  <a:lnTo>
                    <a:pt x="151432" y="529124"/>
                  </a:lnTo>
                  <a:lnTo>
                    <a:pt x="114717" y="506337"/>
                  </a:lnTo>
                  <a:lnTo>
                    <a:pt x="82068" y="478331"/>
                  </a:lnTo>
                  <a:lnTo>
                    <a:pt x="54062" y="445682"/>
                  </a:lnTo>
                  <a:lnTo>
                    <a:pt x="31275" y="408967"/>
                  </a:lnTo>
                  <a:lnTo>
                    <a:pt x="14284" y="368764"/>
                  </a:lnTo>
                  <a:lnTo>
                    <a:pt x="3667" y="325649"/>
                  </a:lnTo>
                  <a:lnTo>
                    <a:pt x="0" y="280199"/>
                  </a:lnTo>
                  <a:lnTo>
                    <a:pt x="3667" y="234750"/>
                  </a:lnTo>
                  <a:lnTo>
                    <a:pt x="14284" y="191635"/>
                  </a:lnTo>
                  <a:lnTo>
                    <a:pt x="31275" y="151432"/>
                  </a:lnTo>
                  <a:lnTo>
                    <a:pt x="54062" y="114717"/>
                  </a:lnTo>
                  <a:lnTo>
                    <a:pt x="82068" y="82068"/>
                  </a:lnTo>
                  <a:lnTo>
                    <a:pt x="114717" y="54062"/>
                  </a:lnTo>
                  <a:lnTo>
                    <a:pt x="151432" y="31275"/>
                  </a:lnTo>
                  <a:lnTo>
                    <a:pt x="191635" y="14284"/>
                  </a:lnTo>
                  <a:lnTo>
                    <a:pt x="234750" y="3667"/>
                  </a:lnTo>
                  <a:lnTo>
                    <a:pt x="280199" y="0"/>
                  </a:lnTo>
                  <a:lnTo>
                    <a:pt x="335119" y="5433"/>
                  </a:lnTo>
                  <a:lnTo>
                    <a:pt x="387427" y="21328"/>
                  </a:lnTo>
                  <a:lnTo>
                    <a:pt x="435655" y="47076"/>
                  </a:lnTo>
                  <a:lnTo>
                    <a:pt x="478331" y="82068"/>
                  </a:lnTo>
                  <a:lnTo>
                    <a:pt x="513323" y="124744"/>
                  </a:lnTo>
                  <a:lnTo>
                    <a:pt x="539071" y="172972"/>
                  </a:lnTo>
                  <a:lnTo>
                    <a:pt x="554966" y="225280"/>
                  </a:lnTo>
                  <a:lnTo>
                    <a:pt x="560399" y="280199"/>
                  </a:lnTo>
                  <a:lnTo>
                    <a:pt x="556732" y="325649"/>
                  </a:lnTo>
                  <a:lnTo>
                    <a:pt x="546115" y="368764"/>
                  </a:lnTo>
                  <a:lnTo>
                    <a:pt x="529124" y="408967"/>
                  </a:lnTo>
                  <a:lnTo>
                    <a:pt x="506337" y="445682"/>
                  </a:lnTo>
                  <a:lnTo>
                    <a:pt x="478331" y="478331"/>
                  </a:lnTo>
                  <a:lnTo>
                    <a:pt x="445682" y="506337"/>
                  </a:lnTo>
                  <a:lnTo>
                    <a:pt x="408967" y="529124"/>
                  </a:lnTo>
                  <a:lnTo>
                    <a:pt x="368764" y="546115"/>
                  </a:lnTo>
                  <a:lnTo>
                    <a:pt x="325649" y="556732"/>
                  </a:lnTo>
                  <a:lnTo>
                    <a:pt x="280199" y="560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20099" y="4745649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4" h="560704">
                  <a:moveTo>
                    <a:pt x="0" y="280199"/>
                  </a:moveTo>
                  <a:lnTo>
                    <a:pt x="3667" y="234750"/>
                  </a:lnTo>
                  <a:lnTo>
                    <a:pt x="14284" y="191635"/>
                  </a:lnTo>
                  <a:lnTo>
                    <a:pt x="31275" y="151432"/>
                  </a:lnTo>
                  <a:lnTo>
                    <a:pt x="54062" y="114717"/>
                  </a:lnTo>
                  <a:lnTo>
                    <a:pt x="82068" y="82068"/>
                  </a:lnTo>
                  <a:lnTo>
                    <a:pt x="114717" y="54062"/>
                  </a:lnTo>
                  <a:lnTo>
                    <a:pt x="151432" y="31275"/>
                  </a:lnTo>
                  <a:lnTo>
                    <a:pt x="191635" y="14284"/>
                  </a:lnTo>
                  <a:lnTo>
                    <a:pt x="234750" y="3667"/>
                  </a:lnTo>
                  <a:lnTo>
                    <a:pt x="280199" y="0"/>
                  </a:lnTo>
                  <a:lnTo>
                    <a:pt x="335119" y="5433"/>
                  </a:lnTo>
                  <a:lnTo>
                    <a:pt x="387427" y="21328"/>
                  </a:lnTo>
                  <a:lnTo>
                    <a:pt x="435655" y="47076"/>
                  </a:lnTo>
                  <a:lnTo>
                    <a:pt x="478331" y="82068"/>
                  </a:lnTo>
                  <a:lnTo>
                    <a:pt x="513323" y="124744"/>
                  </a:lnTo>
                  <a:lnTo>
                    <a:pt x="539071" y="172972"/>
                  </a:lnTo>
                  <a:lnTo>
                    <a:pt x="554966" y="225280"/>
                  </a:lnTo>
                  <a:lnTo>
                    <a:pt x="560399" y="280199"/>
                  </a:lnTo>
                  <a:lnTo>
                    <a:pt x="556732" y="325649"/>
                  </a:lnTo>
                  <a:lnTo>
                    <a:pt x="546115" y="368764"/>
                  </a:lnTo>
                  <a:lnTo>
                    <a:pt x="529124" y="408967"/>
                  </a:lnTo>
                  <a:lnTo>
                    <a:pt x="506337" y="445682"/>
                  </a:lnTo>
                  <a:lnTo>
                    <a:pt x="478331" y="478331"/>
                  </a:lnTo>
                  <a:lnTo>
                    <a:pt x="445682" y="506337"/>
                  </a:lnTo>
                  <a:lnTo>
                    <a:pt x="408967" y="529124"/>
                  </a:lnTo>
                  <a:lnTo>
                    <a:pt x="368764" y="546115"/>
                  </a:lnTo>
                  <a:lnTo>
                    <a:pt x="325649" y="556732"/>
                  </a:lnTo>
                  <a:lnTo>
                    <a:pt x="280199" y="560399"/>
                  </a:lnTo>
                  <a:lnTo>
                    <a:pt x="234750" y="556732"/>
                  </a:lnTo>
                  <a:lnTo>
                    <a:pt x="191635" y="546115"/>
                  </a:lnTo>
                  <a:lnTo>
                    <a:pt x="151432" y="529124"/>
                  </a:lnTo>
                  <a:lnTo>
                    <a:pt x="114717" y="506337"/>
                  </a:lnTo>
                  <a:lnTo>
                    <a:pt x="82068" y="478331"/>
                  </a:lnTo>
                  <a:lnTo>
                    <a:pt x="54062" y="445682"/>
                  </a:lnTo>
                  <a:lnTo>
                    <a:pt x="31275" y="408967"/>
                  </a:lnTo>
                  <a:lnTo>
                    <a:pt x="14284" y="368764"/>
                  </a:lnTo>
                  <a:lnTo>
                    <a:pt x="3667" y="325649"/>
                  </a:lnTo>
                  <a:lnTo>
                    <a:pt x="0" y="280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59149" y="6707900"/>
              <a:ext cx="506095" cy="506095"/>
            </a:xfrm>
            <a:custGeom>
              <a:avLst/>
              <a:gdLst/>
              <a:ahLst/>
              <a:cxnLst/>
              <a:rect l="l" t="t" r="r" b="b"/>
              <a:pathLst>
                <a:path w="506095" h="506095">
                  <a:moveTo>
                    <a:pt x="252899" y="505799"/>
                  </a:moveTo>
                  <a:lnTo>
                    <a:pt x="207440" y="501725"/>
                  </a:lnTo>
                  <a:lnTo>
                    <a:pt x="164654" y="489977"/>
                  </a:lnTo>
                  <a:lnTo>
                    <a:pt x="125256" y="471271"/>
                  </a:lnTo>
                  <a:lnTo>
                    <a:pt x="89959" y="446320"/>
                  </a:lnTo>
                  <a:lnTo>
                    <a:pt x="59478" y="415840"/>
                  </a:lnTo>
                  <a:lnTo>
                    <a:pt x="34528" y="380543"/>
                  </a:lnTo>
                  <a:lnTo>
                    <a:pt x="15822" y="341144"/>
                  </a:lnTo>
                  <a:lnTo>
                    <a:pt x="4074" y="298359"/>
                  </a:lnTo>
                  <a:lnTo>
                    <a:pt x="0" y="252899"/>
                  </a:lnTo>
                  <a:lnTo>
                    <a:pt x="4074" y="207440"/>
                  </a:lnTo>
                  <a:lnTo>
                    <a:pt x="15822" y="164655"/>
                  </a:lnTo>
                  <a:lnTo>
                    <a:pt x="34528" y="125256"/>
                  </a:lnTo>
                  <a:lnTo>
                    <a:pt x="59478" y="89959"/>
                  </a:lnTo>
                  <a:lnTo>
                    <a:pt x="89959" y="59479"/>
                  </a:lnTo>
                  <a:lnTo>
                    <a:pt x="125256" y="34528"/>
                  </a:lnTo>
                  <a:lnTo>
                    <a:pt x="164654" y="15822"/>
                  </a:lnTo>
                  <a:lnTo>
                    <a:pt x="207440" y="4074"/>
                  </a:lnTo>
                  <a:lnTo>
                    <a:pt x="252899" y="0"/>
                  </a:lnTo>
                  <a:lnTo>
                    <a:pt x="302468" y="4904"/>
                  </a:lnTo>
                  <a:lnTo>
                    <a:pt x="349680" y="19250"/>
                  </a:lnTo>
                  <a:lnTo>
                    <a:pt x="393209" y="42489"/>
                  </a:lnTo>
                  <a:lnTo>
                    <a:pt x="431727" y="74072"/>
                  </a:lnTo>
                  <a:lnTo>
                    <a:pt x="463309" y="112590"/>
                  </a:lnTo>
                  <a:lnTo>
                    <a:pt x="486549" y="156119"/>
                  </a:lnTo>
                  <a:lnTo>
                    <a:pt x="500895" y="203331"/>
                  </a:lnTo>
                  <a:lnTo>
                    <a:pt x="505799" y="252899"/>
                  </a:lnTo>
                  <a:lnTo>
                    <a:pt x="501725" y="298359"/>
                  </a:lnTo>
                  <a:lnTo>
                    <a:pt x="489977" y="341144"/>
                  </a:lnTo>
                  <a:lnTo>
                    <a:pt x="471271" y="380543"/>
                  </a:lnTo>
                  <a:lnTo>
                    <a:pt x="446320" y="415840"/>
                  </a:lnTo>
                  <a:lnTo>
                    <a:pt x="415840" y="446320"/>
                  </a:lnTo>
                  <a:lnTo>
                    <a:pt x="380543" y="471271"/>
                  </a:lnTo>
                  <a:lnTo>
                    <a:pt x="341144" y="489977"/>
                  </a:lnTo>
                  <a:lnTo>
                    <a:pt x="298359" y="501725"/>
                  </a:lnTo>
                  <a:lnTo>
                    <a:pt x="252899" y="505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59149" y="6707900"/>
              <a:ext cx="506095" cy="506095"/>
            </a:xfrm>
            <a:custGeom>
              <a:avLst/>
              <a:gdLst/>
              <a:ahLst/>
              <a:cxnLst/>
              <a:rect l="l" t="t" r="r" b="b"/>
              <a:pathLst>
                <a:path w="506095" h="506095">
                  <a:moveTo>
                    <a:pt x="0" y="252899"/>
                  </a:moveTo>
                  <a:lnTo>
                    <a:pt x="4074" y="207440"/>
                  </a:lnTo>
                  <a:lnTo>
                    <a:pt x="15822" y="164655"/>
                  </a:lnTo>
                  <a:lnTo>
                    <a:pt x="34528" y="125256"/>
                  </a:lnTo>
                  <a:lnTo>
                    <a:pt x="59478" y="89959"/>
                  </a:lnTo>
                  <a:lnTo>
                    <a:pt x="89959" y="59479"/>
                  </a:lnTo>
                  <a:lnTo>
                    <a:pt x="125256" y="34528"/>
                  </a:lnTo>
                  <a:lnTo>
                    <a:pt x="164654" y="15822"/>
                  </a:lnTo>
                  <a:lnTo>
                    <a:pt x="207440" y="4074"/>
                  </a:lnTo>
                  <a:lnTo>
                    <a:pt x="252899" y="0"/>
                  </a:lnTo>
                  <a:lnTo>
                    <a:pt x="302468" y="4904"/>
                  </a:lnTo>
                  <a:lnTo>
                    <a:pt x="349680" y="19250"/>
                  </a:lnTo>
                  <a:lnTo>
                    <a:pt x="393209" y="42489"/>
                  </a:lnTo>
                  <a:lnTo>
                    <a:pt x="431727" y="74072"/>
                  </a:lnTo>
                  <a:lnTo>
                    <a:pt x="463309" y="112590"/>
                  </a:lnTo>
                  <a:lnTo>
                    <a:pt x="486549" y="156119"/>
                  </a:lnTo>
                  <a:lnTo>
                    <a:pt x="500895" y="203331"/>
                  </a:lnTo>
                  <a:lnTo>
                    <a:pt x="505799" y="252899"/>
                  </a:lnTo>
                  <a:lnTo>
                    <a:pt x="501725" y="298359"/>
                  </a:lnTo>
                  <a:lnTo>
                    <a:pt x="489977" y="341144"/>
                  </a:lnTo>
                  <a:lnTo>
                    <a:pt x="471271" y="380543"/>
                  </a:lnTo>
                  <a:lnTo>
                    <a:pt x="446320" y="415840"/>
                  </a:lnTo>
                  <a:lnTo>
                    <a:pt x="415840" y="446320"/>
                  </a:lnTo>
                  <a:lnTo>
                    <a:pt x="380543" y="471271"/>
                  </a:lnTo>
                  <a:lnTo>
                    <a:pt x="341144" y="489977"/>
                  </a:lnTo>
                  <a:lnTo>
                    <a:pt x="298359" y="501725"/>
                  </a:lnTo>
                  <a:lnTo>
                    <a:pt x="252899" y="505799"/>
                  </a:lnTo>
                  <a:lnTo>
                    <a:pt x="207440" y="501725"/>
                  </a:lnTo>
                  <a:lnTo>
                    <a:pt x="164654" y="489977"/>
                  </a:lnTo>
                  <a:lnTo>
                    <a:pt x="125256" y="471271"/>
                  </a:lnTo>
                  <a:lnTo>
                    <a:pt x="89959" y="446320"/>
                  </a:lnTo>
                  <a:lnTo>
                    <a:pt x="59478" y="415840"/>
                  </a:lnTo>
                  <a:lnTo>
                    <a:pt x="34528" y="380543"/>
                  </a:lnTo>
                  <a:lnTo>
                    <a:pt x="15822" y="341144"/>
                  </a:lnTo>
                  <a:lnTo>
                    <a:pt x="4074" y="298359"/>
                  </a:lnTo>
                  <a:lnTo>
                    <a:pt x="0" y="252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71204" y="4619755"/>
            <a:ext cx="1361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0" dirty="0">
                <a:latin typeface="Tahoma"/>
                <a:cs typeface="Tahoma"/>
              </a:rPr>
              <a:t>T</a:t>
            </a:r>
            <a:r>
              <a:rPr sz="4000" spc="-130" dirty="0">
                <a:latin typeface="Tahoma"/>
                <a:cs typeface="Tahoma"/>
              </a:rPr>
              <a:t>e</a:t>
            </a:r>
            <a:r>
              <a:rPr sz="4000" spc="90" dirty="0">
                <a:latin typeface="Tahoma"/>
                <a:cs typeface="Tahoma"/>
              </a:rPr>
              <a:t>xt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35" dirty="0">
                <a:latin typeface="Tahoma"/>
                <a:cs typeface="Tahoma"/>
              </a:rPr>
              <a:t>6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96672" y="6681719"/>
            <a:ext cx="10941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25" dirty="0">
                <a:latin typeface="Tahoma"/>
                <a:cs typeface="Tahoma"/>
              </a:rPr>
              <a:t>T</a:t>
            </a:r>
            <a:r>
              <a:rPr sz="3200" spc="-110" dirty="0">
                <a:latin typeface="Tahoma"/>
                <a:cs typeface="Tahoma"/>
              </a:rPr>
              <a:t>e</a:t>
            </a:r>
            <a:r>
              <a:rPr sz="3200" spc="75" dirty="0">
                <a:latin typeface="Tahoma"/>
                <a:cs typeface="Tahoma"/>
              </a:rPr>
              <a:t>xt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105" dirty="0">
                <a:latin typeface="Tahoma"/>
                <a:cs typeface="Tahoma"/>
              </a:rPr>
              <a:t>3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92772" y="3540993"/>
            <a:ext cx="10941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25" dirty="0">
                <a:latin typeface="Tahoma"/>
                <a:cs typeface="Tahoma"/>
              </a:rPr>
              <a:t>T</a:t>
            </a:r>
            <a:r>
              <a:rPr sz="3200" spc="-110" dirty="0">
                <a:latin typeface="Tahoma"/>
                <a:cs typeface="Tahoma"/>
              </a:rPr>
              <a:t>e</a:t>
            </a:r>
            <a:r>
              <a:rPr sz="3200" spc="75" dirty="0">
                <a:latin typeface="Tahoma"/>
                <a:cs typeface="Tahoma"/>
              </a:rPr>
              <a:t>xt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105" dirty="0">
                <a:latin typeface="Tahoma"/>
                <a:cs typeface="Tahoma"/>
              </a:rPr>
              <a:t>2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32587" y="3384237"/>
            <a:ext cx="3768090" cy="2652395"/>
            <a:chOff x="1432587" y="3384237"/>
            <a:chExt cx="3768090" cy="2652395"/>
          </a:xfrm>
        </p:grpSpPr>
        <p:sp>
          <p:nvSpPr>
            <p:cNvPr id="13" name="object 13"/>
            <p:cNvSpPr/>
            <p:nvPr/>
          </p:nvSpPr>
          <p:spPr>
            <a:xfrm>
              <a:off x="4689499" y="3539900"/>
              <a:ext cx="506095" cy="506095"/>
            </a:xfrm>
            <a:custGeom>
              <a:avLst/>
              <a:gdLst/>
              <a:ahLst/>
              <a:cxnLst/>
              <a:rect l="l" t="t" r="r" b="b"/>
              <a:pathLst>
                <a:path w="506095" h="506095">
                  <a:moveTo>
                    <a:pt x="252899" y="505799"/>
                  </a:moveTo>
                  <a:lnTo>
                    <a:pt x="207440" y="501725"/>
                  </a:lnTo>
                  <a:lnTo>
                    <a:pt x="164655" y="489977"/>
                  </a:lnTo>
                  <a:lnTo>
                    <a:pt x="125256" y="471271"/>
                  </a:lnTo>
                  <a:lnTo>
                    <a:pt x="89959" y="446320"/>
                  </a:lnTo>
                  <a:lnTo>
                    <a:pt x="59479" y="415840"/>
                  </a:lnTo>
                  <a:lnTo>
                    <a:pt x="34528" y="380543"/>
                  </a:lnTo>
                  <a:lnTo>
                    <a:pt x="15822" y="341144"/>
                  </a:lnTo>
                  <a:lnTo>
                    <a:pt x="4074" y="298359"/>
                  </a:lnTo>
                  <a:lnTo>
                    <a:pt x="0" y="252899"/>
                  </a:lnTo>
                  <a:lnTo>
                    <a:pt x="4074" y="207440"/>
                  </a:lnTo>
                  <a:lnTo>
                    <a:pt x="15822" y="164655"/>
                  </a:lnTo>
                  <a:lnTo>
                    <a:pt x="34528" y="125256"/>
                  </a:lnTo>
                  <a:lnTo>
                    <a:pt x="59479" y="89959"/>
                  </a:lnTo>
                  <a:lnTo>
                    <a:pt x="89959" y="59479"/>
                  </a:lnTo>
                  <a:lnTo>
                    <a:pt x="125256" y="34528"/>
                  </a:lnTo>
                  <a:lnTo>
                    <a:pt x="164655" y="15822"/>
                  </a:lnTo>
                  <a:lnTo>
                    <a:pt x="207440" y="4074"/>
                  </a:lnTo>
                  <a:lnTo>
                    <a:pt x="252899" y="0"/>
                  </a:lnTo>
                  <a:lnTo>
                    <a:pt x="302468" y="4904"/>
                  </a:lnTo>
                  <a:lnTo>
                    <a:pt x="349680" y="19250"/>
                  </a:lnTo>
                  <a:lnTo>
                    <a:pt x="393209" y="42490"/>
                  </a:lnTo>
                  <a:lnTo>
                    <a:pt x="431727" y="74072"/>
                  </a:lnTo>
                  <a:lnTo>
                    <a:pt x="463309" y="112590"/>
                  </a:lnTo>
                  <a:lnTo>
                    <a:pt x="486549" y="156119"/>
                  </a:lnTo>
                  <a:lnTo>
                    <a:pt x="500895" y="203331"/>
                  </a:lnTo>
                  <a:lnTo>
                    <a:pt x="505799" y="252899"/>
                  </a:lnTo>
                  <a:lnTo>
                    <a:pt x="501725" y="298359"/>
                  </a:lnTo>
                  <a:lnTo>
                    <a:pt x="489977" y="341144"/>
                  </a:lnTo>
                  <a:lnTo>
                    <a:pt x="471271" y="380543"/>
                  </a:lnTo>
                  <a:lnTo>
                    <a:pt x="446320" y="415840"/>
                  </a:lnTo>
                  <a:lnTo>
                    <a:pt x="415840" y="446320"/>
                  </a:lnTo>
                  <a:lnTo>
                    <a:pt x="380543" y="471271"/>
                  </a:lnTo>
                  <a:lnTo>
                    <a:pt x="341144" y="489977"/>
                  </a:lnTo>
                  <a:lnTo>
                    <a:pt x="298359" y="501725"/>
                  </a:lnTo>
                  <a:lnTo>
                    <a:pt x="252899" y="505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89499" y="3539900"/>
              <a:ext cx="506095" cy="506095"/>
            </a:xfrm>
            <a:custGeom>
              <a:avLst/>
              <a:gdLst/>
              <a:ahLst/>
              <a:cxnLst/>
              <a:rect l="l" t="t" r="r" b="b"/>
              <a:pathLst>
                <a:path w="506095" h="506095">
                  <a:moveTo>
                    <a:pt x="0" y="252899"/>
                  </a:moveTo>
                  <a:lnTo>
                    <a:pt x="4074" y="207440"/>
                  </a:lnTo>
                  <a:lnTo>
                    <a:pt x="15822" y="164655"/>
                  </a:lnTo>
                  <a:lnTo>
                    <a:pt x="34528" y="125256"/>
                  </a:lnTo>
                  <a:lnTo>
                    <a:pt x="59479" y="89959"/>
                  </a:lnTo>
                  <a:lnTo>
                    <a:pt x="89959" y="59479"/>
                  </a:lnTo>
                  <a:lnTo>
                    <a:pt x="125256" y="34528"/>
                  </a:lnTo>
                  <a:lnTo>
                    <a:pt x="164655" y="15822"/>
                  </a:lnTo>
                  <a:lnTo>
                    <a:pt x="207440" y="4074"/>
                  </a:lnTo>
                  <a:lnTo>
                    <a:pt x="252899" y="0"/>
                  </a:lnTo>
                  <a:lnTo>
                    <a:pt x="302468" y="4904"/>
                  </a:lnTo>
                  <a:lnTo>
                    <a:pt x="349680" y="19250"/>
                  </a:lnTo>
                  <a:lnTo>
                    <a:pt x="393209" y="42490"/>
                  </a:lnTo>
                  <a:lnTo>
                    <a:pt x="431727" y="74072"/>
                  </a:lnTo>
                  <a:lnTo>
                    <a:pt x="463309" y="112590"/>
                  </a:lnTo>
                  <a:lnTo>
                    <a:pt x="486549" y="156119"/>
                  </a:lnTo>
                  <a:lnTo>
                    <a:pt x="500895" y="203331"/>
                  </a:lnTo>
                  <a:lnTo>
                    <a:pt x="505799" y="252899"/>
                  </a:lnTo>
                  <a:lnTo>
                    <a:pt x="501725" y="298359"/>
                  </a:lnTo>
                  <a:lnTo>
                    <a:pt x="489977" y="341144"/>
                  </a:lnTo>
                  <a:lnTo>
                    <a:pt x="471271" y="380543"/>
                  </a:lnTo>
                  <a:lnTo>
                    <a:pt x="446320" y="415840"/>
                  </a:lnTo>
                  <a:lnTo>
                    <a:pt x="415840" y="446320"/>
                  </a:lnTo>
                  <a:lnTo>
                    <a:pt x="380543" y="471271"/>
                  </a:lnTo>
                  <a:lnTo>
                    <a:pt x="341144" y="489977"/>
                  </a:lnTo>
                  <a:lnTo>
                    <a:pt x="298359" y="501725"/>
                  </a:lnTo>
                  <a:lnTo>
                    <a:pt x="252899" y="505799"/>
                  </a:lnTo>
                  <a:lnTo>
                    <a:pt x="207440" y="501725"/>
                  </a:lnTo>
                  <a:lnTo>
                    <a:pt x="164655" y="489977"/>
                  </a:lnTo>
                  <a:lnTo>
                    <a:pt x="125256" y="471271"/>
                  </a:lnTo>
                  <a:lnTo>
                    <a:pt x="89959" y="446320"/>
                  </a:lnTo>
                  <a:lnTo>
                    <a:pt x="59479" y="415840"/>
                  </a:lnTo>
                  <a:lnTo>
                    <a:pt x="34528" y="380543"/>
                  </a:lnTo>
                  <a:lnTo>
                    <a:pt x="15822" y="341144"/>
                  </a:lnTo>
                  <a:lnTo>
                    <a:pt x="4074" y="298359"/>
                  </a:lnTo>
                  <a:lnTo>
                    <a:pt x="0" y="252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7837" y="3384237"/>
              <a:ext cx="160724" cy="1601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37349" y="5682600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174599" y="349199"/>
                  </a:moveTo>
                  <a:lnTo>
                    <a:pt x="128184" y="342963"/>
                  </a:lnTo>
                  <a:lnTo>
                    <a:pt x="86476" y="325361"/>
                  </a:lnTo>
                  <a:lnTo>
                    <a:pt x="51139" y="298060"/>
                  </a:lnTo>
                  <a:lnTo>
                    <a:pt x="23838" y="262723"/>
                  </a:lnTo>
                  <a:lnTo>
                    <a:pt x="6236" y="221015"/>
                  </a:lnTo>
                  <a:lnTo>
                    <a:pt x="0" y="174599"/>
                  </a:lnTo>
                  <a:lnTo>
                    <a:pt x="6236" y="128184"/>
                  </a:lnTo>
                  <a:lnTo>
                    <a:pt x="23838" y="86475"/>
                  </a:lnTo>
                  <a:lnTo>
                    <a:pt x="51139" y="51138"/>
                  </a:lnTo>
                  <a:lnTo>
                    <a:pt x="86476" y="23837"/>
                  </a:lnTo>
                  <a:lnTo>
                    <a:pt x="128184" y="6236"/>
                  </a:lnTo>
                  <a:lnTo>
                    <a:pt x="174599" y="0"/>
                  </a:lnTo>
                  <a:lnTo>
                    <a:pt x="208821" y="3385"/>
                  </a:lnTo>
                  <a:lnTo>
                    <a:pt x="271468" y="29334"/>
                  </a:lnTo>
                  <a:lnTo>
                    <a:pt x="319865" y="77731"/>
                  </a:lnTo>
                  <a:lnTo>
                    <a:pt x="345814" y="140378"/>
                  </a:lnTo>
                  <a:lnTo>
                    <a:pt x="349199" y="174599"/>
                  </a:lnTo>
                  <a:lnTo>
                    <a:pt x="342963" y="221015"/>
                  </a:lnTo>
                  <a:lnTo>
                    <a:pt x="325361" y="262723"/>
                  </a:lnTo>
                  <a:lnTo>
                    <a:pt x="298060" y="298060"/>
                  </a:lnTo>
                  <a:lnTo>
                    <a:pt x="262723" y="325361"/>
                  </a:lnTo>
                  <a:lnTo>
                    <a:pt x="221015" y="342963"/>
                  </a:lnTo>
                  <a:lnTo>
                    <a:pt x="174599" y="34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7349" y="5682600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0" y="174599"/>
                  </a:moveTo>
                  <a:lnTo>
                    <a:pt x="6236" y="128184"/>
                  </a:lnTo>
                  <a:lnTo>
                    <a:pt x="23838" y="86475"/>
                  </a:lnTo>
                  <a:lnTo>
                    <a:pt x="51139" y="51139"/>
                  </a:lnTo>
                  <a:lnTo>
                    <a:pt x="86476" y="23837"/>
                  </a:lnTo>
                  <a:lnTo>
                    <a:pt x="128184" y="6236"/>
                  </a:lnTo>
                  <a:lnTo>
                    <a:pt x="174599" y="0"/>
                  </a:lnTo>
                  <a:lnTo>
                    <a:pt x="241416" y="13290"/>
                  </a:lnTo>
                  <a:lnTo>
                    <a:pt x="298060" y="51138"/>
                  </a:lnTo>
                  <a:lnTo>
                    <a:pt x="335909" y="107783"/>
                  </a:lnTo>
                  <a:lnTo>
                    <a:pt x="349199" y="174599"/>
                  </a:lnTo>
                  <a:lnTo>
                    <a:pt x="342963" y="221015"/>
                  </a:lnTo>
                  <a:lnTo>
                    <a:pt x="325361" y="262723"/>
                  </a:lnTo>
                  <a:lnTo>
                    <a:pt x="298060" y="298060"/>
                  </a:lnTo>
                  <a:lnTo>
                    <a:pt x="262723" y="325361"/>
                  </a:lnTo>
                  <a:lnTo>
                    <a:pt x="221015" y="342963"/>
                  </a:lnTo>
                  <a:lnTo>
                    <a:pt x="174599" y="349199"/>
                  </a:lnTo>
                  <a:lnTo>
                    <a:pt x="128184" y="342963"/>
                  </a:lnTo>
                  <a:lnTo>
                    <a:pt x="86476" y="325361"/>
                  </a:lnTo>
                  <a:lnTo>
                    <a:pt x="51139" y="298060"/>
                  </a:lnTo>
                  <a:lnTo>
                    <a:pt x="23838" y="262723"/>
                  </a:lnTo>
                  <a:lnTo>
                    <a:pt x="6236" y="221015"/>
                  </a:lnTo>
                  <a:lnTo>
                    <a:pt x="0" y="174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27803" y="3300306"/>
            <a:ext cx="626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latin typeface="Tahoma"/>
                <a:cs typeface="Tahoma"/>
              </a:rPr>
              <a:t>T</a:t>
            </a:r>
            <a:r>
              <a:rPr sz="1800" spc="-60" dirty="0">
                <a:latin typeface="Tahoma"/>
                <a:cs typeface="Tahoma"/>
              </a:rPr>
              <a:t>e</a:t>
            </a:r>
            <a:r>
              <a:rPr sz="1800" spc="40" dirty="0">
                <a:latin typeface="Tahoma"/>
                <a:cs typeface="Tahoma"/>
              </a:rPr>
              <a:t>xt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6137" y="2472387"/>
            <a:ext cx="6275070" cy="2990850"/>
            <a:chOff x="786137" y="2472387"/>
            <a:chExt cx="6275070" cy="299085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0262" y="2472387"/>
              <a:ext cx="160724" cy="1601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90899" y="4898049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99" y="560399"/>
                  </a:moveTo>
                  <a:lnTo>
                    <a:pt x="234750" y="556732"/>
                  </a:lnTo>
                  <a:lnTo>
                    <a:pt x="191635" y="546115"/>
                  </a:lnTo>
                  <a:lnTo>
                    <a:pt x="151431" y="529124"/>
                  </a:lnTo>
                  <a:lnTo>
                    <a:pt x="114717" y="506337"/>
                  </a:lnTo>
                  <a:lnTo>
                    <a:pt x="82068" y="478331"/>
                  </a:lnTo>
                  <a:lnTo>
                    <a:pt x="54062" y="445682"/>
                  </a:lnTo>
                  <a:lnTo>
                    <a:pt x="31275" y="408967"/>
                  </a:lnTo>
                  <a:lnTo>
                    <a:pt x="14284" y="368764"/>
                  </a:lnTo>
                  <a:lnTo>
                    <a:pt x="3667" y="325649"/>
                  </a:lnTo>
                  <a:lnTo>
                    <a:pt x="0" y="280199"/>
                  </a:lnTo>
                  <a:lnTo>
                    <a:pt x="3667" y="234750"/>
                  </a:lnTo>
                  <a:lnTo>
                    <a:pt x="14284" y="191635"/>
                  </a:lnTo>
                  <a:lnTo>
                    <a:pt x="31275" y="151432"/>
                  </a:lnTo>
                  <a:lnTo>
                    <a:pt x="54062" y="114717"/>
                  </a:lnTo>
                  <a:lnTo>
                    <a:pt x="82068" y="82068"/>
                  </a:lnTo>
                  <a:lnTo>
                    <a:pt x="114717" y="54062"/>
                  </a:lnTo>
                  <a:lnTo>
                    <a:pt x="151431" y="31275"/>
                  </a:lnTo>
                  <a:lnTo>
                    <a:pt x="191635" y="14284"/>
                  </a:lnTo>
                  <a:lnTo>
                    <a:pt x="234750" y="3667"/>
                  </a:lnTo>
                  <a:lnTo>
                    <a:pt x="280199" y="0"/>
                  </a:lnTo>
                  <a:lnTo>
                    <a:pt x="335119" y="5433"/>
                  </a:lnTo>
                  <a:lnTo>
                    <a:pt x="387427" y="21328"/>
                  </a:lnTo>
                  <a:lnTo>
                    <a:pt x="435655" y="47076"/>
                  </a:lnTo>
                  <a:lnTo>
                    <a:pt x="478331" y="82068"/>
                  </a:lnTo>
                  <a:lnTo>
                    <a:pt x="513323" y="124744"/>
                  </a:lnTo>
                  <a:lnTo>
                    <a:pt x="539071" y="172972"/>
                  </a:lnTo>
                  <a:lnTo>
                    <a:pt x="554966" y="225280"/>
                  </a:lnTo>
                  <a:lnTo>
                    <a:pt x="560399" y="280199"/>
                  </a:lnTo>
                  <a:lnTo>
                    <a:pt x="556732" y="325649"/>
                  </a:lnTo>
                  <a:lnTo>
                    <a:pt x="546115" y="368764"/>
                  </a:lnTo>
                  <a:lnTo>
                    <a:pt x="529124" y="408967"/>
                  </a:lnTo>
                  <a:lnTo>
                    <a:pt x="506337" y="445682"/>
                  </a:lnTo>
                  <a:lnTo>
                    <a:pt x="478331" y="478331"/>
                  </a:lnTo>
                  <a:lnTo>
                    <a:pt x="445682" y="506337"/>
                  </a:lnTo>
                  <a:lnTo>
                    <a:pt x="408968" y="529124"/>
                  </a:lnTo>
                  <a:lnTo>
                    <a:pt x="368764" y="546115"/>
                  </a:lnTo>
                  <a:lnTo>
                    <a:pt x="325649" y="556732"/>
                  </a:lnTo>
                  <a:lnTo>
                    <a:pt x="280199" y="560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0899" y="4898049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0" y="280199"/>
                  </a:moveTo>
                  <a:lnTo>
                    <a:pt x="3667" y="234750"/>
                  </a:lnTo>
                  <a:lnTo>
                    <a:pt x="14284" y="191635"/>
                  </a:lnTo>
                  <a:lnTo>
                    <a:pt x="31275" y="151432"/>
                  </a:lnTo>
                  <a:lnTo>
                    <a:pt x="54062" y="114717"/>
                  </a:lnTo>
                  <a:lnTo>
                    <a:pt x="82068" y="82068"/>
                  </a:lnTo>
                  <a:lnTo>
                    <a:pt x="114717" y="54062"/>
                  </a:lnTo>
                  <a:lnTo>
                    <a:pt x="151431" y="31275"/>
                  </a:lnTo>
                  <a:lnTo>
                    <a:pt x="191635" y="14284"/>
                  </a:lnTo>
                  <a:lnTo>
                    <a:pt x="234750" y="3667"/>
                  </a:lnTo>
                  <a:lnTo>
                    <a:pt x="280199" y="0"/>
                  </a:lnTo>
                  <a:lnTo>
                    <a:pt x="335119" y="5433"/>
                  </a:lnTo>
                  <a:lnTo>
                    <a:pt x="387427" y="21328"/>
                  </a:lnTo>
                  <a:lnTo>
                    <a:pt x="435655" y="47076"/>
                  </a:lnTo>
                  <a:lnTo>
                    <a:pt x="478331" y="82068"/>
                  </a:lnTo>
                  <a:lnTo>
                    <a:pt x="513323" y="124744"/>
                  </a:lnTo>
                  <a:lnTo>
                    <a:pt x="539071" y="172972"/>
                  </a:lnTo>
                  <a:lnTo>
                    <a:pt x="554966" y="225280"/>
                  </a:lnTo>
                  <a:lnTo>
                    <a:pt x="560399" y="280199"/>
                  </a:lnTo>
                  <a:lnTo>
                    <a:pt x="556732" y="325649"/>
                  </a:lnTo>
                  <a:lnTo>
                    <a:pt x="546115" y="368764"/>
                  </a:lnTo>
                  <a:lnTo>
                    <a:pt x="529124" y="408967"/>
                  </a:lnTo>
                  <a:lnTo>
                    <a:pt x="506337" y="445682"/>
                  </a:lnTo>
                  <a:lnTo>
                    <a:pt x="478331" y="478331"/>
                  </a:lnTo>
                  <a:lnTo>
                    <a:pt x="445682" y="506337"/>
                  </a:lnTo>
                  <a:lnTo>
                    <a:pt x="408968" y="529124"/>
                  </a:lnTo>
                  <a:lnTo>
                    <a:pt x="368764" y="546115"/>
                  </a:lnTo>
                  <a:lnTo>
                    <a:pt x="325649" y="556732"/>
                  </a:lnTo>
                  <a:lnTo>
                    <a:pt x="280199" y="560399"/>
                  </a:lnTo>
                  <a:lnTo>
                    <a:pt x="234750" y="556732"/>
                  </a:lnTo>
                  <a:lnTo>
                    <a:pt x="191635" y="546115"/>
                  </a:lnTo>
                  <a:lnTo>
                    <a:pt x="151431" y="529124"/>
                  </a:lnTo>
                  <a:lnTo>
                    <a:pt x="114717" y="506337"/>
                  </a:lnTo>
                  <a:lnTo>
                    <a:pt x="82068" y="478331"/>
                  </a:lnTo>
                  <a:lnTo>
                    <a:pt x="54062" y="445682"/>
                  </a:lnTo>
                  <a:lnTo>
                    <a:pt x="31275" y="408967"/>
                  </a:lnTo>
                  <a:lnTo>
                    <a:pt x="14284" y="368764"/>
                  </a:lnTo>
                  <a:lnTo>
                    <a:pt x="3667" y="325649"/>
                  </a:lnTo>
                  <a:lnTo>
                    <a:pt x="0" y="280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190228" y="2388455"/>
            <a:ext cx="626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latin typeface="Tahoma"/>
                <a:cs typeface="Tahoma"/>
              </a:rPr>
              <a:t>T</a:t>
            </a:r>
            <a:r>
              <a:rPr sz="1800" spc="-60" dirty="0">
                <a:latin typeface="Tahoma"/>
                <a:cs typeface="Tahoma"/>
              </a:rPr>
              <a:t>e</a:t>
            </a:r>
            <a:r>
              <a:rPr sz="1800" spc="40" dirty="0">
                <a:latin typeface="Tahoma"/>
                <a:cs typeface="Tahoma"/>
              </a:rPr>
              <a:t>xt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54219" y="4509432"/>
            <a:ext cx="1710055" cy="1553845"/>
          </a:xfrm>
          <a:prstGeom prst="rect">
            <a:avLst/>
          </a:prstGeom>
        </p:spPr>
        <p:txBody>
          <a:bodyPr vert="horz" wrap="square" lIns="0" tIns="301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75"/>
              </a:spcBef>
            </a:pPr>
            <a:r>
              <a:rPr sz="4000" spc="85" dirty="0">
                <a:latin typeface="Tahoma"/>
                <a:cs typeface="Tahoma"/>
              </a:rPr>
              <a:t>Prompt</a:t>
            </a:r>
            <a:endParaRPr sz="4000">
              <a:latin typeface="Tahoma"/>
              <a:cs typeface="Tahoma"/>
            </a:endParaRPr>
          </a:p>
          <a:p>
            <a:pPr marL="520065">
              <a:lnSpc>
                <a:spcPct val="100000"/>
              </a:lnSpc>
              <a:spcBef>
                <a:spcPts val="1600"/>
              </a:spcBef>
            </a:pPr>
            <a:r>
              <a:rPr sz="2800" spc="-280" dirty="0">
                <a:latin typeface="Tahoma"/>
                <a:cs typeface="Tahoma"/>
              </a:rPr>
              <a:t>T</a:t>
            </a:r>
            <a:r>
              <a:rPr sz="2800" spc="-95" dirty="0">
                <a:latin typeface="Tahoma"/>
                <a:cs typeface="Tahoma"/>
              </a:rPr>
              <a:t>e</a:t>
            </a:r>
            <a:r>
              <a:rPr sz="2800" spc="65" dirty="0">
                <a:latin typeface="Tahoma"/>
                <a:cs typeface="Tahoma"/>
              </a:rPr>
              <a:t>xt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95" dirty="0">
                <a:latin typeface="Tahoma"/>
                <a:cs typeface="Tahoma"/>
              </a:rPr>
              <a:t>4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58424" y="2544187"/>
            <a:ext cx="6971030" cy="220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890" marR="1217295" indent="-50482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3600" spc="5" dirty="0">
                <a:latin typeface="Tahoma"/>
                <a:cs typeface="Tahoma"/>
              </a:rPr>
              <a:t>Each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135" dirty="0">
                <a:latin typeface="Tahoma"/>
                <a:cs typeface="Tahoma"/>
              </a:rPr>
              <a:t>t</a:t>
            </a:r>
            <a:r>
              <a:rPr sz="3600" spc="-120" dirty="0">
                <a:latin typeface="Tahoma"/>
                <a:cs typeface="Tahoma"/>
              </a:rPr>
              <a:t>e</a:t>
            </a:r>
            <a:r>
              <a:rPr sz="3600" spc="85" dirty="0">
                <a:latin typeface="Tahoma"/>
                <a:cs typeface="Tahoma"/>
              </a:rPr>
              <a:t>xt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45" dirty="0">
                <a:latin typeface="Tahoma"/>
                <a:cs typeface="Tahoma"/>
              </a:rPr>
              <a:t>in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5" dirty="0">
                <a:latin typeface="Tahoma"/>
                <a:cs typeface="Tahoma"/>
              </a:rPr>
              <a:t>v</a:t>
            </a:r>
            <a:r>
              <a:rPr sz="3600" spc="70" dirty="0">
                <a:latin typeface="Tahoma"/>
                <a:cs typeface="Tahoma"/>
              </a:rPr>
              <a:t>ector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55" dirty="0">
                <a:latin typeface="Tahoma"/>
                <a:cs typeface="Tahoma"/>
              </a:rPr>
              <a:t>store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25" dirty="0">
                <a:latin typeface="Tahoma"/>
                <a:cs typeface="Tahoma"/>
              </a:rPr>
              <a:t>is  </a:t>
            </a:r>
            <a:r>
              <a:rPr sz="3600" spc="50" dirty="0">
                <a:latin typeface="Tahoma"/>
                <a:cs typeface="Tahoma"/>
              </a:rPr>
              <a:t>identiﬁed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30" dirty="0">
                <a:latin typeface="Tahoma"/>
                <a:cs typeface="Tahoma"/>
              </a:rPr>
              <a:t>b</a:t>
            </a:r>
            <a:r>
              <a:rPr sz="3600" spc="50" dirty="0">
                <a:latin typeface="Tahoma"/>
                <a:cs typeface="Tahoma"/>
              </a:rPr>
              <a:t>y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65" dirty="0">
                <a:latin typeface="Tahoma"/>
                <a:cs typeface="Tahoma"/>
              </a:rPr>
              <a:t>a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k</a:t>
            </a:r>
            <a:r>
              <a:rPr sz="3600" spc="-55" dirty="0">
                <a:latin typeface="Tahoma"/>
                <a:cs typeface="Tahoma"/>
              </a:rPr>
              <a:t>e</a:t>
            </a:r>
            <a:r>
              <a:rPr sz="3600" spc="50" dirty="0">
                <a:latin typeface="Tahoma"/>
                <a:cs typeface="Tahoma"/>
              </a:rPr>
              <a:t>y</a:t>
            </a:r>
            <a:endParaRPr sz="3600">
              <a:latin typeface="Tahoma"/>
              <a:cs typeface="Tahoma"/>
            </a:endParaRPr>
          </a:p>
          <a:p>
            <a:pPr marL="516890" marR="5080" indent="-504825">
              <a:lnSpc>
                <a:spcPts val="4320"/>
              </a:lnSpc>
              <a:spcBef>
                <a:spcPts val="10"/>
              </a:spcBef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3600" spc="10" dirty="0">
                <a:latin typeface="Tahoma"/>
                <a:cs typeface="Tahoma"/>
              </a:rPr>
              <a:t>Enables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65" dirty="0">
                <a:latin typeface="Tahoma"/>
                <a:cs typeface="Tahoma"/>
              </a:rPr>
              <a:t>a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b="1" spc="-165" dirty="0">
                <a:latin typeface="Tahoma"/>
                <a:cs typeface="Tahoma"/>
              </a:rPr>
              <a:t>citation</a:t>
            </a:r>
            <a:r>
              <a:rPr sz="3600" b="1" spc="-360" dirty="0">
                <a:latin typeface="Tahoma"/>
                <a:cs typeface="Tahoma"/>
              </a:rPr>
              <a:t> </a:t>
            </a:r>
            <a:r>
              <a:rPr sz="3600" spc="90" dirty="0">
                <a:latin typeface="Tahoma"/>
                <a:cs typeface="Tahoma"/>
              </a:rPr>
              <a:t>to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5" dirty="0">
                <a:latin typeface="Tahoma"/>
                <a:cs typeface="Tahoma"/>
              </a:rPr>
              <a:t>be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25" dirty="0">
                <a:latin typeface="Tahoma"/>
                <a:cs typeface="Tahoma"/>
              </a:rPr>
              <a:t>included  </a:t>
            </a:r>
            <a:r>
              <a:rPr sz="3600" spc="45" dirty="0">
                <a:latin typeface="Tahoma"/>
                <a:cs typeface="Tahoma"/>
              </a:rPr>
              <a:t>in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5" dirty="0">
                <a:latin typeface="Tahoma"/>
                <a:cs typeface="Tahoma"/>
              </a:rPr>
              <a:t>completion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14150" y="3079381"/>
            <a:ext cx="4025265" cy="4408170"/>
          </a:xfrm>
          <a:custGeom>
            <a:avLst/>
            <a:gdLst/>
            <a:ahLst/>
            <a:cxnLst/>
            <a:rect l="l" t="t" r="r" b="b"/>
            <a:pathLst>
              <a:path w="4025265" h="4408170">
                <a:moveTo>
                  <a:pt x="547699" y="121802"/>
                </a:moveTo>
                <a:lnTo>
                  <a:pt x="557271" y="74391"/>
                </a:lnTo>
                <a:lnTo>
                  <a:pt x="583375" y="35675"/>
                </a:lnTo>
                <a:lnTo>
                  <a:pt x="622091" y="9571"/>
                </a:lnTo>
                <a:lnTo>
                  <a:pt x="669502" y="0"/>
                </a:lnTo>
                <a:lnTo>
                  <a:pt x="1988897" y="0"/>
                </a:lnTo>
                <a:lnTo>
                  <a:pt x="2035509" y="9271"/>
                </a:lnTo>
                <a:lnTo>
                  <a:pt x="2075024" y="35675"/>
                </a:lnTo>
                <a:lnTo>
                  <a:pt x="2101428" y="75190"/>
                </a:lnTo>
                <a:lnTo>
                  <a:pt x="2110699" y="121802"/>
                </a:lnTo>
                <a:lnTo>
                  <a:pt x="2110699" y="608997"/>
                </a:lnTo>
                <a:lnTo>
                  <a:pt x="2101128" y="656408"/>
                </a:lnTo>
                <a:lnTo>
                  <a:pt x="2075024" y="695125"/>
                </a:lnTo>
                <a:lnTo>
                  <a:pt x="2036308" y="721228"/>
                </a:lnTo>
                <a:lnTo>
                  <a:pt x="1988897" y="730800"/>
                </a:lnTo>
                <a:lnTo>
                  <a:pt x="669502" y="730800"/>
                </a:lnTo>
                <a:lnTo>
                  <a:pt x="622091" y="721228"/>
                </a:lnTo>
                <a:lnTo>
                  <a:pt x="583375" y="695125"/>
                </a:lnTo>
                <a:lnTo>
                  <a:pt x="557271" y="656408"/>
                </a:lnTo>
                <a:lnTo>
                  <a:pt x="547699" y="608997"/>
                </a:lnTo>
                <a:lnTo>
                  <a:pt x="547699" y="121802"/>
                </a:lnTo>
                <a:close/>
              </a:path>
              <a:path w="4025265" h="4408170">
                <a:moveTo>
                  <a:pt x="0" y="2500870"/>
                </a:moveTo>
                <a:lnTo>
                  <a:pt x="9571" y="2453459"/>
                </a:lnTo>
                <a:lnTo>
                  <a:pt x="35675" y="2414743"/>
                </a:lnTo>
                <a:lnTo>
                  <a:pt x="74391" y="2388639"/>
                </a:lnTo>
                <a:lnTo>
                  <a:pt x="121802" y="2379067"/>
                </a:lnTo>
                <a:lnTo>
                  <a:pt x="1988997" y="2379067"/>
                </a:lnTo>
                <a:lnTo>
                  <a:pt x="2035609" y="2388339"/>
                </a:lnTo>
                <a:lnTo>
                  <a:pt x="2075124" y="2414742"/>
                </a:lnTo>
                <a:lnTo>
                  <a:pt x="2101528" y="2454258"/>
                </a:lnTo>
                <a:lnTo>
                  <a:pt x="2110799" y="2500870"/>
                </a:lnTo>
                <a:lnTo>
                  <a:pt x="2110799" y="2988065"/>
                </a:lnTo>
                <a:lnTo>
                  <a:pt x="2101228" y="3035476"/>
                </a:lnTo>
                <a:lnTo>
                  <a:pt x="2075124" y="3074192"/>
                </a:lnTo>
                <a:lnTo>
                  <a:pt x="2036408" y="3100296"/>
                </a:lnTo>
                <a:lnTo>
                  <a:pt x="1988997" y="3109867"/>
                </a:lnTo>
                <a:lnTo>
                  <a:pt x="121802" y="3109867"/>
                </a:lnTo>
                <a:lnTo>
                  <a:pt x="74391" y="3100296"/>
                </a:lnTo>
                <a:lnTo>
                  <a:pt x="35675" y="3074192"/>
                </a:lnTo>
                <a:lnTo>
                  <a:pt x="9571" y="3035476"/>
                </a:lnTo>
                <a:lnTo>
                  <a:pt x="0" y="2988065"/>
                </a:lnTo>
                <a:lnTo>
                  <a:pt x="0" y="2500870"/>
                </a:lnTo>
                <a:close/>
              </a:path>
              <a:path w="4025265" h="4408170">
                <a:moveTo>
                  <a:pt x="1707549" y="3453172"/>
                </a:moveTo>
                <a:lnTo>
                  <a:pt x="1712591" y="3409400"/>
                </a:lnTo>
                <a:lnTo>
                  <a:pt x="1726953" y="3369217"/>
                </a:lnTo>
                <a:lnTo>
                  <a:pt x="1749489" y="3333772"/>
                </a:lnTo>
                <a:lnTo>
                  <a:pt x="1779053" y="3304208"/>
                </a:lnTo>
                <a:lnTo>
                  <a:pt x="1814499" y="3281672"/>
                </a:lnTo>
                <a:lnTo>
                  <a:pt x="1854681" y="3267310"/>
                </a:lnTo>
                <a:lnTo>
                  <a:pt x="1898453" y="3262268"/>
                </a:lnTo>
                <a:lnTo>
                  <a:pt x="3833845" y="3262268"/>
                </a:lnTo>
                <a:lnTo>
                  <a:pt x="3906901" y="3276800"/>
                </a:lnTo>
                <a:lnTo>
                  <a:pt x="3968835" y="3318183"/>
                </a:lnTo>
                <a:lnTo>
                  <a:pt x="4010218" y="3380116"/>
                </a:lnTo>
                <a:lnTo>
                  <a:pt x="4024749" y="3453172"/>
                </a:lnTo>
                <a:lnTo>
                  <a:pt x="4024749" y="4216764"/>
                </a:lnTo>
                <a:lnTo>
                  <a:pt x="4019708" y="4260537"/>
                </a:lnTo>
                <a:lnTo>
                  <a:pt x="4005346" y="4300719"/>
                </a:lnTo>
                <a:lnTo>
                  <a:pt x="3982810" y="4336165"/>
                </a:lnTo>
                <a:lnTo>
                  <a:pt x="3953246" y="4365729"/>
                </a:lnTo>
                <a:lnTo>
                  <a:pt x="3917800" y="4388264"/>
                </a:lnTo>
                <a:lnTo>
                  <a:pt x="3877618" y="4402626"/>
                </a:lnTo>
                <a:lnTo>
                  <a:pt x="3833845" y="4407668"/>
                </a:lnTo>
                <a:lnTo>
                  <a:pt x="1898453" y="4407668"/>
                </a:lnTo>
                <a:lnTo>
                  <a:pt x="1854681" y="4402626"/>
                </a:lnTo>
                <a:lnTo>
                  <a:pt x="1814499" y="4388264"/>
                </a:lnTo>
                <a:lnTo>
                  <a:pt x="1779053" y="4365729"/>
                </a:lnTo>
                <a:lnTo>
                  <a:pt x="1749489" y="4336165"/>
                </a:lnTo>
                <a:lnTo>
                  <a:pt x="1726953" y="4300719"/>
                </a:lnTo>
                <a:lnTo>
                  <a:pt x="1712591" y="4260537"/>
                </a:lnTo>
                <a:lnTo>
                  <a:pt x="1707549" y="4216764"/>
                </a:lnTo>
                <a:lnTo>
                  <a:pt x="1707549" y="3453172"/>
                </a:lnTo>
                <a:close/>
              </a:path>
            </a:pathLst>
          </a:custGeom>
          <a:ln w="380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9241" y="3996944"/>
            <a:ext cx="1041527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0" marR="5080" indent="-1042035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Enabling</a:t>
            </a:r>
            <a:r>
              <a:rPr spc="-865" dirty="0"/>
              <a:t> </a:t>
            </a:r>
            <a:r>
              <a:rPr spc="110" dirty="0"/>
              <a:t>inte</a:t>
            </a:r>
            <a:r>
              <a:rPr spc="175" dirty="0"/>
              <a:t>r</a:t>
            </a:r>
            <a:r>
              <a:rPr spc="50" dirty="0"/>
              <a:t>actions</a:t>
            </a:r>
            <a:r>
              <a:rPr spc="-865" dirty="0"/>
              <a:t> </a:t>
            </a:r>
            <a:r>
              <a:rPr spc="140" dirty="0"/>
              <a:t>with  </a:t>
            </a:r>
            <a:r>
              <a:rPr spc="-240" dirty="0"/>
              <a:t>e</a:t>
            </a:r>
            <a:r>
              <a:rPr spc="95" dirty="0"/>
              <a:t>xternal</a:t>
            </a:r>
            <a:r>
              <a:rPr spc="-865" dirty="0"/>
              <a:t> </a:t>
            </a:r>
            <a:r>
              <a:rPr spc="50" dirty="0"/>
              <a:t>applications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99052"/>
            <a:ext cx="18288000" cy="8488045"/>
            <a:chOff x="0" y="1799052"/>
            <a:chExt cx="18288000" cy="8488045"/>
          </a:xfrm>
        </p:grpSpPr>
        <p:sp>
          <p:nvSpPr>
            <p:cNvPr id="3" name="object 3"/>
            <p:cNvSpPr/>
            <p:nvPr/>
          </p:nvSpPr>
          <p:spPr>
            <a:xfrm>
              <a:off x="4679250" y="3219815"/>
              <a:ext cx="8930005" cy="5896610"/>
            </a:xfrm>
            <a:custGeom>
              <a:avLst/>
              <a:gdLst/>
              <a:ahLst/>
              <a:cxnLst/>
              <a:rect l="l" t="t" r="r" b="b"/>
              <a:pathLst>
                <a:path w="8930005" h="5896609">
                  <a:moveTo>
                    <a:pt x="0" y="5896200"/>
                  </a:moveTo>
                  <a:lnTo>
                    <a:pt x="8929799" y="5896200"/>
                  </a:lnTo>
                  <a:lnTo>
                    <a:pt x="8929799" y="0"/>
                  </a:lnTo>
                  <a:lnTo>
                    <a:pt x="0" y="0"/>
                  </a:lnTo>
                  <a:lnTo>
                    <a:pt x="0" y="58962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79250" y="1803815"/>
              <a:ext cx="8930005" cy="1416050"/>
            </a:xfrm>
            <a:custGeom>
              <a:avLst/>
              <a:gdLst/>
              <a:ahLst/>
              <a:cxnLst/>
              <a:rect l="l" t="t" r="r" b="b"/>
              <a:pathLst>
                <a:path w="8930005" h="1416050">
                  <a:moveTo>
                    <a:pt x="8929799" y="1415999"/>
                  </a:moveTo>
                  <a:lnTo>
                    <a:pt x="0" y="1415999"/>
                  </a:lnTo>
                  <a:lnTo>
                    <a:pt x="0" y="0"/>
                  </a:lnTo>
                  <a:lnTo>
                    <a:pt x="8929799" y="0"/>
                  </a:lnTo>
                  <a:lnTo>
                    <a:pt x="8929799" y="14159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79250" y="1803815"/>
              <a:ext cx="8930005" cy="1416050"/>
            </a:xfrm>
            <a:custGeom>
              <a:avLst/>
              <a:gdLst/>
              <a:ahLst/>
              <a:cxnLst/>
              <a:rect l="l" t="t" r="r" b="b"/>
              <a:pathLst>
                <a:path w="8930005" h="1416050">
                  <a:moveTo>
                    <a:pt x="0" y="0"/>
                  </a:moveTo>
                  <a:lnTo>
                    <a:pt x="8929799" y="0"/>
                  </a:lnTo>
                  <a:lnTo>
                    <a:pt x="8929799" y="1415999"/>
                  </a:lnTo>
                  <a:lnTo>
                    <a:pt x="0" y="1415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22618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95" dirty="0"/>
              <a:t>H</a:t>
            </a:r>
            <a:r>
              <a:rPr sz="5600" spc="60" dirty="0"/>
              <a:t>a</a:t>
            </a:r>
            <a:r>
              <a:rPr sz="5600" spc="-5" dirty="0"/>
              <a:t>ving</a:t>
            </a:r>
            <a:r>
              <a:rPr sz="5600" spc="-670" dirty="0"/>
              <a:t> </a:t>
            </a:r>
            <a:r>
              <a:rPr sz="5600" spc="-55" dirty="0"/>
              <a:t>an</a:t>
            </a:r>
            <a:r>
              <a:rPr sz="5600" spc="-670" dirty="0"/>
              <a:t> </a:t>
            </a:r>
            <a:r>
              <a:rPr sz="5600" spc="340" dirty="0"/>
              <a:t>LLM</a:t>
            </a:r>
            <a:r>
              <a:rPr sz="5600" spc="-670" dirty="0"/>
              <a:t> </a:t>
            </a:r>
            <a:r>
              <a:rPr sz="5600" spc="95" dirty="0"/>
              <a:t>initiate</a:t>
            </a:r>
            <a:r>
              <a:rPr sz="5600" spc="-670" dirty="0"/>
              <a:t> </a:t>
            </a:r>
            <a:r>
              <a:rPr sz="5600" spc="-105" dirty="0"/>
              <a:t>a</a:t>
            </a:r>
            <a:r>
              <a:rPr sz="5600" spc="-670" dirty="0"/>
              <a:t> </a:t>
            </a:r>
            <a:r>
              <a:rPr sz="5600" spc="45" dirty="0"/>
              <a:t>clothing</a:t>
            </a:r>
            <a:r>
              <a:rPr sz="5600" spc="-670" dirty="0"/>
              <a:t> </a:t>
            </a:r>
            <a:r>
              <a:rPr sz="5600" spc="110" dirty="0"/>
              <a:t>return</a:t>
            </a:r>
            <a:endParaRPr sz="5600"/>
          </a:p>
        </p:txBody>
      </p:sp>
      <p:sp>
        <p:nvSpPr>
          <p:cNvPr id="7" name="object 7"/>
          <p:cNvSpPr txBox="1"/>
          <p:nvPr/>
        </p:nvSpPr>
        <p:spPr>
          <a:xfrm>
            <a:off x="4679250" y="1803815"/>
            <a:ext cx="8930005" cy="141605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398145" rIns="0" bIns="0" rtlCol="0">
            <a:spAutoFit/>
          </a:bodyPr>
          <a:lstStyle/>
          <a:p>
            <a:pPr marL="1666875">
              <a:lnSpc>
                <a:spcPct val="100000"/>
              </a:lnSpc>
              <a:spcBef>
                <a:spcPts val="3135"/>
              </a:spcBef>
            </a:pPr>
            <a:r>
              <a:rPr sz="3800" spc="-5" dirty="0">
                <a:solidFill>
                  <a:srgbClr val="FFFFFF"/>
                </a:solidFill>
                <a:latin typeface="Arial MT"/>
                <a:cs typeface="Arial MT"/>
              </a:rPr>
              <a:t>ShopBot</a:t>
            </a:r>
            <a:endParaRPr sz="3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8687" y="2004252"/>
            <a:ext cx="1015365" cy="1015365"/>
            <a:chOff x="4958687" y="2004252"/>
            <a:chExt cx="1015365" cy="1015365"/>
          </a:xfrm>
        </p:grpSpPr>
        <p:sp>
          <p:nvSpPr>
            <p:cNvPr id="9" name="object 9"/>
            <p:cNvSpPr/>
            <p:nvPr/>
          </p:nvSpPr>
          <p:spPr>
            <a:xfrm>
              <a:off x="4963450" y="2009015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799" y="1005599"/>
                  </a:moveTo>
                  <a:lnTo>
                    <a:pt x="454377" y="1003298"/>
                  </a:lnTo>
                  <a:lnTo>
                    <a:pt x="407256" y="996533"/>
                  </a:lnTo>
                  <a:lnTo>
                    <a:pt x="361648" y="985517"/>
                  </a:lnTo>
                  <a:lnTo>
                    <a:pt x="317764" y="970458"/>
                  </a:lnTo>
                  <a:lnTo>
                    <a:pt x="275814" y="951569"/>
                  </a:lnTo>
                  <a:lnTo>
                    <a:pt x="236010" y="929060"/>
                  </a:lnTo>
                  <a:lnTo>
                    <a:pt x="198561" y="903142"/>
                  </a:lnTo>
                  <a:lnTo>
                    <a:pt x="163679" y="874025"/>
                  </a:lnTo>
                  <a:lnTo>
                    <a:pt x="131574" y="841920"/>
                  </a:lnTo>
                  <a:lnTo>
                    <a:pt x="102457" y="807038"/>
                  </a:lnTo>
                  <a:lnTo>
                    <a:pt x="76539" y="769589"/>
                  </a:lnTo>
                  <a:lnTo>
                    <a:pt x="54030" y="729785"/>
                  </a:lnTo>
                  <a:lnTo>
                    <a:pt x="35141" y="687835"/>
                  </a:lnTo>
                  <a:lnTo>
                    <a:pt x="20082" y="643951"/>
                  </a:lnTo>
                  <a:lnTo>
                    <a:pt x="9066" y="598343"/>
                  </a:lnTo>
                  <a:lnTo>
                    <a:pt x="2301" y="551223"/>
                  </a:lnTo>
                  <a:lnTo>
                    <a:pt x="0" y="502799"/>
                  </a:lnTo>
                  <a:lnTo>
                    <a:pt x="2301" y="454377"/>
                  </a:lnTo>
                  <a:lnTo>
                    <a:pt x="9066" y="407256"/>
                  </a:lnTo>
                  <a:lnTo>
                    <a:pt x="20082" y="361648"/>
                  </a:lnTo>
                  <a:lnTo>
                    <a:pt x="35141" y="317764"/>
                  </a:lnTo>
                  <a:lnTo>
                    <a:pt x="54030" y="275814"/>
                  </a:lnTo>
                  <a:lnTo>
                    <a:pt x="76539" y="236010"/>
                  </a:lnTo>
                  <a:lnTo>
                    <a:pt x="102457" y="198561"/>
                  </a:lnTo>
                  <a:lnTo>
                    <a:pt x="131574" y="163679"/>
                  </a:lnTo>
                  <a:lnTo>
                    <a:pt x="163679" y="131574"/>
                  </a:lnTo>
                  <a:lnTo>
                    <a:pt x="198561" y="102457"/>
                  </a:lnTo>
                  <a:lnTo>
                    <a:pt x="236010" y="76539"/>
                  </a:lnTo>
                  <a:lnTo>
                    <a:pt x="275814" y="54030"/>
                  </a:lnTo>
                  <a:lnTo>
                    <a:pt x="317764" y="35141"/>
                  </a:lnTo>
                  <a:lnTo>
                    <a:pt x="361648" y="20082"/>
                  </a:lnTo>
                  <a:lnTo>
                    <a:pt x="407256" y="9066"/>
                  </a:lnTo>
                  <a:lnTo>
                    <a:pt x="454377" y="2301"/>
                  </a:lnTo>
                  <a:lnTo>
                    <a:pt x="502799" y="0"/>
                  </a:lnTo>
                  <a:lnTo>
                    <a:pt x="551222" y="2301"/>
                  </a:lnTo>
                  <a:lnTo>
                    <a:pt x="598343" y="9066"/>
                  </a:lnTo>
                  <a:lnTo>
                    <a:pt x="643951" y="20082"/>
                  </a:lnTo>
                  <a:lnTo>
                    <a:pt x="687835" y="35141"/>
                  </a:lnTo>
                  <a:lnTo>
                    <a:pt x="729785" y="54030"/>
                  </a:lnTo>
                  <a:lnTo>
                    <a:pt x="769589" y="76539"/>
                  </a:lnTo>
                  <a:lnTo>
                    <a:pt x="807038" y="102457"/>
                  </a:lnTo>
                  <a:lnTo>
                    <a:pt x="841920" y="131574"/>
                  </a:lnTo>
                  <a:lnTo>
                    <a:pt x="874025" y="163679"/>
                  </a:lnTo>
                  <a:lnTo>
                    <a:pt x="903142" y="198561"/>
                  </a:lnTo>
                  <a:lnTo>
                    <a:pt x="929060" y="236010"/>
                  </a:lnTo>
                  <a:lnTo>
                    <a:pt x="951569" y="275814"/>
                  </a:lnTo>
                  <a:lnTo>
                    <a:pt x="970458" y="317764"/>
                  </a:lnTo>
                  <a:lnTo>
                    <a:pt x="985517" y="361648"/>
                  </a:lnTo>
                  <a:lnTo>
                    <a:pt x="996533" y="407256"/>
                  </a:lnTo>
                  <a:lnTo>
                    <a:pt x="1003298" y="454377"/>
                  </a:lnTo>
                  <a:lnTo>
                    <a:pt x="1005599" y="502799"/>
                  </a:lnTo>
                  <a:lnTo>
                    <a:pt x="1003298" y="551223"/>
                  </a:lnTo>
                  <a:lnTo>
                    <a:pt x="996533" y="598343"/>
                  </a:lnTo>
                  <a:lnTo>
                    <a:pt x="985517" y="643951"/>
                  </a:lnTo>
                  <a:lnTo>
                    <a:pt x="970458" y="687835"/>
                  </a:lnTo>
                  <a:lnTo>
                    <a:pt x="951569" y="729785"/>
                  </a:lnTo>
                  <a:lnTo>
                    <a:pt x="929060" y="769589"/>
                  </a:lnTo>
                  <a:lnTo>
                    <a:pt x="903142" y="807038"/>
                  </a:lnTo>
                  <a:lnTo>
                    <a:pt x="874025" y="841920"/>
                  </a:lnTo>
                  <a:lnTo>
                    <a:pt x="841920" y="874025"/>
                  </a:lnTo>
                  <a:lnTo>
                    <a:pt x="807038" y="903142"/>
                  </a:lnTo>
                  <a:lnTo>
                    <a:pt x="769589" y="929060"/>
                  </a:lnTo>
                  <a:lnTo>
                    <a:pt x="729785" y="951569"/>
                  </a:lnTo>
                  <a:lnTo>
                    <a:pt x="687835" y="970458"/>
                  </a:lnTo>
                  <a:lnTo>
                    <a:pt x="643951" y="985517"/>
                  </a:lnTo>
                  <a:lnTo>
                    <a:pt x="598343" y="996533"/>
                  </a:lnTo>
                  <a:lnTo>
                    <a:pt x="551222" y="1003298"/>
                  </a:lnTo>
                  <a:lnTo>
                    <a:pt x="502799" y="1005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52793" y="2309065"/>
              <a:ext cx="427355" cy="104775"/>
            </a:xfrm>
            <a:custGeom>
              <a:avLst/>
              <a:gdLst/>
              <a:ahLst/>
              <a:cxnLst/>
              <a:rect l="l" t="t" r="r" b="b"/>
              <a:pathLst>
                <a:path w="427354" h="104775">
                  <a:moveTo>
                    <a:pt x="52374" y="104749"/>
                  </a:moveTo>
                  <a:lnTo>
                    <a:pt x="31988" y="100634"/>
                  </a:lnTo>
                  <a:lnTo>
                    <a:pt x="15340" y="89409"/>
                  </a:lnTo>
                  <a:lnTo>
                    <a:pt x="4115" y="72761"/>
                  </a:lnTo>
                  <a:lnTo>
                    <a:pt x="0" y="52374"/>
                  </a:lnTo>
                  <a:lnTo>
                    <a:pt x="4115" y="31988"/>
                  </a:lnTo>
                  <a:lnTo>
                    <a:pt x="15340" y="15340"/>
                  </a:lnTo>
                  <a:lnTo>
                    <a:pt x="31988" y="4115"/>
                  </a:lnTo>
                  <a:lnTo>
                    <a:pt x="52374" y="0"/>
                  </a:lnTo>
                  <a:lnTo>
                    <a:pt x="72761" y="4115"/>
                  </a:lnTo>
                  <a:lnTo>
                    <a:pt x="89409" y="15340"/>
                  </a:lnTo>
                  <a:lnTo>
                    <a:pt x="100634" y="31988"/>
                  </a:lnTo>
                  <a:lnTo>
                    <a:pt x="104749" y="52374"/>
                  </a:lnTo>
                  <a:lnTo>
                    <a:pt x="100634" y="72761"/>
                  </a:lnTo>
                  <a:lnTo>
                    <a:pt x="89409" y="89409"/>
                  </a:lnTo>
                  <a:lnTo>
                    <a:pt x="72761" y="100634"/>
                  </a:lnTo>
                  <a:lnTo>
                    <a:pt x="52374" y="104749"/>
                  </a:lnTo>
                  <a:close/>
                </a:path>
                <a:path w="427354" h="104775">
                  <a:moveTo>
                    <a:pt x="374538" y="104749"/>
                  </a:moveTo>
                  <a:lnTo>
                    <a:pt x="354152" y="100634"/>
                  </a:lnTo>
                  <a:lnTo>
                    <a:pt x="337504" y="89409"/>
                  </a:lnTo>
                  <a:lnTo>
                    <a:pt x="326279" y="72761"/>
                  </a:lnTo>
                  <a:lnTo>
                    <a:pt x="322163" y="52374"/>
                  </a:lnTo>
                  <a:lnTo>
                    <a:pt x="326279" y="31988"/>
                  </a:lnTo>
                  <a:lnTo>
                    <a:pt x="337504" y="15340"/>
                  </a:lnTo>
                  <a:lnTo>
                    <a:pt x="354152" y="4115"/>
                  </a:lnTo>
                  <a:lnTo>
                    <a:pt x="374538" y="0"/>
                  </a:lnTo>
                  <a:lnTo>
                    <a:pt x="394925" y="4115"/>
                  </a:lnTo>
                  <a:lnTo>
                    <a:pt x="411573" y="15340"/>
                  </a:lnTo>
                  <a:lnTo>
                    <a:pt x="422798" y="31988"/>
                  </a:lnTo>
                  <a:lnTo>
                    <a:pt x="426913" y="52374"/>
                  </a:lnTo>
                  <a:lnTo>
                    <a:pt x="422798" y="72761"/>
                  </a:lnTo>
                  <a:lnTo>
                    <a:pt x="411573" y="89409"/>
                  </a:lnTo>
                  <a:lnTo>
                    <a:pt x="394925" y="100634"/>
                  </a:lnTo>
                  <a:lnTo>
                    <a:pt x="374538" y="10474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8030" y="2304303"/>
              <a:ext cx="114274" cy="1142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94" y="2304303"/>
              <a:ext cx="114274" cy="1142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63450" y="2009015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230279" y="722074"/>
                  </a:moveTo>
                  <a:lnTo>
                    <a:pt x="275694" y="750668"/>
                  </a:lnTo>
                  <a:lnTo>
                    <a:pt x="321101" y="774063"/>
                  </a:lnTo>
                  <a:lnTo>
                    <a:pt x="366499" y="792260"/>
                  </a:lnTo>
                  <a:lnTo>
                    <a:pt x="411889" y="805257"/>
                  </a:lnTo>
                  <a:lnTo>
                    <a:pt x="457269" y="813056"/>
                  </a:lnTo>
                  <a:lnTo>
                    <a:pt x="502640" y="815655"/>
                  </a:lnTo>
                  <a:lnTo>
                    <a:pt x="548003" y="813056"/>
                  </a:lnTo>
                  <a:lnTo>
                    <a:pt x="593357" y="805257"/>
                  </a:lnTo>
                  <a:lnTo>
                    <a:pt x="638702" y="792260"/>
                  </a:lnTo>
                  <a:lnTo>
                    <a:pt x="684038" y="774063"/>
                  </a:lnTo>
                  <a:lnTo>
                    <a:pt x="729365" y="750668"/>
                  </a:lnTo>
                  <a:lnTo>
                    <a:pt x="774684" y="722074"/>
                  </a:lnTo>
                </a:path>
                <a:path w="1005839" h="1005839">
                  <a:moveTo>
                    <a:pt x="0" y="502799"/>
                  </a:moveTo>
                  <a:lnTo>
                    <a:pt x="2301" y="454377"/>
                  </a:lnTo>
                  <a:lnTo>
                    <a:pt x="9066" y="407256"/>
                  </a:lnTo>
                  <a:lnTo>
                    <a:pt x="20082" y="361648"/>
                  </a:lnTo>
                  <a:lnTo>
                    <a:pt x="35141" y="317764"/>
                  </a:lnTo>
                  <a:lnTo>
                    <a:pt x="54030" y="275814"/>
                  </a:lnTo>
                  <a:lnTo>
                    <a:pt x="76539" y="236010"/>
                  </a:lnTo>
                  <a:lnTo>
                    <a:pt x="102457" y="198561"/>
                  </a:lnTo>
                  <a:lnTo>
                    <a:pt x="131574" y="163679"/>
                  </a:lnTo>
                  <a:lnTo>
                    <a:pt x="163679" y="131574"/>
                  </a:lnTo>
                  <a:lnTo>
                    <a:pt x="198561" y="102457"/>
                  </a:lnTo>
                  <a:lnTo>
                    <a:pt x="236010" y="76539"/>
                  </a:lnTo>
                  <a:lnTo>
                    <a:pt x="275814" y="54030"/>
                  </a:lnTo>
                  <a:lnTo>
                    <a:pt x="317764" y="35141"/>
                  </a:lnTo>
                  <a:lnTo>
                    <a:pt x="361648" y="20082"/>
                  </a:lnTo>
                  <a:lnTo>
                    <a:pt x="407256" y="9066"/>
                  </a:lnTo>
                  <a:lnTo>
                    <a:pt x="454377" y="2301"/>
                  </a:lnTo>
                  <a:lnTo>
                    <a:pt x="502799" y="0"/>
                  </a:lnTo>
                  <a:lnTo>
                    <a:pt x="551222" y="2301"/>
                  </a:lnTo>
                  <a:lnTo>
                    <a:pt x="598343" y="9066"/>
                  </a:lnTo>
                  <a:lnTo>
                    <a:pt x="643951" y="20082"/>
                  </a:lnTo>
                  <a:lnTo>
                    <a:pt x="687835" y="35141"/>
                  </a:lnTo>
                  <a:lnTo>
                    <a:pt x="729785" y="54030"/>
                  </a:lnTo>
                  <a:lnTo>
                    <a:pt x="769589" y="76539"/>
                  </a:lnTo>
                  <a:lnTo>
                    <a:pt x="807038" y="102457"/>
                  </a:lnTo>
                  <a:lnTo>
                    <a:pt x="841920" y="131574"/>
                  </a:lnTo>
                  <a:lnTo>
                    <a:pt x="874025" y="163679"/>
                  </a:lnTo>
                  <a:lnTo>
                    <a:pt x="903142" y="198561"/>
                  </a:lnTo>
                  <a:lnTo>
                    <a:pt x="929060" y="236010"/>
                  </a:lnTo>
                  <a:lnTo>
                    <a:pt x="951569" y="275814"/>
                  </a:lnTo>
                  <a:lnTo>
                    <a:pt x="970458" y="317764"/>
                  </a:lnTo>
                  <a:lnTo>
                    <a:pt x="985517" y="361648"/>
                  </a:lnTo>
                  <a:lnTo>
                    <a:pt x="996533" y="407256"/>
                  </a:lnTo>
                  <a:lnTo>
                    <a:pt x="1003298" y="454377"/>
                  </a:lnTo>
                  <a:lnTo>
                    <a:pt x="1005599" y="502799"/>
                  </a:lnTo>
                  <a:lnTo>
                    <a:pt x="1003298" y="551223"/>
                  </a:lnTo>
                  <a:lnTo>
                    <a:pt x="996533" y="598343"/>
                  </a:lnTo>
                  <a:lnTo>
                    <a:pt x="985517" y="643951"/>
                  </a:lnTo>
                  <a:lnTo>
                    <a:pt x="970458" y="687835"/>
                  </a:lnTo>
                  <a:lnTo>
                    <a:pt x="951569" y="729785"/>
                  </a:lnTo>
                  <a:lnTo>
                    <a:pt x="929060" y="769589"/>
                  </a:lnTo>
                  <a:lnTo>
                    <a:pt x="903142" y="807038"/>
                  </a:lnTo>
                  <a:lnTo>
                    <a:pt x="874025" y="841920"/>
                  </a:lnTo>
                  <a:lnTo>
                    <a:pt x="841920" y="874025"/>
                  </a:lnTo>
                  <a:lnTo>
                    <a:pt x="807038" y="903142"/>
                  </a:lnTo>
                  <a:lnTo>
                    <a:pt x="769589" y="929060"/>
                  </a:lnTo>
                  <a:lnTo>
                    <a:pt x="729785" y="951569"/>
                  </a:lnTo>
                  <a:lnTo>
                    <a:pt x="687835" y="970458"/>
                  </a:lnTo>
                  <a:lnTo>
                    <a:pt x="643951" y="985517"/>
                  </a:lnTo>
                  <a:lnTo>
                    <a:pt x="598343" y="996533"/>
                  </a:lnTo>
                  <a:lnTo>
                    <a:pt x="551222" y="1003298"/>
                  </a:lnTo>
                  <a:lnTo>
                    <a:pt x="502799" y="1005599"/>
                  </a:lnTo>
                  <a:lnTo>
                    <a:pt x="454377" y="1003298"/>
                  </a:lnTo>
                  <a:lnTo>
                    <a:pt x="407256" y="996533"/>
                  </a:lnTo>
                  <a:lnTo>
                    <a:pt x="361648" y="985517"/>
                  </a:lnTo>
                  <a:lnTo>
                    <a:pt x="317764" y="970458"/>
                  </a:lnTo>
                  <a:lnTo>
                    <a:pt x="275814" y="951569"/>
                  </a:lnTo>
                  <a:lnTo>
                    <a:pt x="236010" y="929060"/>
                  </a:lnTo>
                  <a:lnTo>
                    <a:pt x="198561" y="903142"/>
                  </a:lnTo>
                  <a:lnTo>
                    <a:pt x="163679" y="874025"/>
                  </a:lnTo>
                  <a:lnTo>
                    <a:pt x="131574" y="841920"/>
                  </a:lnTo>
                  <a:lnTo>
                    <a:pt x="102457" y="807038"/>
                  </a:lnTo>
                  <a:lnTo>
                    <a:pt x="76539" y="769589"/>
                  </a:lnTo>
                  <a:lnTo>
                    <a:pt x="54030" y="729785"/>
                  </a:lnTo>
                  <a:lnTo>
                    <a:pt x="35141" y="687835"/>
                  </a:lnTo>
                  <a:lnTo>
                    <a:pt x="20082" y="643951"/>
                  </a:lnTo>
                  <a:lnTo>
                    <a:pt x="9066" y="598343"/>
                  </a:lnTo>
                  <a:lnTo>
                    <a:pt x="2301" y="551223"/>
                  </a:lnTo>
                  <a:lnTo>
                    <a:pt x="0" y="502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958687" y="4695414"/>
            <a:ext cx="466725" cy="466725"/>
            <a:chOff x="4958687" y="4695414"/>
            <a:chExt cx="466725" cy="466725"/>
          </a:xfrm>
        </p:grpSpPr>
        <p:sp>
          <p:nvSpPr>
            <p:cNvPr id="15" name="object 15"/>
            <p:cNvSpPr/>
            <p:nvPr/>
          </p:nvSpPr>
          <p:spPr>
            <a:xfrm>
              <a:off x="4963450" y="470017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95000" y="4836596"/>
              <a:ext cx="194310" cy="47625"/>
            </a:xfrm>
            <a:custGeom>
              <a:avLst/>
              <a:gdLst/>
              <a:ahLst/>
              <a:cxnLst/>
              <a:rect l="l" t="t" r="r" b="b"/>
              <a:pathLst>
                <a:path w="194310" h="47625">
                  <a:moveTo>
                    <a:pt x="23812" y="47624"/>
                  </a:moveTo>
                  <a:lnTo>
                    <a:pt x="14543" y="45753"/>
                  </a:lnTo>
                  <a:lnTo>
                    <a:pt x="6974" y="40650"/>
                  </a:lnTo>
                  <a:lnTo>
                    <a:pt x="1871" y="33081"/>
                  </a:lnTo>
                  <a:lnTo>
                    <a:pt x="0" y="23812"/>
                  </a:lnTo>
                  <a:lnTo>
                    <a:pt x="1871" y="14543"/>
                  </a:lnTo>
                  <a:lnTo>
                    <a:pt x="6974" y="6974"/>
                  </a:lnTo>
                  <a:lnTo>
                    <a:pt x="14543" y="1871"/>
                  </a:lnTo>
                  <a:lnTo>
                    <a:pt x="23812" y="0"/>
                  </a:lnTo>
                  <a:lnTo>
                    <a:pt x="33081" y="1871"/>
                  </a:lnTo>
                  <a:lnTo>
                    <a:pt x="40650" y="6974"/>
                  </a:lnTo>
                  <a:lnTo>
                    <a:pt x="45753" y="14543"/>
                  </a:lnTo>
                  <a:lnTo>
                    <a:pt x="47624" y="23812"/>
                  </a:lnTo>
                  <a:lnTo>
                    <a:pt x="45753" y="33081"/>
                  </a:lnTo>
                  <a:lnTo>
                    <a:pt x="40650" y="40650"/>
                  </a:lnTo>
                  <a:lnTo>
                    <a:pt x="33081" y="45753"/>
                  </a:lnTo>
                  <a:lnTo>
                    <a:pt x="23812" y="47624"/>
                  </a:lnTo>
                  <a:close/>
                </a:path>
                <a:path w="194310" h="47625">
                  <a:moveTo>
                    <a:pt x="170285" y="47624"/>
                  </a:moveTo>
                  <a:lnTo>
                    <a:pt x="161017" y="45753"/>
                  </a:lnTo>
                  <a:lnTo>
                    <a:pt x="153448" y="40650"/>
                  </a:lnTo>
                  <a:lnTo>
                    <a:pt x="148344" y="33081"/>
                  </a:lnTo>
                  <a:lnTo>
                    <a:pt x="146473" y="23812"/>
                  </a:lnTo>
                  <a:lnTo>
                    <a:pt x="148344" y="14543"/>
                  </a:lnTo>
                  <a:lnTo>
                    <a:pt x="153448" y="6974"/>
                  </a:lnTo>
                  <a:lnTo>
                    <a:pt x="161017" y="1871"/>
                  </a:lnTo>
                  <a:lnTo>
                    <a:pt x="170285" y="0"/>
                  </a:lnTo>
                  <a:lnTo>
                    <a:pt x="179554" y="1871"/>
                  </a:lnTo>
                  <a:lnTo>
                    <a:pt x="187123" y="6974"/>
                  </a:lnTo>
                  <a:lnTo>
                    <a:pt x="192227" y="14543"/>
                  </a:lnTo>
                  <a:lnTo>
                    <a:pt x="194098" y="23812"/>
                  </a:lnTo>
                  <a:lnTo>
                    <a:pt x="192227" y="33081"/>
                  </a:lnTo>
                  <a:lnTo>
                    <a:pt x="187123" y="40650"/>
                  </a:lnTo>
                  <a:lnTo>
                    <a:pt x="179554" y="45753"/>
                  </a:lnTo>
                  <a:lnTo>
                    <a:pt x="170285" y="47624"/>
                  </a:lnTo>
                  <a:close/>
                </a:path>
              </a:pathLst>
            </a:custGeom>
            <a:solidFill>
              <a:srgbClr val="523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3450" y="470017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31550" y="160231"/>
                  </a:moveTo>
                  <a:lnTo>
                    <a:pt x="133422" y="150962"/>
                  </a:lnTo>
                  <a:lnTo>
                    <a:pt x="138525" y="143393"/>
                  </a:lnTo>
                  <a:lnTo>
                    <a:pt x="146094" y="138290"/>
                  </a:lnTo>
                  <a:lnTo>
                    <a:pt x="155363" y="136418"/>
                  </a:lnTo>
                  <a:lnTo>
                    <a:pt x="164632" y="138290"/>
                  </a:lnTo>
                  <a:lnTo>
                    <a:pt x="172201" y="143393"/>
                  </a:lnTo>
                  <a:lnTo>
                    <a:pt x="177304" y="150962"/>
                  </a:lnTo>
                  <a:lnTo>
                    <a:pt x="179175" y="160231"/>
                  </a:lnTo>
                  <a:lnTo>
                    <a:pt x="177304" y="169500"/>
                  </a:lnTo>
                  <a:lnTo>
                    <a:pt x="172201" y="177069"/>
                  </a:lnTo>
                  <a:lnTo>
                    <a:pt x="164632" y="182172"/>
                  </a:lnTo>
                  <a:lnTo>
                    <a:pt x="155363" y="184043"/>
                  </a:lnTo>
                  <a:lnTo>
                    <a:pt x="146094" y="182172"/>
                  </a:lnTo>
                  <a:lnTo>
                    <a:pt x="138525" y="177069"/>
                  </a:lnTo>
                  <a:lnTo>
                    <a:pt x="133422" y="169500"/>
                  </a:lnTo>
                  <a:lnTo>
                    <a:pt x="131550" y="160231"/>
                  </a:lnTo>
                </a:path>
                <a:path w="457200" h="457200">
                  <a:moveTo>
                    <a:pt x="278024" y="160231"/>
                  </a:moveTo>
                  <a:lnTo>
                    <a:pt x="279895" y="150962"/>
                  </a:lnTo>
                  <a:lnTo>
                    <a:pt x="284998" y="143393"/>
                  </a:lnTo>
                  <a:lnTo>
                    <a:pt x="292567" y="138290"/>
                  </a:lnTo>
                  <a:lnTo>
                    <a:pt x="301836" y="136418"/>
                  </a:lnTo>
                  <a:lnTo>
                    <a:pt x="311105" y="138290"/>
                  </a:lnTo>
                  <a:lnTo>
                    <a:pt x="318674" y="143393"/>
                  </a:lnTo>
                  <a:lnTo>
                    <a:pt x="323777" y="150962"/>
                  </a:lnTo>
                  <a:lnTo>
                    <a:pt x="325649" y="160231"/>
                  </a:lnTo>
                  <a:lnTo>
                    <a:pt x="323777" y="169500"/>
                  </a:lnTo>
                  <a:lnTo>
                    <a:pt x="318674" y="177069"/>
                  </a:lnTo>
                  <a:lnTo>
                    <a:pt x="311105" y="182172"/>
                  </a:lnTo>
                  <a:lnTo>
                    <a:pt x="301836" y="184043"/>
                  </a:lnTo>
                  <a:lnTo>
                    <a:pt x="292567" y="182172"/>
                  </a:lnTo>
                  <a:lnTo>
                    <a:pt x="284998" y="177069"/>
                  </a:lnTo>
                  <a:lnTo>
                    <a:pt x="279895" y="169500"/>
                  </a:lnTo>
                  <a:lnTo>
                    <a:pt x="278024" y="160231"/>
                  </a:lnTo>
                </a:path>
                <a:path w="457200" h="457200">
                  <a:moveTo>
                    <a:pt x="104697" y="328293"/>
                  </a:moveTo>
                  <a:lnTo>
                    <a:pt x="145990" y="351930"/>
                  </a:lnTo>
                  <a:lnTo>
                    <a:pt x="187267" y="366113"/>
                  </a:lnTo>
                  <a:lnTo>
                    <a:pt x="228527" y="370840"/>
                  </a:lnTo>
                  <a:lnTo>
                    <a:pt x="269772" y="366113"/>
                  </a:lnTo>
                  <a:lnTo>
                    <a:pt x="311000" y="351930"/>
                  </a:lnTo>
                  <a:lnTo>
                    <a:pt x="352213" y="328293"/>
                  </a:lnTo>
                </a:path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958687" y="3475902"/>
            <a:ext cx="4435475" cy="4102100"/>
            <a:chOff x="4958687" y="3475902"/>
            <a:chExt cx="4435475" cy="4102100"/>
          </a:xfrm>
        </p:grpSpPr>
        <p:sp>
          <p:nvSpPr>
            <p:cNvPr id="19" name="object 19"/>
            <p:cNvSpPr/>
            <p:nvPr/>
          </p:nvSpPr>
          <p:spPr>
            <a:xfrm>
              <a:off x="4963450" y="3480665"/>
              <a:ext cx="4425950" cy="1180465"/>
            </a:xfrm>
            <a:custGeom>
              <a:avLst/>
              <a:gdLst/>
              <a:ahLst/>
              <a:cxnLst/>
              <a:rect l="l" t="t" r="r" b="b"/>
              <a:pathLst>
                <a:path w="4425950" h="1180464">
                  <a:moveTo>
                    <a:pt x="531071" y="1180151"/>
                  </a:moveTo>
                  <a:lnTo>
                    <a:pt x="737599" y="1005599"/>
                  </a:lnTo>
                  <a:lnTo>
                    <a:pt x="0" y="1005599"/>
                  </a:lnTo>
                  <a:lnTo>
                    <a:pt x="0" y="0"/>
                  </a:lnTo>
                  <a:lnTo>
                    <a:pt x="4425599" y="0"/>
                  </a:lnTo>
                  <a:lnTo>
                    <a:pt x="4425599" y="1005599"/>
                  </a:lnTo>
                  <a:lnTo>
                    <a:pt x="1843999" y="1005599"/>
                  </a:lnTo>
                  <a:lnTo>
                    <a:pt x="531071" y="1180151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63450" y="3480665"/>
              <a:ext cx="4425950" cy="1180465"/>
            </a:xfrm>
            <a:custGeom>
              <a:avLst/>
              <a:gdLst/>
              <a:ahLst/>
              <a:cxnLst/>
              <a:rect l="l" t="t" r="r" b="b"/>
              <a:pathLst>
                <a:path w="4425950" h="1180464">
                  <a:moveTo>
                    <a:pt x="0" y="0"/>
                  </a:moveTo>
                  <a:lnTo>
                    <a:pt x="737599" y="0"/>
                  </a:lnTo>
                  <a:lnTo>
                    <a:pt x="1843999" y="0"/>
                  </a:lnTo>
                  <a:lnTo>
                    <a:pt x="4425599" y="0"/>
                  </a:lnTo>
                  <a:lnTo>
                    <a:pt x="4425599" y="586599"/>
                  </a:lnTo>
                  <a:lnTo>
                    <a:pt x="4425599" y="837999"/>
                  </a:lnTo>
                  <a:lnTo>
                    <a:pt x="4425599" y="1005599"/>
                  </a:lnTo>
                  <a:lnTo>
                    <a:pt x="1843999" y="1005599"/>
                  </a:lnTo>
                  <a:lnTo>
                    <a:pt x="531071" y="1180151"/>
                  </a:lnTo>
                  <a:lnTo>
                    <a:pt x="737599" y="1005599"/>
                  </a:lnTo>
                  <a:lnTo>
                    <a:pt x="0" y="1005599"/>
                  </a:lnTo>
                  <a:lnTo>
                    <a:pt x="0" y="837999"/>
                  </a:lnTo>
                  <a:lnTo>
                    <a:pt x="0" y="586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63450" y="5910864"/>
              <a:ext cx="4425950" cy="1661795"/>
            </a:xfrm>
            <a:custGeom>
              <a:avLst/>
              <a:gdLst/>
              <a:ahLst/>
              <a:cxnLst/>
              <a:rect l="l" t="t" r="r" b="b"/>
              <a:pathLst>
                <a:path w="4425950" h="1661795">
                  <a:moveTo>
                    <a:pt x="531071" y="1661789"/>
                  </a:moveTo>
                  <a:lnTo>
                    <a:pt x="737599" y="1416000"/>
                  </a:lnTo>
                  <a:lnTo>
                    <a:pt x="0" y="1416000"/>
                  </a:lnTo>
                  <a:lnTo>
                    <a:pt x="0" y="0"/>
                  </a:lnTo>
                  <a:lnTo>
                    <a:pt x="4425599" y="0"/>
                  </a:lnTo>
                  <a:lnTo>
                    <a:pt x="4425599" y="1416000"/>
                  </a:lnTo>
                  <a:lnTo>
                    <a:pt x="1843999" y="1416000"/>
                  </a:lnTo>
                  <a:lnTo>
                    <a:pt x="531071" y="166178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63450" y="5910864"/>
              <a:ext cx="4425950" cy="1661795"/>
            </a:xfrm>
            <a:custGeom>
              <a:avLst/>
              <a:gdLst/>
              <a:ahLst/>
              <a:cxnLst/>
              <a:rect l="l" t="t" r="r" b="b"/>
              <a:pathLst>
                <a:path w="4425950" h="1661795">
                  <a:moveTo>
                    <a:pt x="0" y="0"/>
                  </a:moveTo>
                  <a:lnTo>
                    <a:pt x="737599" y="0"/>
                  </a:lnTo>
                  <a:lnTo>
                    <a:pt x="1843999" y="0"/>
                  </a:lnTo>
                  <a:lnTo>
                    <a:pt x="4425599" y="0"/>
                  </a:lnTo>
                  <a:lnTo>
                    <a:pt x="4425599" y="826000"/>
                  </a:lnTo>
                  <a:lnTo>
                    <a:pt x="4425599" y="1180000"/>
                  </a:lnTo>
                  <a:lnTo>
                    <a:pt x="4425599" y="1416000"/>
                  </a:lnTo>
                  <a:lnTo>
                    <a:pt x="1843999" y="1416000"/>
                  </a:lnTo>
                  <a:lnTo>
                    <a:pt x="531071" y="1661789"/>
                  </a:lnTo>
                  <a:lnTo>
                    <a:pt x="737599" y="1416000"/>
                  </a:lnTo>
                  <a:lnTo>
                    <a:pt x="0" y="1416000"/>
                  </a:lnTo>
                  <a:lnTo>
                    <a:pt x="0" y="1180000"/>
                  </a:lnTo>
                  <a:lnTo>
                    <a:pt x="0" y="82600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44425" y="5949003"/>
            <a:ext cx="3822700" cy="13093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5080">
              <a:lnSpc>
                <a:spcPct val="100400"/>
              </a:lnSpc>
              <a:spcBef>
                <a:spcPts val="85"/>
              </a:spcBef>
            </a:pPr>
            <a:r>
              <a:rPr sz="2800" spc="-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course, </a:t>
            </a:r>
            <a:r>
              <a:rPr sz="2800" spc="-5" dirty="0">
                <a:latin typeface="Arial MT"/>
                <a:cs typeface="Arial MT"/>
              </a:rPr>
              <a:t>I’d be happy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help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you.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Can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tell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order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number?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58687" y="7601875"/>
            <a:ext cx="466725" cy="466725"/>
            <a:chOff x="4958687" y="7601875"/>
            <a:chExt cx="466725" cy="466725"/>
          </a:xfrm>
        </p:grpSpPr>
        <p:sp>
          <p:nvSpPr>
            <p:cNvPr id="25" name="object 25"/>
            <p:cNvSpPr/>
            <p:nvPr/>
          </p:nvSpPr>
          <p:spPr>
            <a:xfrm>
              <a:off x="4963450" y="760663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95000" y="7743057"/>
              <a:ext cx="194310" cy="47625"/>
            </a:xfrm>
            <a:custGeom>
              <a:avLst/>
              <a:gdLst/>
              <a:ahLst/>
              <a:cxnLst/>
              <a:rect l="l" t="t" r="r" b="b"/>
              <a:pathLst>
                <a:path w="194310" h="47625">
                  <a:moveTo>
                    <a:pt x="23812" y="47624"/>
                  </a:moveTo>
                  <a:lnTo>
                    <a:pt x="14543" y="45753"/>
                  </a:lnTo>
                  <a:lnTo>
                    <a:pt x="6974" y="40650"/>
                  </a:lnTo>
                  <a:lnTo>
                    <a:pt x="1871" y="33081"/>
                  </a:lnTo>
                  <a:lnTo>
                    <a:pt x="0" y="23812"/>
                  </a:lnTo>
                  <a:lnTo>
                    <a:pt x="1871" y="14543"/>
                  </a:lnTo>
                  <a:lnTo>
                    <a:pt x="6974" y="6974"/>
                  </a:lnTo>
                  <a:lnTo>
                    <a:pt x="14543" y="1871"/>
                  </a:lnTo>
                  <a:lnTo>
                    <a:pt x="23812" y="0"/>
                  </a:lnTo>
                  <a:lnTo>
                    <a:pt x="33081" y="1871"/>
                  </a:lnTo>
                  <a:lnTo>
                    <a:pt x="40650" y="6974"/>
                  </a:lnTo>
                  <a:lnTo>
                    <a:pt x="45753" y="14543"/>
                  </a:lnTo>
                  <a:lnTo>
                    <a:pt x="47624" y="23812"/>
                  </a:lnTo>
                  <a:lnTo>
                    <a:pt x="45753" y="33081"/>
                  </a:lnTo>
                  <a:lnTo>
                    <a:pt x="40650" y="40650"/>
                  </a:lnTo>
                  <a:lnTo>
                    <a:pt x="33081" y="45753"/>
                  </a:lnTo>
                  <a:lnTo>
                    <a:pt x="23812" y="47624"/>
                  </a:lnTo>
                  <a:close/>
                </a:path>
                <a:path w="194310" h="47625">
                  <a:moveTo>
                    <a:pt x="170285" y="47624"/>
                  </a:moveTo>
                  <a:lnTo>
                    <a:pt x="161017" y="45753"/>
                  </a:lnTo>
                  <a:lnTo>
                    <a:pt x="153448" y="40650"/>
                  </a:lnTo>
                  <a:lnTo>
                    <a:pt x="148344" y="33081"/>
                  </a:lnTo>
                  <a:lnTo>
                    <a:pt x="146473" y="23812"/>
                  </a:lnTo>
                  <a:lnTo>
                    <a:pt x="148344" y="14543"/>
                  </a:lnTo>
                  <a:lnTo>
                    <a:pt x="153448" y="6974"/>
                  </a:lnTo>
                  <a:lnTo>
                    <a:pt x="161017" y="1871"/>
                  </a:lnTo>
                  <a:lnTo>
                    <a:pt x="170285" y="0"/>
                  </a:lnTo>
                  <a:lnTo>
                    <a:pt x="179554" y="1871"/>
                  </a:lnTo>
                  <a:lnTo>
                    <a:pt x="187123" y="6974"/>
                  </a:lnTo>
                  <a:lnTo>
                    <a:pt x="192227" y="14543"/>
                  </a:lnTo>
                  <a:lnTo>
                    <a:pt x="194098" y="23812"/>
                  </a:lnTo>
                  <a:lnTo>
                    <a:pt x="192227" y="33081"/>
                  </a:lnTo>
                  <a:lnTo>
                    <a:pt x="187123" y="40650"/>
                  </a:lnTo>
                  <a:lnTo>
                    <a:pt x="179554" y="45753"/>
                  </a:lnTo>
                  <a:lnTo>
                    <a:pt x="170285" y="47624"/>
                  </a:lnTo>
                  <a:close/>
                </a:path>
              </a:pathLst>
            </a:custGeom>
            <a:solidFill>
              <a:srgbClr val="523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63450" y="760663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31550" y="160231"/>
                  </a:moveTo>
                  <a:lnTo>
                    <a:pt x="133422" y="150962"/>
                  </a:lnTo>
                  <a:lnTo>
                    <a:pt x="138525" y="143393"/>
                  </a:lnTo>
                  <a:lnTo>
                    <a:pt x="146094" y="138290"/>
                  </a:lnTo>
                  <a:lnTo>
                    <a:pt x="155363" y="136419"/>
                  </a:lnTo>
                  <a:lnTo>
                    <a:pt x="164632" y="138290"/>
                  </a:lnTo>
                  <a:lnTo>
                    <a:pt x="172201" y="143393"/>
                  </a:lnTo>
                  <a:lnTo>
                    <a:pt x="177304" y="150962"/>
                  </a:lnTo>
                  <a:lnTo>
                    <a:pt x="179175" y="160231"/>
                  </a:lnTo>
                  <a:lnTo>
                    <a:pt x="177304" y="169500"/>
                  </a:lnTo>
                  <a:lnTo>
                    <a:pt x="172201" y="177069"/>
                  </a:lnTo>
                  <a:lnTo>
                    <a:pt x="164632" y="182172"/>
                  </a:lnTo>
                  <a:lnTo>
                    <a:pt x="155363" y="184044"/>
                  </a:lnTo>
                  <a:lnTo>
                    <a:pt x="146094" y="182172"/>
                  </a:lnTo>
                  <a:lnTo>
                    <a:pt x="138525" y="177069"/>
                  </a:lnTo>
                  <a:lnTo>
                    <a:pt x="133422" y="169500"/>
                  </a:lnTo>
                  <a:lnTo>
                    <a:pt x="131550" y="160231"/>
                  </a:lnTo>
                </a:path>
                <a:path w="457200" h="457200">
                  <a:moveTo>
                    <a:pt x="278024" y="160231"/>
                  </a:moveTo>
                  <a:lnTo>
                    <a:pt x="279895" y="150962"/>
                  </a:lnTo>
                  <a:lnTo>
                    <a:pt x="284998" y="143393"/>
                  </a:lnTo>
                  <a:lnTo>
                    <a:pt x="292567" y="138290"/>
                  </a:lnTo>
                  <a:lnTo>
                    <a:pt x="301836" y="136419"/>
                  </a:lnTo>
                  <a:lnTo>
                    <a:pt x="311105" y="138290"/>
                  </a:lnTo>
                  <a:lnTo>
                    <a:pt x="318674" y="143393"/>
                  </a:lnTo>
                  <a:lnTo>
                    <a:pt x="323777" y="150962"/>
                  </a:lnTo>
                  <a:lnTo>
                    <a:pt x="325649" y="160231"/>
                  </a:lnTo>
                  <a:lnTo>
                    <a:pt x="323777" y="169500"/>
                  </a:lnTo>
                  <a:lnTo>
                    <a:pt x="318674" y="177069"/>
                  </a:lnTo>
                  <a:lnTo>
                    <a:pt x="311105" y="182172"/>
                  </a:lnTo>
                  <a:lnTo>
                    <a:pt x="301836" y="184044"/>
                  </a:lnTo>
                  <a:lnTo>
                    <a:pt x="292567" y="182172"/>
                  </a:lnTo>
                  <a:lnTo>
                    <a:pt x="284998" y="177069"/>
                  </a:lnTo>
                  <a:lnTo>
                    <a:pt x="279895" y="169500"/>
                  </a:lnTo>
                  <a:lnTo>
                    <a:pt x="278024" y="160231"/>
                  </a:lnTo>
                </a:path>
                <a:path w="457200" h="457200">
                  <a:moveTo>
                    <a:pt x="104697" y="328293"/>
                  </a:moveTo>
                  <a:lnTo>
                    <a:pt x="145990" y="351931"/>
                  </a:lnTo>
                  <a:lnTo>
                    <a:pt x="187267" y="366113"/>
                  </a:lnTo>
                  <a:lnTo>
                    <a:pt x="228527" y="370841"/>
                  </a:lnTo>
                  <a:lnTo>
                    <a:pt x="269772" y="366113"/>
                  </a:lnTo>
                  <a:lnTo>
                    <a:pt x="311000" y="351931"/>
                  </a:lnTo>
                  <a:lnTo>
                    <a:pt x="352213" y="328293"/>
                  </a:lnTo>
                </a:path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8926737" y="4691002"/>
            <a:ext cx="4435475" cy="1189990"/>
            <a:chOff x="8926737" y="4691002"/>
            <a:chExt cx="4435475" cy="1189990"/>
          </a:xfrm>
        </p:grpSpPr>
        <p:sp>
          <p:nvSpPr>
            <p:cNvPr id="29" name="object 29"/>
            <p:cNvSpPr/>
            <p:nvPr/>
          </p:nvSpPr>
          <p:spPr>
            <a:xfrm>
              <a:off x="8931499" y="4695765"/>
              <a:ext cx="4425950" cy="1180465"/>
            </a:xfrm>
            <a:custGeom>
              <a:avLst/>
              <a:gdLst/>
              <a:ahLst/>
              <a:cxnLst/>
              <a:rect l="l" t="t" r="r" b="b"/>
              <a:pathLst>
                <a:path w="4425950" h="1180464">
                  <a:moveTo>
                    <a:pt x="3894527" y="1180151"/>
                  </a:moveTo>
                  <a:lnTo>
                    <a:pt x="2581599" y="1005599"/>
                  </a:lnTo>
                  <a:lnTo>
                    <a:pt x="0" y="1005599"/>
                  </a:lnTo>
                  <a:lnTo>
                    <a:pt x="0" y="0"/>
                  </a:lnTo>
                  <a:lnTo>
                    <a:pt x="4425599" y="0"/>
                  </a:lnTo>
                  <a:lnTo>
                    <a:pt x="4425599" y="1005599"/>
                  </a:lnTo>
                  <a:lnTo>
                    <a:pt x="3687999" y="1005599"/>
                  </a:lnTo>
                  <a:lnTo>
                    <a:pt x="3894527" y="11801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31499" y="4695765"/>
              <a:ext cx="4425950" cy="1180465"/>
            </a:xfrm>
            <a:custGeom>
              <a:avLst/>
              <a:gdLst/>
              <a:ahLst/>
              <a:cxnLst/>
              <a:rect l="l" t="t" r="r" b="b"/>
              <a:pathLst>
                <a:path w="4425950" h="1180464">
                  <a:moveTo>
                    <a:pt x="4425599" y="0"/>
                  </a:moveTo>
                  <a:lnTo>
                    <a:pt x="3687999" y="0"/>
                  </a:lnTo>
                  <a:lnTo>
                    <a:pt x="2581599" y="0"/>
                  </a:lnTo>
                  <a:lnTo>
                    <a:pt x="0" y="0"/>
                  </a:lnTo>
                  <a:lnTo>
                    <a:pt x="0" y="586599"/>
                  </a:lnTo>
                  <a:lnTo>
                    <a:pt x="0" y="837999"/>
                  </a:lnTo>
                  <a:lnTo>
                    <a:pt x="0" y="1005599"/>
                  </a:lnTo>
                  <a:lnTo>
                    <a:pt x="2581599" y="1005599"/>
                  </a:lnTo>
                  <a:lnTo>
                    <a:pt x="3894527" y="1180151"/>
                  </a:lnTo>
                  <a:lnTo>
                    <a:pt x="3687999" y="1005599"/>
                  </a:lnTo>
                  <a:lnTo>
                    <a:pt x="4425599" y="1005599"/>
                  </a:lnTo>
                  <a:lnTo>
                    <a:pt x="4425599" y="837999"/>
                  </a:lnTo>
                  <a:lnTo>
                    <a:pt x="4425599" y="586599"/>
                  </a:lnTo>
                  <a:lnTo>
                    <a:pt x="44255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144425" y="3527916"/>
            <a:ext cx="7771765" cy="20961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3975100">
              <a:lnSpc>
                <a:spcPct val="100400"/>
              </a:lnSpc>
              <a:spcBef>
                <a:spcPts val="85"/>
              </a:spcBef>
            </a:pPr>
            <a:r>
              <a:rPr sz="2800" spc="-5" dirty="0">
                <a:latin typeface="Arial MT"/>
                <a:cs typeface="Arial MT"/>
              </a:rPr>
              <a:t>Hi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there!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How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help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today?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50">
              <a:latin typeface="Arial MT"/>
              <a:cs typeface="Arial MT"/>
            </a:endParaRPr>
          </a:p>
          <a:p>
            <a:pPr marL="3967479" marR="5080">
              <a:lnSpc>
                <a:spcPct val="100400"/>
              </a:lnSpc>
            </a:pPr>
            <a:r>
              <a:rPr sz="2800" dirty="0">
                <a:latin typeface="Arial MT"/>
                <a:cs typeface="Arial MT"/>
              </a:rPr>
              <a:t>I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need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return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pair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jeans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that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purchased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2895137" y="5939502"/>
            <a:ext cx="466725" cy="466725"/>
            <a:chOff x="12895137" y="5939502"/>
            <a:chExt cx="466725" cy="466725"/>
          </a:xfrm>
        </p:grpSpPr>
        <p:sp>
          <p:nvSpPr>
            <p:cNvPr id="33" name="object 33"/>
            <p:cNvSpPr/>
            <p:nvPr/>
          </p:nvSpPr>
          <p:spPr>
            <a:xfrm>
              <a:off x="12899900" y="594426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0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899900" y="594426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0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2982169" y="5931629"/>
            <a:ext cx="2305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674EA7"/>
                </a:solidFill>
                <a:latin typeface="Arial MT"/>
                <a:cs typeface="Arial MT"/>
              </a:rPr>
              <a:t>T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245537" y="7531587"/>
            <a:ext cx="3116580" cy="1457960"/>
            <a:chOff x="10245537" y="7531587"/>
            <a:chExt cx="3116580" cy="1457960"/>
          </a:xfrm>
        </p:grpSpPr>
        <p:sp>
          <p:nvSpPr>
            <p:cNvPr id="37" name="object 37"/>
            <p:cNvSpPr/>
            <p:nvPr/>
          </p:nvSpPr>
          <p:spPr>
            <a:xfrm>
              <a:off x="10250299" y="7536350"/>
              <a:ext cx="3107055" cy="932815"/>
            </a:xfrm>
            <a:custGeom>
              <a:avLst/>
              <a:gdLst/>
              <a:ahLst/>
              <a:cxnLst/>
              <a:rect l="l" t="t" r="r" b="b"/>
              <a:pathLst>
                <a:path w="3107055" h="932815">
                  <a:moveTo>
                    <a:pt x="2733984" y="932292"/>
                  </a:moveTo>
                  <a:lnTo>
                    <a:pt x="1812299" y="794399"/>
                  </a:lnTo>
                  <a:lnTo>
                    <a:pt x="0" y="794399"/>
                  </a:lnTo>
                  <a:lnTo>
                    <a:pt x="0" y="0"/>
                  </a:lnTo>
                  <a:lnTo>
                    <a:pt x="3106799" y="0"/>
                  </a:lnTo>
                  <a:lnTo>
                    <a:pt x="3106799" y="794399"/>
                  </a:lnTo>
                  <a:lnTo>
                    <a:pt x="2588999" y="794399"/>
                  </a:lnTo>
                  <a:lnTo>
                    <a:pt x="2733984" y="932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250299" y="7536350"/>
              <a:ext cx="3107055" cy="932815"/>
            </a:xfrm>
            <a:custGeom>
              <a:avLst/>
              <a:gdLst/>
              <a:ahLst/>
              <a:cxnLst/>
              <a:rect l="l" t="t" r="r" b="b"/>
              <a:pathLst>
                <a:path w="3107055" h="932815">
                  <a:moveTo>
                    <a:pt x="3106799" y="0"/>
                  </a:moveTo>
                  <a:lnTo>
                    <a:pt x="2588999" y="0"/>
                  </a:lnTo>
                  <a:lnTo>
                    <a:pt x="1812299" y="0"/>
                  </a:lnTo>
                  <a:lnTo>
                    <a:pt x="0" y="0"/>
                  </a:lnTo>
                  <a:lnTo>
                    <a:pt x="0" y="463399"/>
                  </a:lnTo>
                  <a:lnTo>
                    <a:pt x="0" y="661999"/>
                  </a:lnTo>
                  <a:lnTo>
                    <a:pt x="0" y="794399"/>
                  </a:lnTo>
                  <a:lnTo>
                    <a:pt x="1812299" y="794399"/>
                  </a:lnTo>
                  <a:lnTo>
                    <a:pt x="2733984" y="932292"/>
                  </a:lnTo>
                  <a:lnTo>
                    <a:pt x="2588999" y="794399"/>
                  </a:lnTo>
                  <a:lnTo>
                    <a:pt x="3106799" y="794399"/>
                  </a:lnTo>
                  <a:lnTo>
                    <a:pt x="3106799" y="661999"/>
                  </a:lnTo>
                  <a:lnTo>
                    <a:pt x="3106799" y="463399"/>
                  </a:lnTo>
                  <a:lnTo>
                    <a:pt x="31067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899899" y="852745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4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0" y="17401"/>
                  </a:lnTo>
                  <a:lnTo>
                    <a:pt x="355427" y="38407"/>
                  </a:lnTo>
                  <a:lnTo>
                    <a:pt x="390245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899899" y="852745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0" y="17401"/>
                  </a:lnTo>
                  <a:lnTo>
                    <a:pt x="355427" y="38407"/>
                  </a:lnTo>
                  <a:lnTo>
                    <a:pt x="390244" y="66954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431275" y="7692313"/>
            <a:ext cx="2781300" cy="127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 MT"/>
                <a:cs typeface="Arial MT"/>
              </a:rPr>
              <a:t>Sure,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it’s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21104.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800" dirty="0">
                <a:solidFill>
                  <a:srgbClr val="674EA7"/>
                </a:solidFill>
                <a:latin typeface="Arial MT"/>
                <a:cs typeface="Arial MT"/>
              </a:rPr>
              <a:t>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22618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95" dirty="0"/>
              <a:t>H</a:t>
            </a:r>
            <a:r>
              <a:rPr sz="5600" spc="60" dirty="0"/>
              <a:t>a</a:t>
            </a:r>
            <a:r>
              <a:rPr sz="5600" spc="-5" dirty="0"/>
              <a:t>ving</a:t>
            </a:r>
            <a:r>
              <a:rPr sz="5600" spc="-670" dirty="0"/>
              <a:t> </a:t>
            </a:r>
            <a:r>
              <a:rPr sz="5600" spc="-55" dirty="0"/>
              <a:t>an</a:t>
            </a:r>
            <a:r>
              <a:rPr sz="5600" spc="-670" dirty="0"/>
              <a:t> </a:t>
            </a:r>
            <a:r>
              <a:rPr sz="5600" spc="340" dirty="0"/>
              <a:t>LLM</a:t>
            </a:r>
            <a:r>
              <a:rPr sz="5600" spc="-670" dirty="0"/>
              <a:t> </a:t>
            </a:r>
            <a:r>
              <a:rPr sz="5600" spc="95" dirty="0"/>
              <a:t>initiate</a:t>
            </a:r>
            <a:r>
              <a:rPr sz="5600" spc="-670" dirty="0"/>
              <a:t> </a:t>
            </a:r>
            <a:r>
              <a:rPr sz="5600" spc="-105" dirty="0"/>
              <a:t>a</a:t>
            </a:r>
            <a:r>
              <a:rPr sz="5600" spc="-670" dirty="0"/>
              <a:t> </a:t>
            </a:r>
            <a:r>
              <a:rPr sz="5600" spc="45" dirty="0"/>
              <a:t>clothing</a:t>
            </a:r>
            <a:r>
              <a:rPr sz="5600" spc="-670" dirty="0"/>
              <a:t> </a:t>
            </a:r>
            <a:r>
              <a:rPr sz="5600" spc="110" dirty="0"/>
              <a:t>return</a:t>
            </a:r>
            <a:endParaRPr sz="5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74487" y="1799052"/>
          <a:ext cx="8930004" cy="7312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39075"/>
                <a:gridCol w="1090929"/>
              </a:tblGrid>
              <a:tr h="1415999">
                <a:tc gridSpan="2">
                  <a:txBody>
                    <a:bodyPr/>
                    <a:lstStyle/>
                    <a:p>
                      <a:pPr marL="1666875">
                        <a:lnSpc>
                          <a:spcPct val="100000"/>
                        </a:lnSpc>
                        <a:spcBef>
                          <a:spcPts val="3135"/>
                        </a:spcBef>
                      </a:pPr>
                      <a:r>
                        <a:rPr sz="38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ShopBot</a:t>
                      </a:r>
                      <a:endParaRPr sz="3800">
                        <a:latin typeface="Arial MT"/>
                        <a:cs typeface="Arial MT"/>
                      </a:endParaRPr>
                    </a:p>
                  </a:txBody>
                  <a:tcPr marL="0" marR="0" marT="39814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74E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74483">
                <a:tc>
                  <a:txBody>
                    <a:bodyPr/>
                    <a:lstStyle/>
                    <a:p>
                      <a:pPr marL="464820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Ok,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I’ve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found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your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order.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227965" marB="0"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464820">
                        <a:lnSpc>
                          <a:spcPts val="3220"/>
                        </a:lnSpc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Do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you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want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return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8625">
                <a:tc>
                  <a:txBody>
                    <a:bodyPr/>
                    <a:lstStyle/>
                    <a:p>
                      <a:pPr marL="464820">
                        <a:lnSpc>
                          <a:spcPts val="3220"/>
                        </a:lnSpc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any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other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items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that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95950">
                <a:tc>
                  <a:txBody>
                    <a:bodyPr/>
                    <a:lstStyle/>
                    <a:p>
                      <a:pPr marL="464820">
                        <a:lnSpc>
                          <a:spcPts val="3220"/>
                        </a:lnSpc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order?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748586">
                <a:tc>
                  <a:txBody>
                    <a:bodyPr/>
                    <a:lstStyle/>
                    <a:p>
                      <a:pPr marL="44329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No,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jeans.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90468">
                <a:tc>
                  <a:txBody>
                    <a:bodyPr/>
                    <a:lstStyle/>
                    <a:p>
                      <a:pPr marL="46482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Ok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great.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Let</a:t>
                      </a:r>
                      <a:r>
                        <a:rPr sz="2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me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get</a:t>
                      </a:r>
                      <a:r>
                        <a:rPr sz="2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3345"/>
                        </a:lnSpc>
                        <a:spcBef>
                          <a:spcPts val="1205"/>
                        </a:spcBef>
                      </a:pPr>
                      <a:r>
                        <a:rPr sz="2800" dirty="0">
                          <a:solidFill>
                            <a:srgbClr val="674EA7"/>
                          </a:solidFill>
                          <a:latin typeface="Arial MT"/>
                          <a:cs typeface="Arial MT"/>
                        </a:rPr>
                        <a:t>T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53035" marB="0"/>
                </a:tc>
              </a:tr>
              <a:tr h="419416">
                <a:tc>
                  <a:txBody>
                    <a:bodyPr/>
                    <a:lstStyle/>
                    <a:p>
                      <a:pPr marL="464820">
                        <a:lnSpc>
                          <a:spcPts val="3145"/>
                        </a:lnSpc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label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our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8625">
                <a:tc>
                  <a:txBody>
                    <a:bodyPr/>
                    <a:lstStyle/>
                    <a:p>
                      <a:pPr marL="464820">
                        <a:lnSpc>
                          <a:spcPts val="3220"/>
                        </a:lnSpc>
                        <a:tabLst>
                          <a:tab pos="3289935" algn="l"/>
                        </a:tabLst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shipping 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partner.	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Can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8625">
                <a:tc>
                  <a:txBody>
                    <a:bodyPr/>
                    <a:lstStyle/>
                    <a:p>
                      <a:pPr marL="464820">
                        <a:lnSpc>
                          <a:spcPts val="3220"/>
                        </a:lnSpc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you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remind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me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the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152794">
                <a:tc>
                  <a:txBody>
                    <a:bodyPr/>
                    <a:lstStyle/>
                    <a:p>
                      <a:pPr marL="464820">
                        <a:lnSpc>
                          <a:spcPts val="3220"/>
                        </a:lnSpc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email</a:t>
                      </a:r>
                      <a:r>
                        <a:rPr sz="2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Arial MT"/>
                          <a:cs typeface="Arial MT"/>
                        </a:rPr>
                        <a:t>you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2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spc="-5" dirty="0">
                          <a:latin typeface="Arial MT"/>
                          <a:cs typeface="Arial MT"/>
                        </a:rPr>
                        <a:t>order?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958687" y="2004252"/>
            <a:ext cx="1015365" cy="1015365"/>
            <a:chOff x="4958687" y="2004252"/>
            <a:chExt cx="1015365" cy="1015365"/>
          </a:xfrm>
        </p:grpSpPr>
        <p:sp>
          <p:nvSpPr>
            <p:cNvPr id="5" name="object 5"/>
            <p:cNvSpPr/>
            <p:nvPr/>
          </p:nvSpPr>
          <p:spPr>
            <a:xfrm>
              <a:off x="4963450" y="2009015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799" y="1005599"/>
                  </a:moveTo>
                  <a:lnTo>
                    <a:pt x="454377" y="1003298"/>
                  </a:lnTo>
                  <a:lnTo>
                    <a:pt x="407256" y="996533"/>
                  </a:lnTo>
                  <a:lnTo>
                    <a:pt x="361648" y="985517"/>
                  </a:lnTo>
                  <a:lnTo>
                    <a:pt x="317764" y="970458"/>
                  </a:lnTo>
                  <a:lnTo>
                    <a:pt x="275814" y="951569"/>
                  </a:lnTo>
                  <a:lnTo>
                    <a:pt x="236010" y="929060"/>
                  </a:lnTo>
                  <a:lnTo>
                    <a:pt x="198561" y="903142"/>
                  </a:lnTo>
                  <a:lnTo>
                    <a:pt x="163679" y="874025"/>
                  </a:lnTo>
                  <a:lnTo>
                    <a:pt x="131574" y="841920"/>
                  </a:lnTo>
                  <a:lnTo>
                    <a:pt x="102457" y="807038"/>
                  </a:lnTo>
                  <a:lnTo>
                    <a:pt x="76539" y="769589"/>
                  </a:lnTo>
                  <a:lnTo>
                    <a:pt x="54030" y="729785"/>
                  </a:lnTo>
                  <a:lnTo>
                    <a:pt x="35141" y="687835"/>
                  </a:lnTo>
                  <a:lnTo>
                    <a:pt x="20082" y="643951"/>
                  </a:lnTo>
                  <a:lnTo>
                    <a:pt x="9066" y="598343"/>
                  </a:lnTo>
                  <a:lnTo>
                    <a:pt x="2301" y="551223"/>
                  </a:lnTo>
                  <a:lnTo>
                    <a:pt x="0" y="502799"/>
                  </a:lnTo>
                  <a:lnTo>
                    <a:pt x="2301" y="454377"/>
                  </a:lnTo>
                  <a:lnTo>
                    <a:pt x="9066" y="407256"/>
                  </a:lnTo>
                  <a:lnTo>
                    <a:pt x="20082" y="361648"/>
                  </a:lnTo>
                  <a:lnTo>
                    <a:pt x="35141" y="317764"/>
                  </a:lnTo>
                  <a:lnTo>
                    <a:pt x="54030" y="275814"/>
                  </a:lnTo>
                  <a:lnTo>
                    <a:pt x="76539" y="236010"/>
                  </a:lnTo>
                  <a:lnTo>
                    <a:pt x="102457" y="198561"/>
                  </a:lnTo>
                  <a:lnTo>
                    <a:pt x="131574" y="163679"/>
                  </a:lnTo>
                  <a:lnTo>
                    <a:pt x="163679" y="131574"/>
                  </a:lnTo>
                  <a:lnTo>
                    <a:pt x="198561" y="102457"/>
                  </a:lnTo>
                  <a:lnTo>
                    <a:pt x="236010" y="76539"/>
                  </a:lnTo>
                  <a:lnTo>
                    <a:pt x="275814" y="54030"/>
                  </a:lnTo>
                  <a:lnTo>
                    <a:pt x="317764" y="35141"/>
                  </a:lnTo>
                  <a:lnTo>
                    <a:pt x="361648" y="20082"/>
                  </a:lnTo>
                  <a:lnTo>
                    <a:pt x="407256" y="9066"/>
                  </a:lnTo>
                  <a:lnTo>
                    <a:pt x="454377" y="2301"/>
                  </a:lnTo>
                  <a:lnTo>
                    <a:pt x="502799" y="0"/>
                  </a:lnTo>
                  <a:lnTo>
                    <a:pt x="551222" y="2301"/>
                  </a:lnTo>
                  <a:lnTo>
                    <a:pt x="598343" y="9066"/>
                  </a:lnTo>
                  <a:lnTo>
                    <a:pt x="643951" y="20082"/>
                  </a:lnTo>
                  <a:lnTo>
                    <a:pt x="687835" y="35141"/>
                  </a:lnTo>
                  <a:lnTo>
                    <a:pt x="729785" y="54030"/>
                  </a:lnTo>
                  <a:lnTo>
                    <a:pt x="769589" y="76539"/>
                  </a:lnTo>
                  <a:lnTo>
                    <a:pt x="807038" y="102457"/>
                  </a:lnTo>
                  <a:lnTo>
                    <a:pt x="841920" y="131574"/>
                  </a:lnTo>
                  <a:lnTo>
                    <a:pt x="874025" y="163679"/>
                  </a:lnTo>
                  <a:lnTo>
                    <a:pt x="903142" y="198561"/>
                  </a:lnTo>
                  <a:lnTo>
                    <a:pt x="929060" y="236010"/>
                  </a:lnTo>
                  <a:lnTo>
                    <a:pt x="951569" y="275814"/>
                  </a:lnTo>
                  <a:lnTo>
                    <a:pt x="970458" y="317764"/>
                  </a:lnTo>
                  <a:lnTo>
                    <a:pt x="985517" y="361648"/>
                  </a:lnTo>
                  <a:lnTo>
                    <a:pt x="996533" y="407256"/>
                  </a:lnTo>
                  <a:lnTo>
                    <a:pt x="1003298" y="454377"/>
                  </a:lnTo>
                  <a:lnTo>
                    <a:pt x="1005599" y="502799"/>
                  </a:lnTo>
                  <a:lnTo>
                    <a:pt x="1003298" y="551223"/>
                  </a:lnTo>
                  <a:lnTo>
                    <a:pt x="996533" y="598343"/>
                  </a:lnTo>
                  <a:lnTo>
                    <a:pt x="985517" y="643951"/>
                  </a:lnTo>
                  <a:lnTo>
                    <a:pt x="970458" y="687835"/>
                  </a:lnTo>
                  <a:lnTo>
                    <a:pt x="951569" y="729785"/>
                  </a:lnTo>
                  <a:lnTo>
                    <a:pt x="929060" y="769589"/>
                  </a:lnTo>
                  <a:lnTo>
                    <a:pt x="903142" y="807038"/>
                  </a:lnTo>
                  <a:lnTo>
                    <a:pt x="874025" y="841920"/>
                  </a:lnTo>
                  <a:lnTo>
                    <a:pt x="841920" y="874025"/>
                  </a:lnTo>
                  <a:lnTo>
                    <a:pt x="807038" y="903142"/>
                  </a:lnTo>
                  <a:lnTo>
                    <a:pt x="769589" y="929060"/>
                  </a:lnTo>
                  <a:lnTo>
                    <a:pt x="729785" y="951569"/>
                  </a:lnTo>
                  <a:lnTo>
                    <a:pt x="687835" y="970458"/>
                  </a:lnTo>
                  <a:lnTo>
                    <a:pt x="643951" y="985517"/>
                  </a:lnTo>
                  <a:lnTo>
                    <a:pt x="598343" y="996533"/>
                  </a:lnTo>
                  <a:lnTo>
                    <a:pt x="551222" y="1003298"/>
                  </a:lnTo>
                  <a:lnTo>
                    <a:pt x="502799" y="1005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52793" y="2309065"/>
              <a:ext cx="427355" cy="104775"/>
            </a:xfrm>
            <a:custGeom>
              <a:avLst/>
              <a:gdLst/>
              <a:ahLst/>
              <a:cxnLst/>
              <a:rect l="l" t="t" r="r" b="b"/>
              <a:pathLst>
                <a:path w="427354" h="104775">
                  <a:moveTo>
                    <a:pt x="52374" y="104749"/>
                  </a:moveTo>
                  <a:lnTo>
                    <a:pt x="31988" y="100634"/>
                  </a:lnTo>
                  <a:lnTo>
                    <a:pt x="15340" y="89409"/>
                  </a:lnTo>
                  <a:lnTo>
                    <a:pt x="4115" y="72761"/>
                  </a:lnTo>
                  <a:lnTo>
                    <a:pt x="0" y="52374"/>
                  </a:lnTo>
                  <a:lnTo>
                    <a:pt x="4115" y="31988"/>
                  </a:lnTo>
                  <a:lnTo>
                    <a:pt x="15340" y="15340"/>
                  </a:lnTo>
                  <a:lnTo>
                    <a:pt x="31988" y="4115"/>
                  </a:lnTo>
                  <a:lnTo>
                    <a:pt x="52374" y="0"/>
                  </a:lnTo>
                  <a:lnTo>
                    <a:pt x="72761" y="4115"/>
                  </a:lnTo>
                  <a:lnTo>
                    <a:pt x="89409" y="15340"/>
                  </a:lnTo>
                  <a:lnTo>
                    <a:pt x="100634" y="31988"/>
                  </a:lnTo>
                  <a:lnTo>
                    <a:pt x="104749" y="52374"/>
                  </a:lnTo>
                  <a:lnTo>
                    <a:pt x="100634" y="72761"/>
                  </a:lnTo>
                  <a:lnTo>
                    <a:pt x="89409" y="89409"/>
                  </a:lnTo>
                  <a:lnTo>
                    <a:pt x="72761" y="100634"/>
                  </a:lnTo>
                  <a:lnTo>
                    <a:pt x="52374" y="104749"/>
                  </a:lnTo>
                  <a:close/>
                </a:path>
                <a:path w="427354" h="104775">
                  <a:moveTo>
                    <a:pt x="374538" y="104749"/>
                  </a:moveTo>
                  <a:lnTo>
                    <a:pt x="354152" y="100634"/>
                  </a:lnTo>
                  <a:lnTo>
                    <a:pt x="337504" y="89409"/>
                  </a:lnTo>
                  <a:lnTo>
                    <a:pt x="326279" y="72761"/>
                  </a:lnTo>
                  <a:lnTo>
                    <a:pt x="322163" y="52374"/>
                  </a:lnTo>
                  <a:lnTo>
                    <a:pt x="326279" y="31988"/>
                  </a:lnTo>
                  <a:lnTo>
                    <a:pt x="337504" y="15340"/>
                  </a:lnTo>
                  <a:lnTo>
                    <a:pt x="354152" y="4115"/>
                  </a:lnTo>
                  <a:lnTo>
                    <a:pt x="374538" y="0"/>
                  </a:lnTo>
                  <a:lnTo>
                    <a:pt x="394925" y="4115"/>
                  </a:lnTo>
                  <a:lnTo>
                    <a:pt x="411573" y="15340"/>
                  </a:lnTo>
                  <a:lnTo>
                    <a:pt x="422798" y="31988"/>
                  </a:lnTo>
                  <a:lnTo>
                    <a:pt x="426913" y="52374"/>
                  </a:lnTo>
                  <a:lnTo>
                    <a:pt x="422798" y="72761"/>
                  </a:lnTo>
                  <a:lnTo>
                    <a:pt x="411573" y="89409"/>
                  </a:lnTo>
                  <a:lnTo>
                    <a:pt x="394925" y="100634"/>
                  </a:lnTo>
                  <a:lnTo>
                    <a:pt x="374538" y="10474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8030" y="2304303"/>
              <a:ext cx="114274" cy="1142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94" y="2304303"/>
              <a:ext cx="114274" cy="1142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63450" y="2009015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230279" y="722074"/>
                  </a:moveTo>
                  <a:lnTo>
                    <a:pt x="275694" y="750668"/>
                  </a:lnTo>
                  <a:lnTo>
                    <a:pt x="321101" y="774063"/>
                  </a:lnTo>
                  <a:lnTo>
                    <a:pt x="366499" y="792260"/>
                  </a:lnTo>
                  <a:lnTo>
                    <a:pt x="411889" y="805257"/>
                  </a:lnTo>
                  <a:lnTo>
                    <a:pt x="457269" y="813056"/>
                  </a:lnTo>
                  <a:lnTo>
                    <a:pt x="502640" y="815655"/>
                  </a:lnTo>
                  <a:lnTo>
                    <a:pt x="548003" y="813056"/>
                  </a:lnTo>
                  <a:lnTo>
                    <a:pt x="593357" y="805257"/>
                  </a:lnTo>
                  <a:lnTo>
                    <a:pt x="638702" y="792260"/>
                  </a:lnTo>
                  <a:lnTo>
                    <a:pt x="684038" y="774063"/>
                  </a:lnTo>
                  <a:lnTo>
                    <a:pt x="729365" y="750668"/>
                  </a:lnTo>
                  <a:lnTo>
                    <a:pt x="774684" y="722074"/>
                  </a:lnTo>
                </a:path>
                <a:path w="1005839" h="1005839">
                  <a:moveTo>
                    <a:pt x="0" y="502799"/>
                  </a:moveTo>
                  <a:lnTo>
                    <a:pt x="2301" y="454377"/>
                  </a:lnTo>
                  <a:lnTo>
                    <a:pt x="9066" y="407256"/>
                  </a:lnTo>
                  <a:lnTo>
                    <a:pt x="20082" y="361648"/>
                  </a:lnTo>
                  <a:lnTo>
                    <a:pt x="35141" y="317764"/>
                  </a:lnTo>
                  <a:lnTo>
                    <a:pt x="54030" y="275814"/>
                  </a:lnTo>
                  <a:lnTo>
                    <a:pt x="76539" y="236010"/>
                  </a:lnTo>
                  <a:lnTo>
                    <a:pt x="102457" y="198561"/>
                  </a:lnTo>
                  <a:lnTo>
                    <a:pt x="131574" y="163679"/>
                  </a:lnTo>
                  <a:lnTo>
                    <a:pt x="163679" y="131574"/>
                  </a:lnTo>
                  <a:lnTo>
                    <a:pt x="198561" y="102457"/>
                  </a:lnTo>
                  <a:lnTo>
                    <a:pt x="236010" y="76539"/>
                  </a:lnTo>
                  <a:lnTo>
                    <a:pt x="275814" y="54030"/>
                  </a:lnTo>
                  <a:lnTo>
                    <a:pt x="317764" y="35141"/>
                  </a:lnTo>
                  <a:lnTo>
                    <a:pt x="361648" y="20082"/>
                  </a:lnTo>
                  <a:lnTo>
                    <a:pt x="407256" y="9066"/>
                  </a:lnTo>
                  <a:lnTo>
                    <a:pt x="454377" y="2301"/>
                  </a:lnTo>
                  <a:lnTo>
                    <a:pt x="502799" y="0"/>
                  </a:lnTo>
                  <a:lnTo>
                    <a:pt x="551222" y="2301"/>
                  </a:lnTo>
                  <a:lnTo>
                    <a:pt x="598343" y="9066"/>
                  </a:lnTo>
                  <a:lnTo>
                    <a:pt x="643951" y="20082"/>
                  </a:lnTo>
                  <a:lnTo>
                    <a:pt x="687835" y="35141"/>
                  </a:lnTo>
                  <a:lnTo>
                    <a:pt x="729785" y="54030"/>
                  </a:lnTo>
                  <a:lnTo>
                    <a:pt x="769589" y="76539"/>
                  </a:lnTo>
                  <a:lnTo>
                    <a:pt x="807038" y="102457"/>
                  </a:lnTo>
                  <a:lnTo>
                    <a:pt x="841920" y="131574"/>
                  </a:lnTo>
                  <a:lnTo>
                    <a:pt x="874025" y="163679"/>
                  </a:lnTo>
                  <a:lnTo>
                    <a:pt x="903142" y="198561"/>
                  </a:lnTo>
                  <a:lnTo>
                    <a:pt x="929060" y="236010"/>
                  </a:lnTo>
                  <a:lnTo>
                    <a:pt x="951569" y="275814"/>
                  </a:lnTo>
                  <a:lnTo>
                    <a:pt x="970458" y="317764"/>
                  </a:lnTo>
                  <a:lnTo>
                    <a:pt x="985517" y="361648"/>
                  </a:lnTo>
                  <a:lnTo>
                    <a:pt x="996533" y="407256"/>
                  </a:lnTo>
                  <a:lnTo>
                    <a:pt x="1003298" y="454377"/>
                  </a:lnTo>
                  <a:lnTo>
                    <a:pt x="1005599" y="502799"/>
                  </a:lnTo>
                  <a:lnTo>
                    <a:pt x="1003298" y="551223"/>
                  </a:lnTo>
                  <a:lnTo>
                    <a:pt x="996533" y="598343"/>
                  </a:lnTo>
                  <a:lnTo>
                    <a:pt x="985517" y="643951"/>
                  </a:lnTo>
                  <a:lnTo>
                    <a:pt x="970458" y="687835"/>
                  </a:lnTo>
                  <a:lnTo>
                    <a:pt x="951569" y="729785"/>
                  </a:lnTo>
                  <a:lnTo>
                    <a:pt x="929060" y="769589"/>
                  </a:lnTo>
                  <a:lnTo>
                    <a:pt x="903142" y="807038"/>
                  </a:lnTo>
                  <a:lnTo>
                    <a:pt x="874025" y="841920"/>
                  </a:lnTo>
                  <a:lnTo>
                    <a:pt x="841920" y="874025"/>
                  </a:lnTo>
                  <a:lnTo>
                    <a:pt x="807038" y="903142"/>
                  </a:lnTo>
                  <a:lnTo>
                    <a:pt x="769589" y="929060"/>
                  </a:lnTo>
                  <a:lnTo>
                    <a:pt x="729785" y="951569"/>
                  </a:lnTo>
                  <a:lnTo>
                    <a:pt x="687835" y="970458"/>
                  </a:lnTo>
                  <a:lnTo>
                    <a:pt x="643951" y="985517"/>
                  </a:lnTo>
                  <a:lnTo>
                    <a:pt x="598343" y="996533"/>
                  </a:lnTo>
                  <a:lnTo>
                    <a:pt x="551222" y="1003298"/>
                  </a:lnTo>
                  <a:lnTo>
                    <a:pt x="502799" y="1005599"/>
                  </a:lnTo>
                  <a:lnTo>
                    <a:pt x="454377" y="1003298"/>
                  </a:lnTo>
                  <a:lnTo>
                    <a:pt x="407256" y="996533"/>
                  </a:lnTo>
                  <a:lnTo>
                    <a:pt x="361648" y="985517"/>
                  </a:lnTo>
                  <a:lnTo>
                    <a:pt x="317764" y="970458"/>
                  </a:lnTo>
                  <a:lnTo>
                    <a:pt x="275814" y="951569"/>
                  </a:lnTo>
                  <a:lnTo>
                    <a:pt x="236010" y="929060"/>
                  </a:lnTo>
                  <a:lnTo>
                    <a:pt x="198561" y="903142"/>
                  </a:lnTo>
                  <a:lnTo>
                    <a:pt x="163679" y="874025"/>
                  </a:lnTo>
                  <a:lnTo>
                    <a:pt x="131574" y="841920"/>
                  </a:lnTo>
                  <a:lnTo>
                    <a:pt x="102457" y="807038"/>
                  </a:lnTo>
                  <a:lnTo>
                    <a:pt x="76539" y="769589"/>
                  </a:lnTo>
                  <a:lnTo>
                    <a:pt x="54030" y="729785"/>
                  </a:lnTo>
                  <a:lnTo>
                    <a:pt x="35141" y="687835"/>
                  </a:lnTo>
                  <a:lnTo>
                    <a:pt x="20082" y="643951"/>
                  </a:lnTo>
                  <a:lnTo>
                    <a:pt x="9066" y="598343"/>
                  </a:lnTo>
                  <a:lnTo>
                    <a:pt x="2301" y="551223"/>
                  </a:lnTo>
                  <a:lnTo>
                    <a:pt x="0" y="502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958687" y="5305014"/>
            <a:ext cx="466725" cy="466725"/>
            <a:chOff x="4958687" y="5305014"/>
            <a:chExt cx="466725" cy="466725"/>
          </a:xfrm>
        </p:grpSpPr>
        <p:sp>
          <p:nvSpPr>
            <p:cNvPr id="11" name="object 11"/>
            <p:cNvSpPr/>
            <p:nvPr/>
          </p:nvSpPr>
          <p:spPr>
            <a:xfrm>
              <a:off x="4963450" y="530977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95000" y="5446196"/>
              <a:ext cx="194310" cy="47625"/>
            </a:xfrm>
            <a:custGeom>
              <a:avLst/>
              <a:gdLst/>
              <a:ahLst/>
              <a:cxnLst/>
              <a:rect l="l" t="t" r="r" b="b"/>
              <a:pathLst>
                <a:path w="194310" h="47625">
                  <a:moveTo>
                    <a:pt x="23812" y="47624"/>
                  </a:moveTo>
                  <a:lnTo>
                    <a:pt x="14543" y="45753"/>
                  </a:lnTo>
                  <a:lnTo>
                    <a:pt x="6974" y="40650"/>
                  </a:lnTo>
                  <a:lnTo>
                    <a:pt x="1871" y="33081"/>
                  </a:lnTo>
                  <a:lnTo>
                    <a:pt x="0" y="23812"/>
                  </a:lnTo>
                  <a:lnTo>
                    <a:pt x="1871" y="14543"/>
                  </a:lnTo>
                  <a:lnTo>
                    <a:pt x="6974" y="6974"/>
                  </a:lnTo>
                  <a:lnTo>
                    <a:pt x="14543" y="1871"/>
                  </a:lnTo>
                  <a:lnTo>
                    <a:pt x="23812" y="0"/>
                  </a:lnTo>
                  <a:lnTo>
                    <a:pt x="33081" y="1871"/>
                  </a:lnTo>
                  <a:lnTo>
                    <a:pt x="40650" y="6974"/>
                  </a:lnTo>
                  <a:lnTo>
                    <a:pt x="45753" y="14543"/>
                  </a:lnTo>
                  <a:lnTo>
                    <a:pt x="47624" y="23812"/>
                  </a:lnTo>
                  <a:lnTo>
                    <a:pt x="45753" y="33081"/>
                  </a:lnTo>
                  <a:lnTo>
                    <a:pt x="40650" y="40650"/>
                  </a:lnTo>
                  <a:lnTo>
                    <a:pt x="33081" y="45753"/>
                  </a:lnTo>
                  <a:lnTo>
                    <a:pt x="23812" y="47624"/>
                  </a:lnTo>
                  <a:close/>
                </a:path>
                <a:path w="194310" h="47625">
                  <a:moveTo>
                    <a:pt x="170285" y="47624"/>
                  </a:moveTo>
                  <a:lnTo>
                    <a:pt x="161017" y="45753"/>
                  </a:lnTo>
                  <a:lnTo>
                    <a:pt x="153448" y="40650"/>
                  </a:lnTo>
                  <a:lnTo>
                    <a:pt x="148344" y="33081"/>
                  </a:lnTo>
                  <a:lnTo>
                    <a:pt x="146473" y="23812"/>
                  </a:lnTo>
                  <a:lnTo>
                    <a:pt x="148344" y="14543"/>
                  </a:lnTo>
                  <a:lnTo>
                    <a:pt x="153448" y="6974"/>
                  </a:lnTo>
                  <a:lnTo>
                    <a:pt x="161017" y="1871"/>
                  </a:lnTo>
                  <a:lnTo>
                    <a:pt x="170285" y="0"/>
                  </a:lnTo>
                  <a:lnTo>
                    <a:pt x="179554" y="1871"/>
                  </a:lnTo>
                  <a:lnTo>
                    <a:pt x="187123" y="6974"/>
                  </a:lnTo>
                  <a:lnTo>
                    <a:pt x="192227" y="14543"/>
                  </a:lnTo>
                  <a:lnTo>
                    <a:pt x="194098" y="23812"/>
                  </a:lnTo>
                  <a:lnTo>
                    <a:pt x="192227" y="33081"/>
                  </a:lnTo>
                  <a:lnTo>
                    <a:pt x="187123" y="40650"/>
                  </a:lnTo>
                  <a:lnTo>
                    <a:pt x="179554" y="45753"/>
                  </a:lnTo>
                  <a:lnTo>
                    <a:pt x="170285" y="47624"/>
                  </a:lnTo>
                  <a:close/>
                </a:path>
              </a:pathLst>
            </a:custGeom>
            <a:solidFill>
              <a:srgbClr val="523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63450" y="530977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31550" y="160231"/>
                  </a:moveTo>
                  <a:lnTo>
                    <a:pt x="133422" y="150962"/>
                  </a:lnTo>
                  <a:lnTo>
                    <a:pt x="138525" y="143393"/>
                  </a:lnTo>
                  <a:lnTo>
                    <a:pt x="146094" y="138290"/>
                  </a:lnTo>
                  <a:lnTo>
                    <a:pt x="155363" y="136418"/>
                  </a:lnTo>
                  <a:lnTo>
                    <a:pt x="164632" y="138290"/>
                  </a:lnTo>
                  <a:lnTo>
                    <a:pt x="172201" y="143393"/>
                  </a:lnTo>
                  <a:lnTo>
                    <a:pt x="177304" y="150962"/>
                  </a:lnTo>
                  <a:lnTo>
                    <a:pt x="179175" y="160231"/>
                  </a:lnTo>
                  <a:lnTo>
                    <a:pt x="177304" y="169500"/>
                  </a:lnTo>
                  <a:lnTo>
                    <a:pt x="172201" y="177069"/>
                  </a:lnTo>
                  <a:lnTo>
                    <a:pt x="164632" y="182172"/>
                  </a:lnTo>
                  <a:lnTo>
                    <a:pt x="155363" y="184043"/>
                  </a:lnTo>
                  <a:lnTo>
                    <a:pt x="146094" y="182172"/>
                  </a:lnTo>
                  <a:lnTo>
                    <a:pt x="138525" y="177069"/>
                  </a:lnTo>
                  <a:lnTo>
                    <a:pt x="133422" y="169500"/>
                  </a:lnTo>
                  <a:lnTo>
                    <a:pt x="131550" y="160231"/>
                  </a:lnTo>
                </a:path>
                <a:path w="457200" h="457200">
                  <a:moveTo>
                    <a:pt x="278024" y="160231"/>
                  </a:moveTo>
                  <a:lnTo>
                    <a:pt x="279895" y="150962"/>
                  </a:lnTo>
                  <a:lnTo>
                    <a:pt x="284998" y="143393"/>
                  </a:lnTo>
                  <a:lnTo>
                    <a:pt x="292567" y="138290"/>
                  </a:lnTo>
                  <a:lnTo>
                    <a:pt x="301836" y="136418"/>
                  </a:lnTo>
                  <a:lnTo>
                    <a:pt x="311105" y="138290"/>
                  </a:lnTo>
                  <a:lnTo>
                    <a:pt x="318674" y="143393"/>
                  </a:lnTo>
                  <a:lnTo>
                    <a:pt x="323777" y="150962"/>
                  </a:lnTo>
                  <a:lnTo>
                    <a:pt x="325649" y="160231"/>
                  </a:lnTo>
                  <a:lnTo>
                    <a:pt x="323777" y="169500"/>
                  </a:lnTo>
                  <a:lnTo>
                    <a:pt x="318674" y="177069"/>
                  </a:lnTo>
                  <a:lnTo>
                    <a:pt x="311105" y="182172"/>
                  </a:lnTo>
                  <a:lnTo>
                    <a:pt x="301836" y="184043"/>
                  </a:lnTo>
                  <a:lnTo>
                    <a:pt x="292567" y="182172"/>
                  </a:lnTo>
                  <a:lnTo>
                    <a:pt x="284998" y="177069"/>
                  </a:lnTo>
                  <a:lnTo>
                    <a:pt x="279895" y="169500"/>
                  </a:lnTo>
                  <a:lnTo>
                    <a:pt x="278024" y="160231"/>
                  </a:lnTo>
                </a:path>
                <a:path w="457200" h="457200">
                  <a:moveTo>
                    <a:pt x="104697" y="328293"/>
                  </a:moveTo>
                  <a:lnTo>
                    <a:pt x="145990" y="351930"/>
                  </a:lnTo>
                  <a:lnTo>
                    <a:pt x="187267" y="366113"/>
                  </a:lnTo>
                  <a:lnTo>
                    <a:pt x="228527" y="370840"/>
                  </a:lnTo>
                  <a:lnTo>
                    <a:pt x="269772" y="366113"/>
                  </a:lnTo>
                  <a:lnTo>
                    <a:pt x="311000" y="351930"/>
                  </a:lnTo>
                  <a:lnTo>
                    <a:pt x="352213" y="328293"/>
                  </a:lnTo>
                </a:path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958687" y="8558435"/>
            <a:ext cx="466725" cy="466725"/>
            <a:chOff x="4958687" y="8558435"/>
            <a:chExt cx="466725" cy="466725"/>
          </a:xfrm>
        </p:grpSpPr>
        <p:sp>
          <p:nvSpPr>
            <p:cNvPr id="15" name="object 15"/>
            <p:cNvSpPr/>
            <p:nvPr/>
          </p:nvSpPr>
          <p:spPr>
            <a:xfrm>
              <a:off x="4963450" y="856319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95000" y="8699617"/>
              <a:ext cx="194310" cy="47625"/>
            </a:xfrm>
            <a:custGeom>
              <a:avLst/>
              <a:gdLst/>
              <a:ahLst/>
              <a:cxnLst/>
              <a:rect l="l" t="t" r="r" b="b"/>
              <a:pathLst>
                <a:path w="194310" h="47625">
                  <a:moveTo>
                    <a:pt x="23812" y="47624"/>
                  </a:moveTo>
                  <a:lnTo>
                    <a:pt x="14543" y="45753"/>
                  </a:lnTo>
                  <a:lnTo>
                    <a:pt x="6974" y="40650"/>
                  </a:lnTo>
                  <a:lnTo>
                    <a:pt x="1871" y="33081"/>
                  </a:lnTo>
                  <a:lnTo>
                    <a:pt x="0" y="23812"/>
                  </a:lnTo>
                  <a:lnTo>
                    <a:pt x="1871" y="14543"/>
                  </a:lnTo>
                  <a:lnTo>
                    <a:pt x="6974" y="6974"/>
                  </a:lnTo>
                  <a:lnTo>
                    <a:pt x="14543" y="1871"/>
                  </a:lnTo>
                  <a:lnTo>
                    <a:pt x="23812" y="0"/>
                  </a:lnTo>
                  <a:lnTo>
                    <a:pt x="33081" y="1871"/>
                  </a:lnTo>
                  <a:lnTo>
                    <a:pt x="40650" y="6974"/>
                  </a:lnTo>
                  <a:lnTo>
                    <a:pt x="45753" y="14543"/>
                  </a:lnTo>
                  <a:lnTo>
                    <a:pt x="47624" y="23812"/>
                  </a:lnTo>
                  <a:lnTo>
                    <a:pt x="45753" y="33081"/>
                  </a:lnTo>
                  <a:lnTo>
                    <a:pt x="40650" y="40650"/>
                  </a:lnTo>
                  <a:lnTo>
                    <a:pt x="33081" y="45753"/>
                  </a:lnTo>
                  <a:lnTo>
                    <a:pt x="23812" y="47624"/>
                  </a:lnTo>
                  <a:close/>
                </a:path>
                <a:path w="194310" h="47625">
                  <a:moveTo>
                    <a:pt x="170285" y="47624"/>
                  </a:moveTo>
                  <a:lnTo>
                    <a:pt x="161017" y="45753"/>
                  </a:lnTo>
                  <a:lnTo>
                    <a:pt x="153448" y="40650"/>
                  </a:lnTo>
                  <a:lnTo>
                    <a:pt x="148344" y="33081"/>
                  </a:lnTo>
                  <a:lnTo>
                    <a:pt x="146473" y="23812"/>
                  </a:lnTo>
                  <a:lnTo>
                    <a:pt x="148344" y="14543"/>
                  </a:lnTo>
                  <a:lnTo>
                    <a:pt x="153448" y="6974"/>
                  </a:lnTo>
                  <a:lnTo>
                    <a:pt x="161017" y="1871"/>
                  </a:lnTo>
                  <a:lnTo>
                    <a:pt x="170285" y="0"/>
                  </a:lnTo>
                  <a:lnTo>
                    <a:pt x="179554" y="1871"/>
                  </a:lnTo>
                  <a:lnTo>
                    <a:pt x="187123" y="6974"/>
                  </a:lnTo>
                  <a:lnTo>
                    <a:pt x="192227" y="14543"/>
                  </a:lnTo>
                  <a:lnTo>
                    <a:pt x="194098" y="23812"/>
                  </a:lnTo>
                  <a:lnTo>
                    <a:pt x="192227" y="33081"/>
                  </a:lnTo>
                  <a:lnTo>
                    <a:pt x="187123" y="40650"/>
                  </a:lnTo>
                  <a:lnTo>
                    <a:pt x="179554" y="45753"/>
                  </a:lnTo>
                  <a:lnTo>
                    <a:pt x="170285" y="47624"/>
                  </a:lnTo>
                  <a:close/>
                </a:path>
              </a:pathLst>
            </a:custGeom>
            <a:solidFill>
              <a:srgbClr val="523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3450" y="856319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31550" y="160231"/>
                  </a:moveTo>
                  <a:lnTo>
                    <a:pt x="133422" y="150962"/>
                  </a:lnTo>
                  <a:lnTo>
                    <a:pt x="138525" y="143393"/>
                  </a:lnTo>
                  <a:lnTo>
                    <a:pt x="146094" y="138290"/>
                  </a:lnTo>
                  <a:lnTo>
                    <a:pt x="155363" y="136418"/>
                  </a:lnTo>
                  <a:lnTo>
                    <a:pt x="164632" y="138290"/>
                  </a:lnTo>
                  <a:lnTo>
                    <a:pt x="172201" y="143393"/>
                  </a:lnTo>
                  <a:lnTo>
                    <a:pt x="177304" y="150962"/>
                  </a:lnTo>
                  <a:lnTo>
                    <a:pt x="179175" y="160231"/>
                  </a:lnTo>
                  <a:lnTo>
                    <a:pt x="177304" y="169500"/>
                  </a:lnTo>
                  <a:lnTo>
                    <a:pt x="172201" y="177069"/>
                  </a:lnTo>
                  <a:lnTo>
                    <a:pt x="164632" y="182172"/>
                  </a:lnTo>
                  <a:lnTo>
                    <a:pt x="155363" y="184043"/>
                  </a:lnTo>
                  <a:lnTo>
                    <a:pt x="146094" y="182172"/>
                  </a:lnTo>
                  <a:lnTo>
                    <a:pt x="138525" y="177069"/>
                  </a:lnTo>
                  <a:lnTo>
                    <a:pt x="133422" y="169500"/>
                  </a:lnTo>
                  <a:lnTo>
                    <a:pt x="131550" y="160231"/>
                  </a:lnTo>
                </a:path>
                <a:path w="457200" h="457200">
                  <a:moveTo>
                    <a:pt x="278024" y="160231"/>
                  </a:moveTo>
                  <a:lnTo>
                    <a:pt x="279895" y="150962"/>
                  </a:lnTo>
                  <a:lnTo>
                    <a:pt x="284998" y="143393"/>
                  </a:lnTo>
                  <a:lnTo>
                    <a:pt x="292567" y="138290"/>
                  </a:lnTo>
                  <a:lnTo>
                    <a:pt x="301836" y="136418"/>
                  </a:lnTo>
                  <a:lnTo>
                    <a:pt x="311105" y="138290"/>
                  </a:lnTo>
                  <a:lnTo>
                    <a:pt x="318674" y="143393"/>
                  </a:lnTo>
                  <a:lnTo>
                    <a:pt x="323777" y="150962"/>
                  </a:lnTo>
                  <a:lnTo>
                    <a:pt x="325649" y="160231"/>
                  </a:lnTo>
                  <a:lnTo>
                    <a:pt x="323777" y="169500"/>
                  </a:lnTo>
                  <a:lnTo>
                    <a:pt x="318674" y="177069"/>
                  </a:lnTo>
                  <a:lnTo>
                    <a:pt x="311105" y="182172"/>
                  </a:lnTo>
                  <a:lnTo>
                    <a:pt x="301836" y="184043"/>
                  </a:lnTo>
                  <a:lnTo>
                    <a:pt x="292567" y="182172"/>
                  </a:lnTo>
                  <a:lnTo>
                    <a:pt x="284998" y="177069"/>
                  </a:lnTo>
                  <a:lnTo>
                    <a:pt x="279895" y="169500"/>
                  </a:lnTo>
                  <a:lnTo>
                    <a:pt x="278024" y="160231"/>
                  </a:lnTo>
                </a:path>
                <a:path w="457200" h="457200">
                  <a:moveTo>
                    <a:pt x="104697" y="328293"/>
                  </a:moveTo>
                  <a:lnTo>
                    <a:pt x="145990" y="351930"/>
                  </a:lnTo>
                  <a:lnTo>
                    <a:pt x="187267" y="366112"/>
                  </a:lnTo>
                  <a:lnTo>
                    <a:pt x="228527" y="370840"/>
                  </a:lnTo>
                  <a:lnTo>
                    <a:pt x="269772" y="366112"/>
                  </a:lnTo>
                  <a:lnTo>
                    <a:pt x="311000" y="351930"/>
                  </a:lnTo>
                  <a:lnTo>
                    <a:pt x="352213" y="328293"/>
                  </a:lnTo>
                </a:path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679250" y="3219815"/>
            <a:ext cx="8930005" cy="5896610"/>
            <a:chOff x="4679250" y="3219815"/>
            <a:chExt cx="8930005" cy="5896610"/>
          </a:xfrm>
        </p:grpSpPr>
        <p:sp>
          <p:nvSpPr>
            <p:cNvPr id="19" name="object 19"/>
            <p:cNvSpPr/>
            <p:nvPr/>
          </p:nvSpPr>
          <p:spPr>
            <a:xfrm>
              <a:off x="4679250" y="3219815"/>
              <a:ext cx="8930005" cy="5896610"/>
            </a:xfrm>
            <a:custGeom>
              <a:avLst/>
              <a:gdLst/>
              <a:ahLst/>
              <a:cxnLst/>
              <a:rect l="l" t="t" r="r" b="b"/>
              <a:pathLst>
                <a:path w="8930005" h="5896609">
                  <a:moveTo>
                    <a:pt x="0" y="5896200"/>
                  </a:moveTo>
                  <a:lnTo>
                    <a:pt x="8929799" y="5896200"/>
                  </a:lnTo>
                  <a:lnTo>
                    <a:pt x="8929799" y="0"/>
                  </a:lnTo>
                  <a:lnTo>
                    <a:pt x="0" y="0"/>
                  </a:lnTo>
                  <a:lnTo>
                    <a:pt x="0" y="58962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63450" y="3480639"/>
              <a:ext cx="4425950" cy="1968500"/>
            </a:xfrm>
            <a:custGeom>
              <a:avLst/>
              <a:gdLst/>
              <a:ahLst/>
              <a:cxnLst/>
              <a:rect l="l" t="t" r="r" b="b"/>
              <a:pathLst>
                <a:path w="4425950" h="1968500">
                  <a:moveTo>
                    <a:pt x="531071" y="1968093"/>
                  </a:moveTo>
                  <a:lnTo>
                    <a:pt x="737599" y="1676999"/>
                  </a:lnTo>
                  <a:lnTo>
                    <a:pt x="0" y="1676999"/>
                  </a:lnTo>
                  <a:lnTo>
                    <a:pt x="0" y="0"/>
                  </a:lnTo>
                  <a:lnTo>
                    <a:pt x="4425599" y="0"/>
                  </a:lnTo>
                  <a:lnTo>
                    <a:pt x="4425599" y="1676999"/>
                  </a:lnTo>
                  <a:lnTo>
                    <a:pt x="1843999" y="1676999"/>
                  </a:lnTo>
                  <a:lnTo>
                    <a:pt x="531071" y="1968093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63450" y="3480639"/>
              <a:ext cx="4425950" cy="1968500"/>
            </a:xfrm>
            <a:custGeom>
              <a:avLst/>
              <a:gdLst/>
              <a:ahLst/>
              <a:cxnLst/>
              <a:rect l="l" t="t" r="r" b="b"/>
              <a:pathLst>
                <a:path w="4425950" h="1968500">
                  <a:moveTo>
                    <a:pt x="0" y="0"/>
                  </a:moveTo>
                  <a:lnTo>
                    <a:pt x="737599" y="0"/>
                  </a:lnTo>
                  <a:lnTo>
                    <a:pt x="1843999" y="0"/>
                  </a:lnTo>
                  <a:lnTo>
                    <a:pt x="4425599" y="0"/>
                  </a:lnTo>
                  <a:lnTo>
                    <a:pt x="4425599" y="978249"/>
                  </a:lnTo>
                  <a:lnTo>
                    <a:pt x="4425599" y="1397499"/>
                  </a:lnTo>
                  <a:lnTo>
                    <a:pt x="4425599" y="1676999"/>
                  </a:lnTo>
                  <a:lnTo>
                    <a:pt x="1843999" y="1676999"/>
                  </a:lnTo>
                  <a:lnTo>
                    <a:pt x="531071" y="1968093"/>
                  </a:lnTo>
                  <a:lnTo>
                    <a:pt x="737599" y="1676999"/>
                  </a:lnTo>
                  <a:lnTo>
                    <a:pt x="0" y="1676999"/>
                  </a:lnTo>
                  <a:lnTo>
                    <a:pt x="0" y="1397499"/>
                  </a:lnTo>
                  <a:lnTo>
                    <a:pt x="0" y="978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63450" y="6257798"/>
              <a:ext cx="4425950" cy="2485390"/>
            </a:xfrm>
            <a:custGeom>
              <a:avLst/>
              <a:gdLst/>
              <a:ahLst/>
              <a:cxnLst/>
              <a:rect l="l" t="t" r="r" b="b"/>
              <a:pathLst>
                <a:path w="4425950" h="2485390">
                  <a:moveTo>
                    <a:pt x="531071" y="2484937"/>
                  </a:moveTo>
                  <a:lnTo>
                    <a:pt x="737599" y="2117399"/>
                  </a:lnTo>
                  <a:lnTo>
                    <a:pt x="0" y="2117399"/>
                  </a:lnTo>
                  <a:lnTo>
                    <a:pt x="0" y="0"/>
                  </a:lnTo>
                  <a:lnTo>
                    <a:pt x="4425599" y="0"/>
                  </a:lnTo>
                  <a:lnTo>
                    <a:pt x="4425599" y="2117399"/>
                  </a:lnTo>
                  <a:lnTo>
                    <a:pt x="1843999" y="2117399"/>
                  </a:lnTo>
                  <a:lnTo>
                    <a:pt x="531071" y="2484937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63450" y="6257798"/>
              <a:ext cx="4425950" cy="2485390"/>
            </a:xfrm>
            <a:custGeom>
              <a:avLst/>
              <a:gdLst/>
              <a:ahLst/>
              <a:cxnLst/>
              <a:rect l="l" t="t" r="r" b="b"/>
              <a:pathLst>
                <a:path w="4425950" h="2485390">
                  <a:moveTo>
                    <a:pt x="0" y="0"/>
                  </a:moveTo>
                  <a:lnTo>
                    <a:pt x="737599" y="0"/>
                  </a:lnTo>
                  <a:lnTo>
                    <a:pt x="1843999" y="0"/>
                  </a:lnTo>
                  <a:lnTo>
                    <a:pt x="4425599" y="0"/>
                  </a:lnTo>
                  <a:lnTo>
                    <a:pt x="4425599" y="1235149"/>
                  </a:lnTo>
                  <a:lnTo>
                    <a:pt x="4425599" y="1764499"/>
                  </a:lnTo>
                  <a:lnTo>
                    <a:pt x="4425599" y="2117399"/>
                  </a:lnTo>
                  <a:lnTo>
                    <a:pt x="1843999" y="2117399"/>
                  </a:lnTo>
                  <a:lnTo>
                    <a:pt x="531071" y="2484937"/>
                  </a:lnTo>
                  <a:lnTo>
                    <a:pt x="737599" y="2117399"/>
                  </a:lnTo>
                  <a:lnTo>
                    <a:pt x="0" y="2117399"/>
                  </a:lnTo>
                  <a:lnTo>
                    <a:pt x="0" y="1764499"/>
                  </a:lnTo>
                  <a:lnTo>
                    <a:pt x="0" y="12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931500" y="5328152"/>
              <a:ext cx="4425950" cy="932815"/>
            </a:xfrm>
            <a:custGeom>
              <a:avLst/>
              <a:gdLst/>
              <a:ahLst/>
              <a:cxnLst/>
              <a:rect l="l" t="t" r="r" b="b"/>
              <a:pathLst>
                <a:path w="4425950" h="932814">
                  <a:moveTo>
                    <a:pt x="3894527" y="932292"/>
                  </a:moveTo>
                  <a:lnTo>
                    <a:pt x="2581599" y="794399"/>
                  </a:lnTo>
                  <a:lnTo>
                    <a:pt x="0" y="794399"/>
                  </a:lnTo>
                  <a:lnTo>
                    <a:pt x="0" y="0"/>
                  </a:lnTo>
                  <a:lnTo>
                    <a:pt x="4425599" y="0"/>
                  </a:lnTo>
                  <a:lnTo>
                    <a:pt x="4425599" y="794399"/>
                  </a:lnTo>
                  <a:lnTo>
                    <a:pt x="3687999" y="794399"/>
                  </a:lnTo>
                  <a:lnTo>
                    <a:pt x="3894527" y="932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31500" y="5328152"/>
              <a:ext cx="4425950" cy="932815"/>
            </a:xfrm>
            <a:custGeom>
              <a:avLst/>
              <a:gdLst/>
              <a:ahLst/>
              <a:cxnLst/>
              <a:rect l="l" t="t" r="r" b="b"/>
              <a:pathLst>
                <a:path w="4425950" h="932814">
                  <a:moveTo>
                    <a:pt x="4425599" y="0"/>
                  </a:moveTo>
                  <a:lnTo>
                    <a:pt x="3687999" y="0"/>
                  </a:lnTo>
                  <a:lnTo>
                    <a:pt x="2581599" y="0"/>
                  </a:lnTo>
                  <a:lnTo>
                    <a:pt x="0" y="0"/>
                  </a:lnTo>
                  <a:lnTo>
                    <a:pt x="0" y="463399"/>
                  </a:lnTo>
                  <a:lnTo>
                    <a:pt x="0" y="661999"/>
                  </a:lnTo>
                  <a:lnTo>
                    <a:pt x="0" y="794399"/>
                  </a:lnTo>
                  <a:lnTo>
                    <a:pt x="2581599" y="794399"/>
                  </a:lnTo>
                  <a:lnTo>
                    <a:pt x="3894527" y="932292"/>
                  </a:lnTo>
                  <a:lnTo>
                    <a:pt x="3687999" y="794399"/>
                  </a:lnTo>
                  <a:lnTo>
                    <a:pt x="4425599" y="794399"/>
                  </a:lnTo>
                  <a:lnTo>
                    <a:pt x="4425599" y="661999"/>
                  </a:lnTo>
                  <a:lnTo>
                    <a:pt x="4425599" y="463399"/>
                  </a:lnTo>
                  <a:lnTo>
                    <a:pt x="44255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899900" y="624906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200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1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0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1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899900" y="624906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0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1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200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1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16392" y="3482319"/>
            <a:ext cx="31197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Tahoma"/>
                <a:cs typeface="Tahoma"/>
              </a:rPr>
              <a:t>L</a:t>
            </a:r>
            <a:r>
              <a:rPr sz="3200" spc="30" dirty="0">
                <a:latin typeface="Tahoma"/>
                <a:cs typeface="Tahoma"/>
              </a:rPr>
              <a:t>ookup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70" dirty="0">
                <a:latin typeface="Tahoma"/>
                <a:cs typeface="Tahoma"/>
              </a:rPr>
              <a:t>with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165" dirty="0">
                <a:latin typeface="Tahoma"/>
                <a:cs typeface="Tahoma"/>
              </a:rPr>
              <a:t>R</a:t>
            </a:r>
            <a:r>
              <a:rPr sz="3200" spc="90" dirty="0">
                <a:latin typeface="Tahoma"/>
                <a:cs typeface="Tahoma"/>
              </a:rPr>
              <a:t>A</a:t>
            </a:r>
            <a:r>
              <a:rPr sz="3200" spc="210" dirty="0">
                <a:latin typeface="Tahoma"/>
                <a:cs typeface="Tahoma"/>
              </a:rPr>
              <a:t>G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52224" y="7150699"/>
            <a:ext cx="4463415" cy="1249045"/>
          </a:xfrm>
          <a:custGeom>
            <a:avLst/>
            <a:gdLst/>
            <a:ahLst/>
            <a:cxnLst/>
            <a:rect l="l" t="t" r="r" b="b"/>
            <a:pathLst>
              <a:path w="4463415" h="1249045">
                <a:moveTo>
                  <a:pt x="0" y="0"/>
                </a:moveTo>
                <a:lnTo>
                  <a:pt x="4463399" y="0"/>
                </a:lnTo>
                <a:lnTo>
                  <a:pt x="4463399" y="1248599"/>
                </a:lnTo>
                <a:lnTo>
                  <a:pt x="0" y="12485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52224" y="3393949"/>
            <a:ext cx="4463415" cy="1777364"/>
          </a:xfrm>
          <a:custGeom>
            <a:avLst/>
            <a:gdLst/>
            <a:ahLst/>
            <a:cxnLst/>
            <a:rect l="l" t="t" r="r" b="b"/>
            <a:pathLst>
              <a:path w="4463415" h="1777364">
                <a:moveTo>
                  <a:pt x="0" y="0"/>
                </a:moveTo>
                <a:lnTo>
                  <a:pt x="4463399" y="0"/>
                </a:lnTo>
                <a:lnTo>
                  <a:pt x="4463399" y="528599"/>
                </a:lnTo>
                <a:lnTo>
                  <a:pt x="0" y="528599"/>
                </a:lnTo>
                <a:lnTo>
                  <a:pt x="0" y="0"/>
                </a:lnTo>
                <a:close/>
              </a:path>
              <a:path w="4463415" h="1777364">
                <a:moveTo>
                  <a:pt x="0" y="528599"/>
                </a:moveTo>
                <a:lnTo>
                  <a:pt x="4463399" y="528599"/>
                </a:lnTo>
                <a:lnTo>
                  <a:pt x="4463399" y="1777199"/>
                </a:lnTo>
                <a:lnTo>
                  <a:pt x="0" y="1777199"/>
                </a:lnTo>
                <a:lnTo>
                  <a:pt x="0" y="528599"/>
                </a:lnTo>
                <a:close/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78521" y="6346519"/>
            <a:ext cx="13576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75" dirty="0">
                <a:latin typeface="Tahoma"/>
                <a:cs typeface="Tahoma"/>
              </a:rPr>
              <a:t>API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30" dirty="0">
                <a:latin typeface="Tahoma"/>
                <a:cs typeface="Tahoma"/>
              </a:rPr>
              <a:t>call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13838" y="2446438"/>
            <a:ext cx="1802130" cy="1802130"/>
            <a:chOff x="6913838" y="2446438"/>
            <a:chExt cx="1802130" cy="1802130"/>
          </a:xfrm>
        </p:grpSpPr>
        <p:sp>
          <p:nvSpPr>
            <p:cNvPr id="3" name="object 3"/>
            <p:cNvSpPr/>
            <p:nvPr/>
          </p:nvSpPr>
          <p:spPr>
            <a:xfrm>
              <a:off x="6918600" y="245120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4">
                  <a:moveTo>
                    <a:pt x="896099" y="1792200"/>
                  </a:moveTo>
                  <a:lnTo>
                    <a:pt x="848509" y="1790957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0"/>
                  </a:lnTo>
                  <a:lnTo>
                    <a:pt x="536955" y="1717328"/>
                  </a:lnTo>
                  <a:lnTo>
                    <a:pt x="496274" y="1698277"/>
                  </a:lnTo>
                  <a:lnTo>
                    <a:pt x="456736" y="1677278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4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70"/>
                  </a:lnTo>
                  <a:lnTo>
                    <a:pt x="4927" y="990635"/>
                  </a:lnTo>
                  <a:lnTo>
                    <a:pt x="1242" y="943691"/>
                  </a:lnTo>
                  <a:lnTo>
                    <a:pt x="0" y="896100"/>
                  </a:lnTo>
                  <a:lnTo>
                    <a:pt x="1242" y="848509"/>
                  </a:lnTo>
                  <a:lnTo>
                    <a:pt x="4927" y="801565"/>
                  </a:lnTo>
                  <a:lnTo>
                    <a:pt x="10993" y="755330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4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40"/>
                  </a:lnTo>
                  <a:lnTo>
                    <a:pt x="1792199" y="896100"/>
                  </a:lnTo>
                  <a:lnTo>
                    <a:pt x="1790957" y="943691"/>
                  </a:lnTo>
                  <a:lnTo>
                    <a:pt x="1787272" y="990635"/>
                  </a:lnTo>
                  <a:lnTo>
                    <a:pt x="1781206" y="1036870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4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8"/>
                  </a:lnTo>
                  <a:lnTo>
                    <a:pt x="1295925" y="1698277"/>
                  </a:lnTo>
                  <a:lnTo>
                    <a:pt x="1255244" y="1717328"/>
                  </a:lnTo>
                  <a:lnTo>
                    <a:pt x="1213482" y="1734370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7"/>
                  </a:lnTo>
                  <a:lnTo>
                    <a:pt x="896099" y="1792200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18600" y="245120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4">
                  <a:moveTo>
                    <a:pt x="0" y="896100"/>
                  </a:moveTo>
                  <a:lnTo>
                    <a:pt x="1242" y="848509"/>
                  </a:lnTo>
                  <a:lnTo>
                    <a:pt x="4927" y="801565"/>
                  </a:lnTo>
                  <a:lnTo>
                    <a:pt x="10993" y="755330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4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40"/>
                  </a:lnTo>
                  <a:lnTo>
                    <a:pt x="1792199" y="896100"/>
                  </a:lnTo>
                  <a:lnTo>
                    <a:pt x="1790957" y="943691"/>
                  </a:lnTo>
                  <a:lnTo>
                    <a:pt x="1787272" y="990635"/>
                  </a:lnTo>
                  <a:lnTo>
                    <a:pt x="1781206" y="1036870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4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8"/>
                  </a:lnTo>
                  <a:lnTo>
                    <a:pt x="1295925" y="1698277"/>
                  </a:lnTo>
                  <a:lnTo>
                    <a:pt x="1255244" y="1717328"/>
                  </a:lnTo>
                  <a:lnTo>
                    <a:pt x="1213482" y="1734371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8"/>
                  </a:lnTo>
                  <a:lnTo>
                    <a:pt x="896099" y="1792200"/>
                  </a:lnTo>
                  <a:lnTo>
                    <a:pt x="848509" y="1790958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1"/>
                  </a:lnTo>
                  <a:lnTo>
                    <a:pt x="536955" y="1717328"/>
                  </a:lnTo>
                  <a:lnTo>
                    <a:pt x="496274" y="1698277"/>
                  </a:lnTo>
                  <a:lnTo>
                    <a:pt x="456736" y="1677278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4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70"/>
                  </a:lnTo>
                  <a:lnTo>
                    <a:pt x="4927" y="990635"/>
                  </a:lnTo>
                  <a:lnTo>
                    <a:pt x="1242" y="943691"/>
                  </a:lnTo>
                  <a:lnTo>
                    <a:pt x="0" y="89610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43989" y="3040088"/>
            <a:ext cx="91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15" dirty="0">
                <a:latin typeface="Tahoma"/>
                <a:cs typeface="Tahoma"/>
              </a:rPr>
              <a:t>LLM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83070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25" dirty="0"/>
              <a:t>LLM-powered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grpSp>
        <p:nvGrpSpPr>
          <p:cNvPr id="7" name="object 7"/>
          <p:cNvGrpSpPr/>
          <p:nvPr/>
        </p:nvGrpSpPr>
        <p:grpSpPr>
          <a:xfrm>
            <a:off x="10952037" y="3607962"/>
            <a:ext cx="5510530" cy="2419350"/>
            <a:chOff x="10952037" y="3607962"/>
            <a:chExt cx="5510530" cy="2419350"/>
          </a:xfrm>
        </p:grpSpPr>
        <p:sp>
          <p:nvSpPr>
            <p:cNvPr id="8" name="object 8"/>
            <p:cNvSpPr/>
            <p:nvPr/>
          </p:nvSpPr>
          <p:spPr>
            <a:xfrm>
              <a:off x="10956800" y="3612724"/>
              <a:ext cx="5501005" cy="2409825"/>
            </a:xfrm>
            <a:custGeom>
              <a:avLst/>
              <a:gdLst/>
              <a:ahLst/>
              <a:cxnLst/>
              <a:rect l="l" t="t" r="r" b="b"/>
              <a:pathLst>
                <a:path w="5501005" h="2409825">
                  <a:moveTo>
                    <a:pt x="5500799" y="2409599"/>
                  </a:moveTo>
                  <a:lnTo>
                    <a:pt x="0" y="2409599"/>
                  </a:lnTo>
                  <a:lnTo>
                    <a:pt x="0" y="0"/>
                  </a:lnTo>
                  <a:lnTo>
                    <a:pt x="5500799" y="0"/>
                  </a:lnTo>
                  <a:lnTo>
                    <a:pt x="5500799" y="24095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56800" y="3612724"/>
              <a:ext cx="5501005" cy="2409825"/>
            </a:xfrm>
            <a:custGeom>
              <a:avLst/>
              <a:gdLst/>
              <a:ahLst/>
              <a:cxnLst/>
              <a:rect l="l" t="t" r="r" b="b"/>
              <a:pathLst>
                <a:path w="5501005" h="2409825">
                  <a:moveTo>
                    <a:pt x="0" y="0"/>
                  </a:moveTo>
                  <a:lnTo>
                    <a:pt x="5500799" y="0"/>
                  </a:lnTo>
                  <a:lnTo>
                    <a:pt x="5500799" y="2409599"/>
                  </a:lnTo>
                  <a:lnTo>
                    <a:pt x="0" y="24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28917" y="3887758"/>
            <a:ext cx="2969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latin typeface="Tahoma"/>
                <a:cs typeface="Tahoma"/>
              </a:rPr>
              <a:t>External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Data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Sources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600850" y="4428000"/>
            <a:ext cx="4182110" cy="972185"/>
            <a:chOff x="11600850" y="4428000"/>
            <a:chExt cx="4182110" cy="9721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00850" y="4428000"/>
              <a:ext cx="973972" cy="97214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68032" y="4509467"/>
              <a:ext cx="810731" cy="8092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1975" y="4509467"/>
              <a:ext cx="810730" cy="80920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311702" y="539305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25" dirty="0">
                <a:latin typeface="Tahoma"/>
                <a:cs typeface="Tahoma"/>
              </a:rPr>
              <a:t>Documents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68619" y="5393058"/>
            <a:ext cx="2539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90395" algn="l"/>
              </a:tabLst>
            </a:pPr>
            <a:r>
              <a:rPr sz="2400" spc="15" dirty="0">
                <a:latin typeface="Tahoma"/>
                <a:cs typeface="Tahoma"/>
              </a:rPr>
              <a:t>Database	</a:t>
            </a:r>
            <a:r>
              <a:rPr sz="2400" spc="240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eb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005706" y="5412465"/>
            <a:ext cx="801370" cy="1559560"/>
            <a:chOff x="10005706" y="5412465"/>
            <a:chExt cx="801370" cy="1559560"/>
          </a:xfrm>
        </p:grpSpPr>
        <p:sp>
          <p:nvSpPr>
            <p:cNvPr id="18" name="object 18"/>
            <p:cNvSpPr/>
            <p:nvPr/>
          </p:nvSpPr>
          <p:spPr>
            <a:xfrm>
              <a:off x="10229820" y="5670748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7891" y="5588775"/>
              <a:ext cx="211987" cy="1639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024756" y="5485499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2727" y="5412465"/>
              <a:ext cx="211987" cy="16394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229820" y="6889948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7891" y="6807975"/>
              <a:ext cx="211987" cy="16394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024756" y="6704699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5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2727" y="6631665"/>
              <a:ext cx="211987" cy="16394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0956800" y="6371249"/>
            <a:ext cx="2672080" cy="213423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05459" marR="497840" indent="264795">
              <a:lnSpc>
                <a:spcPts val="2850"/>
              </a:lnSpc>
              <a:spcBef>
                <a:spcPts val="2240"/>
              </a:spcBef>
            </a:pPr>
            <a:r>
              <a:rPr sz="2400" spc="30" dirty="0">
                <a:latin typeface="Tahoma"/>
                <a:cs typeface="Tahoma"/>
              </a:rPr>
              <a:t>External </a:t>
            </a:r>
            <a:r>
              <a:rPr sz="2400" spc="35" dirty="0">
                <a:latin typeface="Tahoma"/>
                <a:cs typeface="Tahoma"/>
              </a:rPr>
              <a:t> Applications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30399" y="4744099"/>
            <a:ext cx="2825750" cy="3364229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542925" marR="538480" indent="494030">
              <a:lnSpc>
                <a:spcPct val="100400"/>
              </a:lnSpc>
              <a:spcBef>
                <a:spcPts val="1300"/>
              </a:spcBef>
            </a:pPr>
            <a:r>
              <a:rPr sz="2800" spc="-5" dirty="0">
                <a:latin typeface="Arial MT"/>
                <a:cs typeface="Arial MT"/>
              </a:rPr>
              <a:t>User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Application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58800" y="6097894"/>
            <a:ext cx="2479040" cy="657225"/>
            <a:chOff x="1958800" y="6097894"/>
            <a:chExt cx="2479040" cy="657225"/>
          </a:xfrm>
        </p:grpSpPr>
        <p:sp>
          <p:nvSpPr>
            <p:cNvPr id="29" name="object 29"/>
            <p:cNvSpPr/>
            <p:nvPr/>
          </p:nvSpPr>
          <p:spPr>
            <a:xfrm>
              <a:off x="1963562" y="6102656"/>
              <a:ext cx="2469515" cy="647700"/>
            </a:xfrm>
            <a:custGeom>
              <a:avLst/>
              <a:gdLst/>
              <a:ahLst/>
              <a:cxnLst/>
              <a:rect l="l" t="t" r="r" b="b"/>
              <a:pathLst>
                <a:path w="2469515" h="647700">
                  <a:moveTo>
                    <a:pt x="2469023" y="647090"/>
                  </a:moveTo>
                  <a:lnTo>
                    <a:pt x="0" y="647090"/>
                  </a:lnTo>
                  <a:lnTo>
                    <a:pt x="0" y="0"/>
                  </a:lnTo>
                  <a:lnTo>
                    <a:pt x="2469023" y="0"/>
                  </a:lnTo>
                  <a:lnTo>
                    <a:pt x="2469023" y="64709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3562" y="6102656"/>
              <a:ext cx="2469515" cy="647700"/>
            </a:xfrm>
            <a:custGeom>
              <a:avLst/>
              <a:gdLst/>
              <a:ahLst/>
              <a:cxnLst/>
              <a:rect l="l" t="t" r="r" b="b"/>
              <a:pathLst>
                <a:path w="2469515" h="647700">
                  <a:moveTo>
                    <a:pt x="0" y="0"/>
                  </a:moveTo>
                  <a:lnTo>
                    <a:pt x="2469023" y="0"/>
                  </a:lnTo>
                  <a:lnTo>
                    <a:pt x="2469023" y="647090"/>
                  </a:lnTo>
                  <a:lnTo>
                    <a:pt x="0" y="6470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22846" y="62967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895" y="77701"/>
                  </a:moveTo>
                  <a:lnTo>
                    <a:pt x="5798" y="77701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7"/>
                  </a:lnTo>
                  <a:lnTo>
                    <a:pt x="5798" y="0"/>
                  </a:lnTo>
                  <a:lnTo>
                    <a:pt x="2180178" y="0"/>
                  </a:lnTo>
                  <a:lnTo>
                    <a:pt x="2183471" y="1363"/>
                  </a:lnTo>
                  <a:lnTo>
                    <a:pt x="2188329" y="6221"/>
                  </a:lnTo>
                  <a:lnTo>
                    <a:pt x="2189693" y="9515"/>
                  </a:lnTo>
                  <a:lnTo>
                    <a:pt x="2189693" y="71903"/>
                  </a:lnTo>
                  <a:lnTo>
                    <a:pt x="2183895" y="777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22846" y="62967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7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3" y="0"/>
                  </a:lnTo>
                  <a:lnTo>
                    <a:pt x="2180178" y="0"/>
                  </a:lnTo>
                  <a:lnTo>
                    <a:pt x="2183471" y="1363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5"/>
                  </a:lnTo>
                  <a:lnTo>
                    <a:pt x="2189693" y="12950"/>
                  </a:lnTo>
                  <a:lnTo>
                    <a:pt x="2189693" y="64750"/>
                  </a:lnTo>
                  <a:lnTo>
                    <a:pt x="2189693" y="71903"/>
                  </a:lnTo>
                  <a:lnTo>
                    <a:pt x="2183895" y="77701"/>
                  </a:lnTo>
                  <a:lnTo>
                    <a:pt x="2176743" y="77701"/>
                  </a:lnTo>
                  <a:lnTo>
                    <a:pt x="12950" y="77701"/>
                  </a:lnTo>
                  <a:lnTo>
                    <a:pt x="5798" y="77701"/>
                  </a:lnTo>
                  <a:lnTo>
                    <a:pt x="0" y="71903"/>
                  </a:lnTo>
                  <a:lnTo>
                    <a:pt x="0" y="64750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22846" y="6458556"/>
              <a:ext cx="1234440" cy="78105"/>
            </a:xfrm>
            <a:custGeom>
              <a:avLst/>
              <a:gdLst/>
              <a:ahLst/>
              <a:cxnLst/>
              <a:rect l="l" t="t" r="r" b="b"/>
              <a:pathLst>
                <a:path w="1234439" h="78104">
                  <a:moveTo>
                    <a:pt x="1228582" y="77701"/>
                  </a:moveTo>
                  <a:lnTo>
                    <a:pt x="5798" y="77701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1224865" y="0"/>
                  </a:lnTo>
                  <a:lnTo>
                    <a:pt x="1228159" y="1364"/>
                  </a:lnTo>
                  <a:lnTo>
                    <a:pt x="1230587" y="3793"/>
                  </a:lnTo>
                  <a:lnTo>
                    <a:pt x="1233016" y="6221"/>
                  </a:lnTo>
                  <a:lnTo>
                    <a:pt x="1234381" y="9515"/>
                  </a:lnTo>
                  <a:lnTo>
                    <a:pt x="1234381" y="71903"/>
                  </a:lnTo>
                  <a:lnTo>
                    <a:pt x="1228582" y="777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22846" y="6458556"/>
              <a:ext cx="1234440" cy="78105"/>
            </a:xfrm>
            <a:custGeom>
              <a:avLst/>
              <a:gdLst/>
              <a:ahLst/>
              <a:cxnLst/>
              <a:rect l="l" t="t" r="r" b="b"/>
              <a:pathLst>
                <a:path w="1234439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1221430" y="0"/>
                  </a:lnTo>
                  <a:lnTo>
                    <a:pt x="1224865" y="0"/>
                  </a:lnTo>
                  <a:lnTo>
                    <a:pt x="1228159" y="1364"/>
                  </a:lnTo>
                  <a:lnTo>
                    <a:pt x="1230587" y="3793"/>
                  </a:lnTo>
                  <a:lnTo>
                    <a:pt x="1233016" y="6221"/>
                  </a:lnTo>
                  <a:lnTo>
                    <a:pt x="1234381" y="9515"/>
                  </a:lnTo>
                  <a:lnTo>
                    <a:pt x="1234381" y="12950"/>
                  </a:lnTo>
                  <a:lnTo>
                    <a:pt x="1234381" y="64751"/>
                  </a:lnTo>
                  <a:lnTo>
                    <a:pt x="1234381" y="71903"/>
                  </a:lnTo>
                  <a:lnTo>
                    <a:pt x="1228582" y="77701"/>
                  </a:lnTo>
                  <a:lnTo>
                    <a:pt x="1221430" y="77701"/>
                  </a:lnTo>
                  <a:lnTo>
                    <a:pt x="12950" y="77701"/>
                  </a:lnTo>
                  <a:lnTo>
                    <a:pt x="5798" y="77701"/>
                  </a:lnTo>
                  <a:lnTo>
                    <a:pt x="0" y="71903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1958812" y="7012285"/>
            <a:ext cx="2479040" cy="895985"/>
            <a:chOff x="1958812" y="7012285"/>
            <a:chExt cx="2479040" cy="895985"/>
          </a:xfrm>
        </p:grpSpPr>
        <p:sp>
          <p:nvSpPr>
            <p:cNvPr id="36" name="object 36"/>
            <p:cNvSpPr/>
            <p:nvPr/>
          </p:nvSpPr>
          <p:spPr>
            <a:xfrm>
              <a:off x="1963574" y="7017048"/>
              <a:ext cx="2469515" cy="886460"/>
            </a:xfrm>
            <a:custGeom>
              <a:avLst/>
              <a:gdLst/>
              <a:ahLst/>
              <a:cxnLst/>
              <a:rect l="l" t="t" r="r" b="b"/>
              <a:pathLst>
                <a:path w="2469515" h="886459">
                  <a:moveTo>
                    <a:pt x="2469023" y="886309"/>
                  </a:moveTo>
                  <a:lnTo>
                    <a:pt x="0" y="886309"/>
                  </a:lnTo>
                  <a:lnTo>
                    <a:pt x="0" y="0"/>
                  </a:lnTo>
                  <a:lnTo>
                    <a:pt x="2469023" y="0"/>
                  </a:lnTo>
                  <a:lnTo>
                    <a:pt x="2469023" y="88630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63574" y="7017048"/>
              <a:ext cx="2469515" cy="886460"/>
            </a:xfrm>
            <a:custGeom>
              <a:avLst/>
              <a:gdLst/>
              <a:ahLst/>
              <a:cxnLst/>
              <a:rect l="l" t="t" r="r" b="b"/>
              <a:pathLst>
                <a:path w="2469515" h="886459">
                  <a:moveTo>
                    <a:pt x="0" y="0"/>
                  </a:moveTo>
                  <a:lnTo>
                    <a:pt x="2469023" y="0"/>
                  </a:lnTo>
                  <a:lnTo>
                    <a:pt x="2469023" y="886309"/>
                  </a:lnTo>
                  <a:lnTo>
                    <a:pt x="0" y="88630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122846" y="75159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895" y="77702"/>
                  </a:moveTo>
                  <a:lnTo>
                    <a:pt x="5798" y="77702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2180178" y="0"/>
                  </a:lnTo>
                  <a:lnTo>
                    <a:pt x="2183471" y="1364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6"/>
                  </a:lnTo>
                  <a:lnTo>
                    <a:pt x="2189693" y="71903"/>
                  </a:lnTo>
                  <a:lnTo>
                    <a:pt x="2183895" y="77702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22846" y="75159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3" y="0"/>
                  </a:lnTo>
                  <a:lnTo>
                    <a:pt x="2180178" y="0"/>
                  </a:lnTo>
                  <a:lnTo>
                    <a:pt x="2183471" y="1364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6"/>
                  </a:lnTo>
                  <a:lnTo>
                    <a:pt x="2189693" y="12950"/>
                  </a:lnTo>
                  <a:lnTo>
                    <a:pt x="2189693" y="64751"/>
                  </a:lnTo>
                  <a:lnTo>
                    <a:pt x="2189693" y="71903"/>
                  </a:lnTo>
                  <a:lnTo>
                    <a:pt x="2183895" y="77702"/>
                  </a:lnTo>
                  <a:lnTo>
                    <a:pt x="2176743" y="77702"/>
                  </a:lnTo>
                  <a:lnTo>
                    <a:pt x="12950" y="77702"/>
                  </a:lnTo>
                  <a:lnTo>
                    <a:pt x="5798" y="77702"/>
                  </a:lnTo>
                  <a:lnTo>
                    <a:pt x="0" y="71903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22851" y="7677744"/>
              <a:ext cx="1648460" cy="78105"/>
            </a:xfrm>
            <a:custGeom>
              <a:avLst/>
              <a:gdLst/>
              <a:ahLst/>
              <a:cxnLst/>
              <a:rect l="l" t="t" r="r" b="b"/>
              <a:pathLst>
                <a:path w="1648460" h="78104">
                  <a:moveTo>
                    <a:pt x="1642220" y="77702"/>
                  </a:moveTo>
                  <a:lnTo>
                    <a:pt x="5797" y="77702"/>
                  </a:lnTo>
                  <a:lnTo>
                    <a:pt x="0" y="71904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1638502" y="0"/>
                  </a:lnTo>
                  <a:lnTo>
                    <a:pt x="1641797" y="1364"/>
                  </a:lnTo>
                  <a:lnTo>
                    <a:pt x="1644225" y="3793"/>
                  </a:lnTo>
                  <a:lnTo>
                    <a:pt x="1646654" y="6222"/>
                  </a:lnTo>
                  <a:lnTo>
                    <a:pt x="1648018" y="9516"/>
                  </a:lnTo>
                  <a:lnTo>
                    <a:pt x="1648018" y="71904"/>
                  </a:lnTo>
                  <a:lnTo>
                    <a:pt x="1642220" y="77702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22851" y="7677744"/>
              <a:ext cx="1648460" cy="78105"/>
            </a:xfrm>
            <a:custGeom>
              <a:avLst/>
              <a:gdLst/>
              <a:ahLst/>
              <a:cxnLst/>
              <a:rect l="l" t="t" r="r" b="b"/>
              <a:pathLst>
                <a:path w="1648460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1635068" y="0"/>
                  </a:lnTo>
                  <a:lnTo>
                    <a:pt x="1638502" y="0"/>
                  </a:lnTo>
                  <a:lnTo>
                    <a:pt x="1641797" y="1364"/>
                  </a:lnTo>
                  <a:lnTo>
                    <a:pt x="1644225" y="3793"/>
                  </a:lnTo>
                  <a:lnTo>
                    <a:pt x="1646654" y="6222"/>
                  </a:lnTo>
                  <a:lnTo>
                    <a:pt x="1648018" y="9516"/>
                  </a:lnTo>
                  <a:lnTo>
                    <a:pt x="1648018" y="12950"/>
                  </a:lnTo>
                  <a:lnTo>
                    <a:pt x="1648018" y="64751"/>
                  </a:lnTo>
                  <a:lnTo>
                    <a:pt x="1648018" y="71904"/>
                  </a:lnTo>
                  <a:lnTo>
                    <a:pt x="1642220" y="77702"/>
                  </a:lnTo>
                  <a:lnTo>
                    <a:pt x="1635068" y="77702"/>
                  </a:lnTo>
                  <a:lnTo>
                    <a:pt x="12950" y="77702"/>
                  </a:lnTo>
                  <a:lnTo>
                    <a:pt x="5797" y="77702"/>
                  </a:lnTo>
                  <a:lnTo>
                    <a:pt x="0" y="71904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22846" y="73635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901" y="77699"/>
                  </a:moveTo>
                  <a:lnTo>
                    <a:pt x="5797" y="77699"/>
                  </a:lnTo>
                  <a:lnTo>
                    <a:pt x="0" y="71902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71902"/>
                  </a:lnTo>
                  <a:lnTo>
                    <a:pt x="2183901" y="776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22846" y="73635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2176749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12950"/>
                  </a:lnTo>
                  <a:lnTo>
                    <a:pt x="2189700" y="64749"/>
                  </a:lnTo>
                  <a:lnTo>
                    <a:pt x="2189700" y="71902"/>
                  </a:lnTo>
                  <a:lnTo>
                    <a:pt x="2183901" y="77699"/>
                  </a:lnTo>
                  <a:lnTo>
                    <a:pt x="2176749" y="77699"/>
                  </a:lnTo>
                  <a:lnTo>
                    <a:pt x="12950" y="77699"/>
                  </a:lnTo>
                  <a:lnTo>
                    <a:pt x="5797" y="77699"/>
                  </a:lnTo>
                  <a:lnTo>
                    <a:pt x="0" y="71902"/>
                  </a:lnTo>
                  <a:lnTo>
                    <a:pt x="0" y="64749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22846" y="72111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901" y="77699"/>
                  </a:moveTo>
                  <a:lnTo>
                    <a:pt x="5797" y="77699"/>
                  </a:lnTo>
                  <a:lnTo>
                    <a:pt x="0" y="71902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7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71902"/>
                  </a:lnTo>
                  <a:lnTo>
                    <a:pt x="2183901" y="776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22846" y="72111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7" y="0"/>
                  </a:lnTo>
                  <a:lnTo>
                    <a:pt x="12950" y="0"/>
                  </a:lnTo>
                  <a:lnTo>
                    <a:pt x="2176749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12950"/>
                  </a:lnTo>
                  <a:lnTo>
                    <a:pt x="2189700" y="64749"/>
                  </a:lnTo>
                  <a:lnTo>
                    <a:pt x="2189700" y="71902"/>
                  </a:lnTo>
                  <a:lnTo>
                    <a:pt x="2183901" y="77699"/>
                  </a:lnTo>
                  <a:lnTo>
                    <a:pt x="2176749" y="77699"/>
                  </a:lnTo>
                  <a:lnTo>
                    <a:pt x="12950" y="77699"/>
                  </a:lnTo>
                  <a:lnTo>
                    <a:pt x="5797" y="77699"/>
                  </a:lnTo>
                  <a:lnTo>
                    <a:pt x="0" y="71902"/>
                  </a:lnTo>
                  <a:lnTo>
                    <a:pt x="0" y="64749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750099" y="5220199"/>
            <a:ext cx="4129404" cy="2134235"/>
          </a:xfrm>
          <a:prstGeom prst="rect">
            <a:avLst/>
          </a:prstGeom>
          <a:solidFill>
            <a:srgbClr val="FFD966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20"/>
              </a:spcBef>
            </a:pPr>
            <a:r>
              <a:rPr sz="2400" spc="60" dirty="0">
                <a:latin typeface="Tahoma"/>
                <a:cs typeface="Tahoma"/>
              </a:rPr>
              <a:t>Orchest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25" dirty="0">
                <a:latin typeface="Tahoma"/>
                <a:cs typeface="Tahoma"/>
              </a:rPr>
              <a:t>ation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lib</a:t>
            </a:r>
            <a:r>
              <a:rPr sz="2400" spc="15" dirty="0">
                <a:latin typeface="Tahoma"/>
                <a:cs typeface="Tahoma"/>
              </a:rPr>
              <a:t>r</a:t>
            </a:r>
            <a:r>
              <a:rPr sz="2400" spc="30" dirty="0">
                <a:latin typeface="Tahoma"/>
                <a:cs typeface="Tahoma"/>
              </a:rPr>
              <a:t>ary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790598" y="4320887"/>
            <a:ext cx="5229860" cy="3178810"/>
            <a:chOff x="4790598" y="4320887"/>
            <a:chExt cx="5229860" cy="3178810"/>
          </a:xfrm>
        </p:grpSpPr>
        <p:sp>
          <p:nvSpPr>
            <p:cNvPr id="48" name="object 48"/>
            <p:cNvSpPr/>
            <p:nvPr/>
          </p:nvSpPr>
          <p:spPr>
            <a:xfrm>
              <a:off x="5014712" y="6194964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4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2783" y="6112991"/>
              <a:ext cx="211986" cy="16394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809648" y="6009716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4" h="9525">
                  <a:moveTo>
                    <a:pt x="558029" y="8938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47620" y="5936681"/>
              <a:ext cx="211986" cy="16394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706576" y="4545002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4">
                  <a:moveTo>
                    <a:pt x="0" y="558029"/>
                  </a:moveTo>
                  <a:lnTo>
                    <a:pt x="8938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33542" y="4353072"/>
              <a:ext cx="163945" cy="211986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891824" y="4339937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4">
                  <a:moveTo>
                    <a:pt x="0" y="558029"/>
                  </a:moveTo>
                  <a:lnTo>
                    <a:pt x="8938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09851" y="4877909"/>
              <a:ext cx="163945" cy="21198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621150" y="5070749"/>
              <a:ext cx="4380230" cy="2409825"/>
            </a:xfrm>
            <a:custGeom>
              <a:avLst/>
              <a:gdLst/>
              <a:ahLst/>
              <a:cxnLst/>
              <a:rect l="l" t="t" r="r" b="b"/>
              <a:pathLst>
                <a:path w="4380230" h="2409825">
                  <a:moveTo>
                    <a:pt x="0" y="0"/>
                  </a:moveTo>
                  <a:lnTo>
                    <a:pt x="4379999" y="0"/>
                  </a:lnTo>
                  <a:lnTo>
                    <a:pt x="4379999" y="2409599"/>
                  </a:lnTo>
                  <a:lnTo>
                    <a:pt x="0" y="2409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71537" y="1000239"/>
            <a:ext cx="1802130" cy="1802130"/>
            <a:chOff x="6871537" y="1000239"/>
            <a:chExt cx="1802130" cy="1802130"/>
          </a:xfrm>
        </p:grpSpPr>
        <p:sp>
          <p:nvSpPr>
            <p:cNvPr id="3" name="object 3"/>
            <p:cNvSpPr/>
            <p:nvPr/>
          </p:nvSpPr>
          <p:spPr>
            <a:xfrm>
              <a:off x="6876300" y="100500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5">
                  <a:moveTo>
                    <a:pt x="896099" y="1792199"/>
                  </a:moveTo>
                  <a:lnTo>
                    <a:pt x="848509" y="1790957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0"/>
                  </a:lnTo>
                  <a:lnTo>
                    <a:pt x="536955" y="1717328"/>
                  </a:lnTo>
                  <a:lnTo>
                    <a:pt x="496274" y="1698276"/>
                  </a:lnTo>
                  <a:lnTo>
                    <a:pt x="456736" y="1677277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3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69"/>
                  </a:lnTo>
                  <a:lnTo>
                    <a:pt x="4927" y="990634"/>
                  </a:lnTo>
                  <a:lnTo>
                    <a:pt x="1242" y="943690"/>
                  </a:lnTo>
                  <a:lnTo>
                    <a:pt x="0" y="896099"/>
                  </a:lnTo>
                  <a:lnTo>
                    <a:pt x="1242" y="848508"/>
                  </a:lnTo>
                  <a:lnTo>
                    <a:pt x="4927" y="801564"/>
                  </a:lnTo>
                  <a:lnTo>
                    <a:pt x="10993" y="755329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3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39"/>
                  </a:lnTo>
                  <a:lnTo>
                    <a:pt x="1792199" y="896099"/>
                  </a:lnTo>
                  <a:lnTo>
                    <a:pt x="1790957" y="943690"/>
                  </a:lnTo>
                  <a:lnTo>
                    <a:pt x="1787272" y="990634"/>
                  </a:lnTo>
                  <a:lnTo>
                    <a:pt x="1781206" y="1036869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3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7"/>
                  </a:lnTo>
                  <a:lnTo>
                    <a:pt x="1295925" y="1698276"/>
                  </a:lnTo>
                  <a:lnTo>
                    <a:pt x="1255244" y="1717328"/>
                  </a:lnTo>
                  <a:lnTo>
                    <a:pt x="1213482" y="1734370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7"/>
                  </a:lnTo>
                  <a:lnTo>
                    <a:pt x="896099" y="1792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76300" y="1005001"/>
              <a:ext cx="1792605" cy="1792605"/>
            </a:xfrm>
            <a:custGeom>
              <a:avLst/>
              <a:gdLst/>
              <a:ahLst/>
              <a:cxnLst/>
              <a:rect l="l" t="t" r="r" b="b"/>
              <a:pathLst>
                <a:path w="1792604" h="1792605">
                  <a:moveTo>
                    <a:pt x="0" y="896099"/>
                  </a:moveTo>
                  <a:lnTo>
                    <a:pt x="1242" y="848508"/>
                  </a:lnTo>
                  <a:lnTo>
                    <a:pt x="4927" y="801565"/>
                  </a:lnTo>
                  <a:lnTo>
                    <a:pt x="10993" y="755329"/>
                  </a:lnTo>
                  <a:lnTo>
                    <a:pt x="19378" y="709865"/>
                  </a:lnTo>
                  <a:lnTo>
                    <a:pt x="30020" y="665234"/>
                  </a:lnTo>
                  <a:lnTo>
                    <a:pt x="42858" y="621497"/>
                  </a:lnTo>
                  <a:lnTo>
                    <a:pt x="57829" y="578717"/>
                  </a:lnTo>
                  <a:lnTo>
                    <a:pt x="74871" y="536955"/>
                  </a:lnTo>
                  <a:lnTo>
                    <a:pt x="93922" y="496274"/>
                  </a:lnTo>
                  <a:lnTo>
                    <a:pt x="114922" y="456736"/>
                  </a:lnTo>
                  <a:lnTo>
                    <a:pt x="137806" y="418401"/>
                  </a:lnTo>
                  <a:lnTo>
                    <a:pt x="162515" y="381333"/>
                  </a:lnTo>
                  <a:lnTo>
                    <a:pt x="188985" y="345593"/>
                  </a:lnTo>
                  <a:lnTo>
                    <a:pt x="217155" y="311244"/>
                  </a:lnTo>
                  <a:lnTo>
                    <a:pt x="246962" y="278346"/>
                  </a:lnTo>
                  <a:lnTo>
                    <a:pt x="278346" y="246962"/>
                  </a:lnTo>
                  <a:lnTo>
                    <a:pt x="311244" y="217155"/>
                  </a:lnTo>
                  <a:lnTo>
                    <a:pt x="345593" y="188985"/>
                  </a:lnTo>
                  <a:lnTo>
                    <a:pt x="381333" y="162515"/>
                  </a:lnTo>
                  <a:lnTo>
                    <a:pt x="418401" y="137806"/>
                  </a:lnTo>
                  <a:lnTo>
                    <a:pt x="456736" y="114922"/>
                  </a:lnTo>
                  <a:lnTo>
                    <a:pt x="496274" y="93922"/>
                  </a:lnTo>
                  <a:lnTo>
                    <a:pt x="536955" y="74871"/>
                  </a:lnTo>
                  <a:lnTo>
                    <a:pt x="578717" y="57829"/>
                  </a:lnTo>
                  <a:lnTo>
                    <a:pt x="621497" y="42858"/>
                  </a:lnTo>
                  <a:lnTo>
                    <a:pt x="665234" y="30020"/>
                  </a:lnTo>
                  <a:lnTo>
                    <a:pt x="709865" y="19378"/>
                  </a:lnTo>
                  <a:lnTo>
                    <a:pt x="755330" y="10993"/>
                  </a:lnTo>
                  <a:lnTo>
                    <a:pt x="801565" y="4927"/>
                  </a:lnTo>
                  <a:lnTo>
                    <a:pt x="848509" y="1242"/>
                  </a:lnTo>
                  <a:lnTo>
                    <a:pt x="896099" y="0"/>
                  </a:lnTo>
                  <a:lnTo>
                    <a:pt x="946860" y="1437"/>
                  </a:lnTo>
                  <a:lnTo>
                    <a:pt x="997212" y="5719"/>
                  </a:lnTo>
                  <a:lnTo>
                    <a:pt x="1047047" y="12801"/>
                  </a:lnTo>
                  <a:lnTo>
                    <a:pt x="1096256" y="22636"/>
                  </a:lnTo>
                  <a:lnTo>
                    <a:pt x="1144727" y="35180"/>
                  </a:lnTo>
                  <a:lnTo>
                    <a:pt x="1192353" y="50387"/>
                  </a:lnTo>
                  <a:lnTo>
                    <a:pt x="1239023" y="68211"/>
                  </a:lnTo>
                  <a:lnTo>
                    <a:pt x="1284627" y="88608"/>
                  </a:lnTo>
                  <a:lnTo>
                    <a:pt x="1329056" y="111531"/>
                  </a:lnTo>
                  <a:lnTo>
                    <a:pt x="1372201" y="136936"/>
                  </a:lnTo>
                  <a:lnTo>
                    <a:pt x="1413951" y="164777"/>
                  </a:lnTo>
                  <a:lnTo>
                    <a:pt x="1454197" y="195008"/>
                  </a:lnTo>
                  <a:lnTo>
                    <a:pt x="1492829" y="227585"/>
                  </a:lnTo>
                  <a:lnTo>
                    <a:pt x="1529739" y="262461"/>
                  </a:lnTo>
                  <a:lnTo>
                    <a:pt x="1564615" y="299370"/>
                  </a:lnTo>
                  <a:lnTo>
                    <a:pt x="1597191" y="338003"/>
                  </a:lnTo>
                  <a:lnTo>
                    <a:pt x="1627423" y="378249"/>
                  </a:lnTo>
                  <a:lnTo>
                    <a:pt x="1655263" y="419999"/>
                  </a:lnTo>
                  <a:lnTo>
                    <a:pt x="1680668" y="463143"/>
                  </a:lnTo>
                  <a:lnTo>
                    <a:pt x="1703591" y="507573"/>
                  </a:lnTo>
                  <a:lnTo>
                    <a:pt x="1723988" y="553177"/>
                  </a:lnTo>
                  <a:lnTo>
                    <a:pt x="1741812" y="599847"/>
                  </a:lnTo>
                  <a:lnTo>
                    <a:pt x="1757019" y="647472"/>
                  </a:lnTo>
                  <a:lnTo>
                    <a:pt x="1769563" y="695944"/>
                  </a:lnTo>
                  <a:lnTo>
                    <a:pt x="1779398" y="745152"/>
                  </a:lnTo>
                  <a:lnTo>
                    <a:pt x="1786480" y="794987"/>
                  </a:lnTo>
                  <a:lnTo>
                    <a:pt x="1790762" y="845339"/>
                  </a:lnTo>
                  <a:lnTo>
                    <a:pt x="1792199" y="896099"/>
                  </a:lnTo>
                  <a:lnTo>
                    <a:pt x="1790957" y="943690"/>
                  </a:lnTo>
                  <a:lnTo>
                    <a:pt x="1787272" y="990634"/>
                  </a:lnTo>
                  <a:lnTo>
                    <a:pt x="1781206" y="1036869"/>
                  </a:lnTo>
                  <a:lnTo>
                    <a:pt x="1772821" y="1082334"/>
                  </a:lnTo>
                  <a:lnTo>
                    <a:pt x="1762179" y="1126965"/>
                  </a:lnTo>
                  <a:lnTo>
                    <a:pt x="1749341" y="1170702"/>
                  </a:lnTo>
                  <a:lnTo>
                    <a:pt x="1734370" y="1213482"/>
                  </a:lnTo>
                  <a:lnTo>
                    <a:pt x="1717328" y="1255244"/>
                  </a:lnTo>
                  <a:lnTo>
                    <a:pt x="1698276" y="1295925"/>
                  </a:lnTo>
                  <a:lnTo>
                    <a:pt x="1677277" y="1335463"/>
                  </a:lnTo>
                  <a:lnTo>
                    <a:pt x="1654393" y="1373798"/>
                  </a:lnTo>
                  <a:lnTo>
                    <a:pt x="1629684" y="1410866"/>
                  </a:lnTo>
                  <a:lnTo>
                    <a:pt x="1603214" y="1446606"/>
                  </a:lnTo>
                  <a:lnTo>
                    <a:pt x="1575044" y="1480955"/>
                  </a:lnTo>
                  <a:lnTo>
                    <a:pt x="1545237" y="1513853"/>
                  </a:lnTo>
                  <a:lnTo>
                    <a:pt x="1513853" y="1545237"/>
                  </a:lnTo>
                  <a:lnTo>
                    <a:pt x="1480955" y="1575044"/>
                  </a:lnTo>
                  <a:lnTo>
                    <a:pt x="1446606" y="1603214"/>
                  </a:lnTo>
                  <a:lnTo>
                    <a:pt x="1410866" y="1629684"/>
                  </a:lnTo>
                  <a:lnTo>
                    <a:pt x="1373798" y="1654393"/>
                  </a:lnTo>
                  <a:lnTo>
                    <a:pt x="1335463" y="1677277"/>
                  </a:lnTo>
                  <a:lnTo>
                    <a:pt x="1295925" y="1698276"/>
                  </a:lnTo>
                  <a:lnTo>
                    <a:pt x="1255244" y="1717328"/>
                  </a:lnTo>
                  <a:lnTo>
                    <a:pt x="1213482" y="1734370"/>
                  </a:lnTo>
                  <a:lnTo>
                    <a:pt x="1170702" y="1749341"/>
                  </a:lnTo>
                  <a:lnTo>
                    <a:pt x="1126965" y="1762179"/>
                  </a:lnTo>
                  <a:lnTo>
                    <a:pt x="1082334" y="1772821"/>
                  </a:lnTo>
                  <a:lnTo>
                    <a:pt x="1036869" y="1781206"/>
                  </a:lnTo>
                  <a:lnTo>
                    <a:pt x="990634" y="1787272"/>
                  </a:lnTo>
                  <a:lnTo>
                    <a:pt x="943690" y="1790957"/>
                  </a:lnTo>
                  <a:lnTo>
                    <a:pt x="896099" y="1792199"/>
                  </a:lnTo>
                  <a:lnTo>
                    <a:pt x="848509" y="1790957"/>
                  </a:lnTo>
                  <a:lnTo>
                    <a:pt x="801565" y="1787272"/>
                  </a:lnTo>
                  <a:lnTo>
                    <a:pt x="755330" y="1781206"/>
                  </a:lnTo>
                  <a:lnTo>
                    <a:pt x="709865" y="1772821"/>
                  </a:lnTo>
                  <a:lnTo>
                    <a:pt x="665234" y="1762179"/>
                  </a:lnTo>
                  <a:lnTo>
                    <a:pt x="621497" y="1749341"/>
                  </a:lnTo>
                  <a:lnTo>
                    <a:pt x="578717" y="1734370"/>
                  </a:lnTo>
                  <a:lnTo>
                    <a:pt x="536955" y="1717328"/>
                  </a:lnTo>
                  <a:lnTo>
                    <a:pt x="496274" y="1698276"/>
                  </a:lnTo>
                  <a:lnTo>
                    <a:pt x="456736" y="1677277"/>
                  </a:lnTo>
                  <a:lnTo>
                    <a:pt x="418401" y="1654393"/>
                  </a:lnTo>
                  <a:lnTo>
                    <a:pt x="381333" y="1629684"/>
                  </a:lnTo>
                  <a:lnTo>
                    <a:pt x="345593" y="1603214"/>
                  </a:lnTo>
                  <a:lnTo>
                    <a:pt x="311244" y="1575044"/>
                  </a:lnTo>
                  <a:lnTo>
                    <a:pt x="278346" y="1545237"/>
                  </a:lnTo>
                  <a:lnTo>
                    <a:pt x="246962" y="1513853"/>
                  </a:lnTo>
                  <a:lnTo>
                    <a:pt x="217155" y="1480955"/>
                  </a:lnTo>
                  <a:lnTo>
                    <a:pt x="188985" y="1446606"/>
                  </a:lnTo>
                  <a:lnTo>
                    <a:pt x="162515" y="1410866"/>
                  </a:lnTo>
                  <a:lnTo>
                    <a:pt x="137806" y="1373798"/>
                  </a:lnTo>
                  <a:lnTo>
                    <a:pt x="114922" y="1335463"/>
                  </a:lnTo>
                  <a:lnTo>
                    <a:pt x="93922" y="1295925"/>
                  </a:lnTo>
                  <a:lnTo>
                    <a:pt x="74871" y="1255244"/>
                  </a:lnTo>
                  <a:lnTo>
                    <a:pt x="57829" y="1213482"/>
                  </a:lnTo>
                  <a:lnTo>
                    <a:pt x="42858" y="1170702"/>
                  </a:lnTo>
                  <a:lnTo>
                    <a:pt x="30020" y="1126965"/>
                  </a:lnTo>
                  <a:lnTo>
                    <a:pt x="19378" y="1082334"/>
                  </a:lnTo>
                  <a:lnTo>
                    <a:pt x="10993" y="1036869"/>
                  </a:lnTo>
                  <a:lnTo>
                    <a:pt x="4927" y="990634"/>
                  </a:lnTo>
                  <a:lnTo>
                    <a:pt x="1242" y="943690"/>
                  </a:lnTo>
                  <a:lnTo>
                    <a:pt x="0" y="896099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01689" y="1593888"/>
            <a:ext cx="91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15" dirty="0">
                <a:latin typeface="Tahoma"/>
                <a:cs typeface="Tahoma"/>
              </a:rPr>
              <a:t>LLM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91650" y="6753849"/>
            <a:ext cx="2672080" cy="213423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05459" marR="497840" indent="264795">
              <a:lnSpc>
                <a:spcPts val="2850"/>
              </a:lnSpc>
              <a:spcBef>
                <a:spcPts val="2240"/>
              </a:spcBef>
            </a:pPr>
            <a:r>
              <a:rPr sz="2400" spc="30" dirty="0">
                <a:latin typeface="Tahoma"/>
                <a:cs typeface="Tahoma"/>
              </a:rPr>
              <a:t>External </a:t>
            </a:r>
            <a:r>
              <a:rPr sz="2400" spc="35" dirty="0">
                <a:latin typeface="Tahoma"/>
                <a:cs typeface="Tahoma"/>
              </a:rPr>
              <a:t> Applications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333121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25" dirty="0"/>
              <a:t>LangChain</a:t>
            </a:r>
            <a:endParaRPr sz="5600"/>
          </a:p>
        </p:txBody>
      </p:sp>
      <p:grpSp>
        <p:nvGrpSpPr>
          <p:cNvPr id="8" name="object 8"/>
          <p:cNvGrpSpPr/>
          <p:nvPr/>
        </p:nvGrpSpPr>
        <p:grpSpPr>
          <a:xfrm>
            <a:off x="4784887" y="3831037"/>
            <a:ext cx="5996305" cy="4680585"/>
            <a:chOff x="4784887" y="3831037"/>
            <a:chExt cx="5996305" cy="4680585"/>
          </a:xfrm>
        </p:grpSpPr>
        <p:sp>
          <p:nvSpPr>
            <p:cNvPr id="9" name="object 9"/>
            <p:cNvSpPr/>
            <p:nvPr/>
          </p:nvSpPr>
          <p:spPr>
            <a:xfrm>
              <a:off x="4789649" y="3835799"/>
              <a:ext cx="5986780" cy="4671060"/>
            </a:xfrm>
            <a:custGeom>
              <a:avLst/>
              <a:gdLst/>
              <a:ahLst/>
              <a:cxnLst/>
              <a:rect l="l" t="t" r="r" b="b"/>
              <a:pathLst>
                <a:path w="5986780" h="4671059">
                  <a:moveTo>
                    <a:pt x="5986199" y="4670999"/>
                  </a:moveTo>
                  <a:lnTo>
                    <a:pt x="0" y="4670999"/>
                  </a:lnTo>
                  <a:lnTo>
                    <a:pt x="0" y="0"/>
                  </a:lnTo>
                  <a:lnTo>
                    <a:pt x="5986199" y="0"/>
                  </a:lnTo>
                  <a:lnTo>
                    <a:pt x="5986199" y="46709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89649" y="3835799"/>
              <a:ext cx="5986780" cy="4671060"/>
            </a:xfrm>
            <a:custGeom>
              <a:avLst/>
              <a:gdLst/>
              <a:ahLst/>
              <a:cxnLst/>
              <a:rect l="l" t="t" r="r" b="b"/>
              <a:pathLst>
                <a:path w="5986780" h="4671059">
                  <a:moveTo>
                    <a:pt x="0" y="0"/>
                  </a:moveTo>
                  <a:lnTo>
                    <a:pt x="5986199" y="0"/>
                  </a:lnTo>
                  <a:lnTo>
                    <a:pt x="5986199" y="4670999"/>
                  </a:lnTo>
                  <a:lnTo>
                    <a:pt x="0" y="467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61693" y="3991883"/>
            <a:ext cx="1442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LangChain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986887" y="4072237"/>
            <a:ext cx="5510530" cy="2419350"/>
            <a:chOff x="11986887" y="4072237"/>
            <a:chExt cx="5510530" cy="2419350"/>
          </a:xfrm>
        </p:grpSpPr>
        <p:sp>
          <p:nvSpPr>
            <p:cNvPr id="13" name="object 13"/>
            <p:cNvSpPr/>
            <p:nvPr/>
          </p:nvSpPr>
          <p:spPr>
            <a:xfrm>
              <a:off x="11991650" y="4076999"/>
              <a:ext cx="5501005" cy="2409825"/>
            </a:xfrm>
            <a:custGeom>
              <a:avLst/>
              <a:gdLst/>
              <a:ahLst/>
              <a:cxnLst/>
              <a:rect l="l" t="t" r="r" b="b"/>
              <a:pathLst>
                <a:path w="5501005" h="2409825">
                  <a:moveTo>
                    <a:pt x="5500799" y="2409599"/>
                  </a:moveTo>
                  <a:lnTo>
                    <a:pt x="0" y="2409599"/>
                  </a:lnTo>
                  <a:lnTo>
                    <a:pt x="0" y="0"/>
                  </a:lnTo>
                  <a:lnTo>
                    <a:pt x="5500799" y="0"/>
                  </a:lnTo>
                  <a:lnTo>
                    <a:pt x="5500799" y="24095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91650" y="4076999"/>
              <a:ext cx="5501005" cy="2409825"/>
            </a:xfrm>
            <a:custGeom>
              <a:avLst/>
              <a:gdLst/>
              <a:ahLst/>
              <a:cxnLst/>
              <a:rect l="l" t="t" r="r" b="b"/>
              <a:pathLst>
                <a:path w="5501005" h="2409825">
                  <a:moveTo>
                    <a:pt x="0" y="0"/>
                  </a:moveTo>
                  <a:lnTo>
                    <a:pt x="5500799" y="0"/>
                  </a:lnTo>
                  <a:lnTo>
                    <a:pt x="5500799" y="2409599"/>
                  </a:lnTo>
                  <a:lnTo>
                    <a:pt x="0" y="24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263767" y="4352033"/>
            <a:ext cx="2969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latin typeface="Tahoma"/>
                <a:cs typeface="Tahoma"/>
              </a:rPr>
              <a:t>External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Data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Sources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635700" y="4892275"/>
            <a:ext cx="4182110" cy="972185"/>
            <a:chOff x="12635700" y="4892275"/>
            <a:chExt cx="4182110" cy="97218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35700" y="4892275"/>
              <a:ext cx="973973" cy="97214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02882" y="4973742"/>
              <a:ext cx="810730" cy="8092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06825" y="4973742"/>
              <a:ext cx="810730" cy="80920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346552" y="5857333"/>
            <a:ext cx="4396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56739" algn="l"/>
                <a:tab pos="3747135" algn="l"/>
              </a:tabLst>
            </a:pPr>
            <a:r>
              <a:rPr sz="2400" spc="25" dirty="0">
                <a:latin typeface="Tahoma"/>
                <a:cs typeface="Tahoma"/>
              </a:rPr>
              <a:t>Documents	</a:t>
            </a:r>
            <a:r>
              <a:rPr sz="2400" spc="15" dirty="0">
                <a:latin typeface="Tahoma"/>
                <a:cs typeface="Tahoma"/>
              </a:rPr>
              <a:t>Database	</a:t>
            </a:r>
            <a:r>
              <a:rPr sz="2400" spc="240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eb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569190" y="2874404"/>
            <a:ext cx="363855" cy="902969"/>
            <a:chOff x="7569190" y="2874404"/>
            <a:chExt cx="363855" cy="902969"/>
          </a:xfrm>
        </p:grpSpPr>
        <p:sp>
          <p:nvSpPr>
            <p:cNvPr id="22" name="object 22"/>
            <p:cNvSpPr/>
            <p:nvPr/>
          </p:nvSpPr>
          <p:spPr>
            <a:xfrm>
              <a:off x="7651156" y="3100295"/>
              <a:ext cx="15240" cy="657860"/>
            </a:xfrm>
            <a:custGeom>
              <a:avLst/>
              <a:gdLst/>
              <a:ahLst/>
              <a:cxnLst/>
              <a:rect l="l" t="t" r="r" b="b"/>
              <a:pathLst>
                <a:path w="15240" h="657860">
                  <a:moveTo>
                    <a:pt x="0" y="0"/>
                  </a:moveTo>
                  <a:lnTo>
                    <a:pt x="14693" y="657656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9190" y="2908387"/>
              <a:ext cx="163931" cy="21236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836149" y="2893454"/>
              <a:ext cx="15240" cy="657860"/>
            </a:xfrm>
            <a:custGeom>
              <a:avLst/>
              <a:gdLst/>
              <a:ahLst/>
              <a:cxnLst/>
              <a:rect l="l" t="t" r="r" b="b"/>
              <a:pathLst>
                <a:path w="15240" h="657860">
                  <a:moveTo>
                    <a:pt x="0" y="0"/>
                  </a:moveTo>
                  <a:lnTo>
                    <a:pt x="14693" y="657656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8877" y="3530656"/>
              <a:ext cx="163930" cy="212363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0949595" y="5795448"/>
            <a:ext cx="890905" cy="339725"/>
            <a:chOff x="10949595" y="5795448"/>
            <a:chExt cx="890905" cy="339725"/>
          </a:xfrm>
        </p:grpSpPr>
        <p:sp>
          <p:nvSpPr>
            <p:cNvPr id="27" name="object 27"/>
            <p:cNvSpPr/>
            <p:nvPr/>
          </p:nvSpPr>
          <p:spPr>
            <a:xfrm>
              <a:off x="11170955" y="6052963"/>
              <a:ext cx="650875" cy="9525"/>
            </a:xfrm>
            <a:custGeom>
              <a:avLst/>
              <a:gdLst/>
              <a:ahLst/>
              <a:cxnLst/>
              <a:rect l="l" t="t" r="r" b="b"/>
              <a:pathLst>
                <a:path w="650875" h="9525">
                  <a:moveTo>
                    <a:pt x="650423" y="93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79021" y="5970988"/>
              <a:ext cx="211884" cy="16394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0968645" y="5868099"/>
              <a:ext cx="650875" cy="9525"/>
            </a:xfrm>
            <a:custGeom>
              <a:avLst/>
              <a:gdLst/>
              <a:ahLst/>
              <a:cxnLst/>
              <a:rect l="l" t="t" r="r" b="b"/>
              <a:pathLst>
                <a:path w="650875" h="9525">
                  <a:moveTo>
                    <a:pt x="650423" y="93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99117" y="5795448"/>
              <a:ext cx="211884" cy="163949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10949595" y="7090849"/>
            <a:ext cx="890905" cy="339725"/>
            <a:chOff x="10949595" y="7090849"/>
            <a:chExt cx="890905" cy="339725"/>
          </a:xfrm>
        </p:grpSpPr>
        <p:sp>
          <p:nvSpPr>
            <p:cNvPr id="32" name="object 32"/>
            <p:cNvSpPr/>
            <p:nvPr/>
          </p:nvSpPr>
          <p:spPr>
            <a:xfrm>
              <a:off x="11170955" y="7348364"/>
              <a:ext cx="650875" cy="9525"/>
            </a:xfrm>
            <a:custGeom>
              <a:avLst/>
              <a:gdLst/>
              <a:ahLst/>
              <a:cxnLst/>
              <a:rect l="l" t="t" r="r" b="b"/>
              <a:pathLst>
                <a:path w="650875" h="9525">
                  <a:moveTo>
                    <a:pt x="650423" y="93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79021" y="7266390"/>
              <a:ext cx="211884" cy="16394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968645" y="7163500"/>
              <a:ext cx="650875" cy="9525"/>
            </a:xfrm>
            <a:custGeom>
              <a:avLst/>
              <a:gdLst/>
              <a:ahLst/>
              <a:cxnLst/>
              <a:rect l="l" t="t" r="r" b="b"/>
              <a:pathLst>
                <a:path w="650875" h="9525">
                  <a:moveTo>
                    <a:pt x="650423" y="93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99117" y="7090849"/>
              <a:ext cx="211884" cy="163948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3684247" y="5938665"/>
            <a:ext cx="890905" cy="339725"/>
            <a:chOff x="3684247" y="5938665"/>
            <a:chExt cx="890905" cy="339725"/>
          </a:xfrm>
        </p:grpSpPr>
        <p:sp>
          <p:nvSpPr>
            <p:cNvPr id="37" name="object 37"/>
            <p:cNvSpPr/>
            <p:nvPr/>
          </p:nvSpPr>
          <p:spPr>
            <a:xfrm>
              <a:off x="3905606" y="6196180"/>
              <a:ext cx="650875" cy="9525"/>
            </a:xfrm>
            <a:custGeom>
              <a:avLst/>
              <a:gdLst/>
              <a:ahLst/>
              <a:cxnLst/>
              <a:rect l="l" t="t" r="r" b="b"/>
              <a:pathLst>
                <a:path w="650875" h="9525">
                  <a:moveTo>
                    <a:pt x="650423" y="93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13672" y="6114205"/>
              <a:ext cx="211885" cy="1639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703297" y="6011316"/>
              <a:ext cx="650875" cy="9525"/>
            </a:xfrm>
            <a:custGeom>
              <a:avLst/>
              <a:gdLst/>
              <a:ahLst/>
              <a:cxnLst/>
              <a:rect l="l" t="t" r="r" b="b"/>
              <a:pathLst>
                <a:path w="650875" h="9525">
                  <a:moveTo>
                    <a:pt x="650423" y="932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3769" y="5938665"/>
              <a:ext cx="211885" cy="163949"/>
            </a:xfrm>
            <a:prstGeom prst="rect">
              <a:avLst/>
            </a:prstGeom>
          </p:spPr>
        </p:pic>
      </p:grpSp>
      <p:sp>
        <p:nvSpPr>
          <p:cNvPr id="41" name="object 41"/>
          <p:cNvSpPr/>
          <p:nvPr/>
        </p:nvSpPr>
        <p:spPr>
          <a:xfrm>
            <a:off x="674299" y="4076999"/>
            <a:ext cx="2825750" cy="4049395"/>
          </a:xfrm>
          <a:custGeom>
            <a:avLst/>
            <a:gdLst/>
            <a:ahLst/>
            <a:cxnLst/>
            <a:rect l="l" t="t" r="r" b="b"/>
            <a:pathLst>
              <a:path w="2825750" h="4049395">
                <a:moveTo>
                  <a:pt x="0" y="0"/>
                </a:moveTo>
                <a:lnTo>
                  <a:pt x="2825399" y="0"/>
                </a:lnTo>
                <a:lnTo>
                  <a:pt x="2825399" y="4049399"/>
                </a:lnTo>
                <a:lnTo>
                  <a:pt x="0" y="4049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204607" y="4231051"/>
            <a:ext cx="1761489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494030">
              <a:lnSpc>
                <a:spcPct val="100400"/>
              </a:lnSpc>
              <a:spcBef>
                <a:spcPts val="85"/>
              </a:spcBef>
            </a:pPr>
            <a:r>
              <a:rPr sz="2800" spc="-5" dirty="0">
                <a:latin typeface="Arial MT"/>
                <a:cs typeface="Arial MT"/>
              </a:rPr>
              <a:t>User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Application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47725" y="5403944"/>
            <a:ext cx="2479040" cy="657225"/>
            <a:chOff x="847725" y="5403944"/>
            <a:chExt cx="2479040" cy="657225"/>
          </a:xfrm>
        </p:grpSpPr>
        <p:sp>
          <p:nvSpPr>
            <p:cNvPr id="44" name="object 44"/>
            <p:cNvSpPr/>
            <p:nvPr/>
          </p:nvSpPr>
          <p:spPr>
            <a:xfrm>
              <a:off x="852488" y="5408706"/>
              <a:ext cx="2469515" cy="647700"/>
            </a:xfrm>
            <a:custGeom>
              <a:avLst/>
              <a:gdLst/>
              <a:ahLst/>
              <a:cxnLst/>
              <a:rect l="l" t="t" r="r" b="b"/>
              <a:pathLst>
                <a:path w="2469515" h="647700">
                  <a:moveTo>
                    <a:pt x="2469023" y="647090"/>
                  </a:moveTo>
                  <a:lnTo>
                    <a:pt x="0" y="647090"/>
                  </a:lnTo>
                  <a:lnTo>
                    <a:pt x="0" y="0"/>
                  </a:lnTo>
                  <a:lnTo>
                    <a:pt x="2469023" y="0"/>
                  </a:lnTo>
                  <a:lnTo>
                    <a:pt x="2469023" y="64709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52488" y="5408706"/>
              <a:ext cx="2469515" cy="647700"/>
            </a:xfrm>
            <a:custGeom>
              <a:avLst/>
              <a:gdLst/>
              <a:ahLst/>
              <a:cxnLst/>
              <a:rect l="l" t="t" r="r" b="b"/>
              <a:pathLst>
                <a:path w="2469515" h="647700">
                  <a:moveTo>
                    <a:pt x="0" y="0"/>
                  </a:moveTo>
                  <a:lnTo>
                    <a:pt x="2469023" y="0"/>
                  </a:lnTo>
                  <a:lnTo>
                    <a:pt x="2469023" y="647090"/>
                  </a:lnTo>
                  <a:lnTo>
                    <a:pt x="0" y="6470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11772" y="560283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895" y="77701"/>
                  </a:moveTo>
                  <a:lnTo>
                    <a:pt x="5798" y="77701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7"/>
                  </a:lnTo>
                  <a:lnTo>
                    <a:pt x="5798" y="0"/>
                  </a:lnTo>
                  <a:lnTo>
                    <a:pt x="2180178" y="0"/>
                  </a:lnTo>
                  <a:lnTo>
                    <a:pt x="2183472" y="1363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5"/>
                  </a:lnTo>
                  <a:lnTo>
                    <a:pt x="2189693" y="71903"/>
                  </a:lnTo>
                  <a:lnTo>
                    <a:pt x="2183895" y="777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11772" y="560283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7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3" y="0"/>
                  </a:lnTo>
                  <a:lnTo>
                    <a:pt x="2180178" y="0"/>
                  </a:lnTo>
                  <a:lnTo>
                    <a:pt x="2183472" y="1363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3" y="9515"/>
                  </a:lnTo>
                  <a:lnTo>
                    <a:pt x="2189693" y="12950"/>
                  </a:lnTo>
                  <a:lnTo>
                    <a:pt x="2189693" y="64750"/>
                  </a:lnTo>
                  <a:lnTo>
                    <a:pt x="2189693" y="71903"/>
                  </a:lnTo>
                  <a:lnTo>
                    <a:pt x="2183895" y="77701"/>
                  </a:lnTo>
                  <a:lnTo>
                    <a:pt x="2176743" y="77701"/>
                  </a:lnTo>
                  <a:lnTo>
                    <a:pt x="12950" y="77701"/>
                  </a:lnTo>
                  <a:lnTo>
                    <a:pt x="5798" y="77701"/>
                  </a:lnTo>
                  <a:lnTo>
                    <a:pt x="0" y="71903"/>
                  </a:lnTo>
                  <a:lnTo>
                    <a:pt x="0" y="64750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11772" y="5764606"/>
              <a:ext cx="1234440" cy="78105"/>
            </a:xfrm>
            <a:custGeom>
              <a:avLst/>
              <a:gdLst/>
              <a:ahLst/>
              <a:cxnLst/>
              <a:rect l="l" t="t" r="r" b="b"/>
              <a:pathLst>
                <a:path w="1234439" h="78104">
                  <a:moveTo>
                    <a:pt x="1228582" y="77701"/>
                  </a:moveTo>
                  <a:lnTo>
                    <a:pt x="5798" y="77701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1224865" y="0"/>
                  </a:lnTo>
                  <a:lnTo>
                    <a:pt x="1228159" y="1364"/>
                  </a:lnTo>
                  <a:lnTo>
                    <a:pt x="1233016" y="6221"/>
                  </a:lnTo>
                  <a:lnTo>
                    <a:pt x="1234381" y="9515"/>
                  </a:lnTo>
                  <a:lnTo>
                    <a:pt x="1234381" y="71903"/>
                  </a:lnTo>
                  <a:lnTo>
                    <a:pt x="1228582" y="777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11772" y="5764606"/>
              <a:ext cx="1234440" cy="78105"/>
            </a:xfrm>
            <a:custGeom>
              <a:avLst/>
              <a:gdLst/>
              <a:ahLst/>
              <a:cxnLst/>
              <a:rect l="l" t="t" r="r" b="b"/>
              <a:pathLst>
                <a:path w="1234439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1221430" y="0"/>
                  </a:lnTo>
                  <a:lnTo>
                    <a:pt x="1224865" y="0"/>
                  </a:lnTo>
                  <a:lnTo>
                    <a:pt x="1228159" y="1364"/>
                  </a:lnTo>
                  <a:lnTo>
                    <a:pt x="1230588" y="3793"/>
                  </a:lnTo>
                  <a:lnTo>
                    <a:pt x="1233016" y="6221"/>
                  </a:lnTo>
                  <a:lnTo>
                    <a:pt x="1234381" y="9515"/>
                  </a:lnTo>
                  <a:lnTo>
                    <a:pt x="1234381" y="12950"/>
                  </a:lnTo>
                  <a:lnTo>
                    <a:pt x="1234381" y="64751"/>
                  </a:lnTo>
                  <a:lnTo>
                    <a:pt x="1234381" y="71903"/>
                  </a:lnTo>
                  <a:lnTo>
                    <a:pt x="1228582" y="77701"/>
                  </a:lnTo>
                  <a:lnTo>
                    <a:pt x="1221430" y="77701"/>
                  </a:lnTo>
                  <a:lnTo>
                    <a:pt x="12950" y="77701"/>
                  </a:lnTo>
                  <a:lnTo>
                    <a:pt x="5798" y="77701"/>
                  </a:lnTo>
                  <a:lnTo>
                    <a:pt x="0" y="71903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698370" y="6635350"/>
            <a:ext cx="1609725" cy="1609725"/>
          </a:xfrm>
          <a:prstGeom prst="rect">
            <a:avLst/>
          </a:prstGeom>
          <a:solidFill>
            <a:srgbClr val="B6D7A8"/>
          </a:solidFill>
          <a:ln w="19049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050">
              <a:latin typeface="Times New Roman"/>
              <a:cs typeface="Times New Roman"/>
            </a:endParaRPr>
          </a:p>
          <a:p>
            <a:pPr marL="84455" marR="127635" indent="228600">
              <a:lnSpc>
                <a:spcPts val="2850"/>
              </a:lnSpc>
            </a:pPr>
            <a:r>
              <a:rPr sz="2400" spc="-5" dirty="0">
                <a:latin typeface="Arial MT"/>
                <a:cs typeface="Arial MT"/>
              </a:rPr>
              <a:t>Prompt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270" dirty="0">
                <a:latin typeface="Arial MT"/>
                <a:cs typeface="Arial MT"/>
              </a:rPr>
              <a:t>T</a:t>
            </a:r>
            <a:r>
              <a:rPr sz="2400" spc="-5" dirty="0">
                <a:latin typeface="Arial MT"/>
                <a:cs typeface="Arial MT"/>
              </a:rPr>
              <a:t>emplates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98345" y="4763649"/>
            <a:ext cx="1609725" cy="1609725"/>
          </a:xfrm>
          <a:prstGeom prst="rect">
            <a:avLst/>
          </a:prstGeom>
          <a:solidFill>
            <a:srgbClr val="A4C1F4"/>
          </a:solidFill>
          <a:ln w="19049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448309">
              <a:lnSpc>
                <a:spcPct val="100000"/>
              </a:lnSpc>
              <a:spcBef>
                <a:spcPts val="1710"/>
              </a:spcBef>
            </a:pPr>
            <a:r>
              <a:rPr sz="2400" spc="-60" dirty="0">
                <a:latin typeface="Arial MT"/>
                <a:cs typeface="Arial MT"/>
              </a:rPr>
              <a:t>Tools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264669" y="6635350"/>
            <a:ext cx="1609725" cy="1609725"/>
          </a:xfrm>
          <a:prstGeom prst="rect">
            <a:avLst/>
          </a:prstGeom>
          <a:solidFill>
            <a:srgbClr val="FFE1BB"/>
          </a:solidFill>
          <a:ln w="19049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1710"/>
              </a:spcBef>
            </a:pPr>
            <a:r>
              <a:rPr sz="2400" dirty="0">
                <a:latin typeface="Arial MT"/>
                <a:cs typeface="Arial MT"/>
              </a:rPr>
              <a:t>Memory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264645" y="4763649"/>
            <a:ext cx="1609725" cy="1609725"/>
          </a:xfrm>
          <a:prstGeom prst="rect">
            <a:avLst/>
          </a:prstGeom>
          <a:solidFill>
            <a:srgbClr val="FCDEE1"/>
          </a:solidFill>
          <a:ln w="19049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1710"/>
              </a:spcBef>
            </a:pPr>
            <a:r>
              <a:rPr sz="2400" spc="-5" dirty="0">
                <a:latin typeface="Arial MT"/>
                <a:cs typeface="Arial MT"/>
              </a:rPr>
              <a:t>Agents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47725" y="3431849"/>
            <a:ext cx="9249410" cy="4999990"/>
            <a:chOff x="847725" y="3431849"/>
            <a:chExt cx="9249410" cy="4999990"/>
          </a:xfrm>
        </p:grpSpPr>
        <p:sp>
          <p:nvSpPr>
            <p:cNvPr id="55" name="object 55"/>
            <p:cNvSpPr/>
            <p:nvPr/>
          </p:nvSpPr>
          <p:spPr>
            <a:xfrm>
              <a:off x="5435049" y="4442999"/>
              <a:ext cx="4643120" cy="3970020"/>
            </a:xfrm>
            <a:custGeom>
              <a:avLst/>
              <a:gdLst/>
              <a:ahLst/>
              <a:cxnLst/>
              <a:rect l="l" t="t" r="r" b="b"/>
              <a:pathLst>
                <a:path w="4643120" h="3970020">
                  <a:moveTo>
                    <a:pt x="0" y="0"/>
                  </a:moveTo>
                  <a:lnTo>
                    <a:pt x="2093288" y="0"/>
                  </a:lnTo>
                  <a:lnTo>
                    <a:pt x="2093288" y="2002147"/>
                  </a:lnTo>
                  <a:lnTo>
                    <a:pt x="4642799" y="2002147"/>
                  </a:lnTo>
                  <a:lnTo>
                    <a:pt x="4642799" y="3969599"/>
                  </a:lnTo>
                  <a:lnTo>
                    <a:pt x="0" y="3969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959200" y="3450899"/>
              <a:ext cx="2214880" cy="915035"/>
            </a:xfrm>
            <a:custGeom>
              <a:avLst/>
              <a:gdLst/>
              <a:ahLst/>
              <a:cxnLst/>
              <a:rect l="l" t="t" r="r" b="b"/>
              <a:pathLst>
                <a:path w="2214879" h="915035">
                  <a:moveTo>
                    <a:pt x="0" y="0"/>
                  </a:moveTo>
                  <a:lnTo>
                    <a:pt x="2214515" y="914726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0639" y="4288412"/>
              <a:ext cx="221930" cy="162273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435049" y="4442999"/>
              <a:ext cx="4643120" cy="3970020"/>
            </a:xfrm>
            <a:custGeom>
              <a:avLst/>
              <a:gdLst/>
              <a:ahLst/>
              <a:cxnLst/>
              <a:rect l="l" t="t" r="r" b="b"/>
              <a:pathLst>
                <a:path w="4643120" h="3970020">
                  <a:moveTo>
                    <a:pt x="0" y="0"/>
                  </a:moveTo>
                  <a:lnTo>
                    <a:pt x="4642799" y="0"/>
                  </a:lnTo>
                  <a:lnTo>
                    <a:pt x="4642799" y="2002147"/>
                  </a:lnTo>
                  <a:lnTo>
                    <a:pt x="4642799" y="3969599"/>
                  </a:lnTo>
                  <a:lnTo>
                    <a:pt x="0" y="3969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52488" y="6485247"/>
              <a:ext cx="2469515" cy="886460"/>
            </a:xfrm>
            <a:custGeom>
              <a:avLst/>
              <a:gdLst/>
              <a:ahLst/>
              <a:cxnLst/>
              <a:rect l="l" t="t" r="r" b="b"/>
              <a:pathLst>
                <a:path w="2469515" h="886459">
                  <a:moveTo>
                    <a:pt x="2469023" y="886310"/>
                  </a:moveTo>
                  <a:lnTo>
                    <a:pt x="0" y="886310"/>
                  </a:lnTo>
                  <a:lnTo>
                    <a:pt x="0" y="0"/>
                  </a:lnTo>
                  <a:lnTo>
                    <a:pt x="2469023" y="0"/>
                  </a:lnTo>
                  <a:lnTo>
                    <a:pt x="2469023" y="886310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52488" y="6485247"/>
              <a:ext cx="2469515" cy="886460"/>
            </a:xfrm>
            <a:custGeom>
              <a:avLst/>
              <a:gdLst/>
              <a:ahLst/>
              <a:cxnLst/>
              <a:rect l="l" t="t" r="r" b="b"/>
              <a:pathLst>
                <a:path w="2469515" h="886459">
                  <a:moveTo>
                    <a:pt x="0" y="0"/>
                  </a:moveTo>
                  <a:lnTo>
                    <a:pt x="2469023" y="0"/>
                  </a:lnTo>
                  <a:lnTo>
                    <a:pt x="2469023" y="886310"/>
                  </a:lnTo>
                  <a:lnTo>
                    <a:pt x="0" y="88631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11759" y="69841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895" y="77702"/>
                  </a:moveTo>
                  <a:lnTo>
                    <a:pt x="5798" y="77702"/>
                  </a:lnTo>
                  <a:lnTo>
                    <a:pt x="0" y="71903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2180178" y="0"/>
                  </a:lnTo>
                  <a:lnTo>
                    <a:pt x="2183472" y="1364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4" y="9516"/>
                  </a:lnTo>
                  <a:lnTo>
                    <a:pt x="2189694" y="71903"/>
                  </a:lnTo>
                  <a:lnTo>
                    <a:pt x="2183895" y="77702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11759" y="69841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3" y="0"/>
                  </a:lnTo>
                  <a:lnTo>
                    <a:pt x="2180178" y="0"/>
                  </a:lnTo>
                  <a:lnTo>
                    <a:pt x="2183472" y="1364"/>
                  </a:lnTo>
                  <a:lnTo>
                    <a:pt x="2185900" y="3792"/>
                  </a:lnTo>
                  <a:lnTo>
                    <a:pt x="2188329" y="6221"/>
                  </a:lnTo>
                  <a:lnTo>
                    <a:pt x="2189694" y="9516"/>
                  </a:lnTo>
                  <a:lnTo>
                    <a:pt x="2189694" y="12950"/>
                  </a:lnTo>
                  <a:lnTo>
                    <a:pt x="2189694" y="64751"/>
                  </a:lnTo>
                  <a:lnTo>
                    <a:pt x="2189694" y="71903"/>
                  </a:lnTo>
                  <a:lnTo>
                    <a:pt x="2183895" y="77702"/>
                  </a:lnTo>
                  <a:lnTo>
                    <a:pt x="2176743" y="77702"/>
                  </a:lnTo>
                  <a:lnTo>
                    <a:pt x="12950" y="77702"/>
                  </a:lnTo>
                  <a:lnTo>
                    <a:pt x="5798" y="77702"/>
                  </a:lnTo>
                  <a:lnTo>
                    <a:pt x="0" y="71903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11764" y="7145944"/>
              <a:ext cx="1648460" cy="78105"/>
            </a:xfrm>
            <a:custGeom>
              <a:avLst/>
              <a:gdLst/>
              <a:ahLst/>
              <a:cxnLst/>
              <a:rect l="l" t="t" r="r" b="b"/>
              <a:pathLst>
                <a:path w="1648460" h="78104">
                  <a:moveTo>
                    <a:pt x="1642220" y="77702"/>
                  </a:moveTo>
                  <a:lnTo>
                    <a:pt x="5798" y="77702"/>
                  </a:lnTo>
                  <a:lnTo>
                    <a:pt x="0" y="71904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1638503" y="0"/>
                  </a:lnTo>
                  <a:lnTo>
                    <a:pt x="1641797" y="1364"/>
                  </a:lnTo>
                  <a:lnTo>
                    <a:pt x="1646654" y="6222"/>
                  </a:lnTo>
                  <a:lnTo>
                    <a:pt x="1648019" y="9516"/>
                  </a:lnTo>
                  <a:lnTo>
                    <a:pt x="1648019" y="71904"/>
                  </a:lnTo>
                  <a:lnTo>
                    <a:pt x="1642220" y="77702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11764" y="7145944"/>
              <a:ext cx="1648460" cy="78105"/>
            </a:xfrm>
            <a:custGeom>
              <a:avLst/>
              <a:gdLst/>
              <a:ahLst/>
              <a:cxnLst/>
              <a:rect l="l" t="t" r="r" b="b"/>
              <a:pathLst>
                <a:path w="1648460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1635068" y="0"/>
                  </a:lnTo>
                  <a:lnTo>
                    <a:pt x="1638503" y="0"/>
                  </a:lnTo>
                  <a:lnTo>
                    <a:pt x="1641797" y="1364"/>
                  </a:lnTo>
                  <a:lnTo>
                    <a:pt x="1644225" y="3793"/>
                  </a:lnTo>
                  <a:lnTo>
                    <a:pt x="1646654" y="6222"/>
                  </a:lnTo>
                  <a:lnTo>
                    <a:pt x="1648019" y="9516"/>
                  </a:lnTo>
                  <a:lnTo>
                    <a:pt x="1648019" y="12950"/>
                  </a:lnTo>
                  <a:lnTo>
                    <a:pt x="1648019" y="64751"/>
                  </a:lnTo>
                  <a:lnTo>
                    <a:pt x="1648019" y="71904"/>
                  </a:lnTo>
                  <a:lnTo>
                    <a:pt x="1642220" y="77702"/>
                  </a:lnTo>
                  <a:lnTo>
                    <a:pt x="1635068" y="77702"/>
                  </a:lnTo>
                  <a:lnTo>
                    <a:pt x="12950" y="77702"/>
                  </a:lnTo>
                  <a:lnTo>
                    <a:pt x="5798" y="77702"/>
                  </a:lnTo>
                  <a:lnTo>
                    <a:pt x="0" y="71904"/>
                  </a:lnTo>
                  <a:lnTo>
                    <a:pt x="0" y="64751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11759" y="68317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902" y="77699"/>
                  </a:moveTo>
                  <a:lnTo>
                    <a:pt x="5798" y="77699"/>
                  </a:lnTo>
                  <a:lnTo>
                    <a:pt x="0" y="71902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71902"/>
                  </a:lnTo>
                  <a:lnTo>
                    <a:pt x="2183902" y="776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11759" y="68317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9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12950"/>
                  </a:lnTo>
                  <a:lnTo>
                    <a:pt x="2189700" y="64749"/>
                  </a:lnTo>
                  <a:lnTo>
                    <a:pt x="2189700" y="71902"/>
                  </a:lnTo>
                  <a:lnTo>
                    <a:pt x="2183902" y="77699"/>
                  </a:lnTo>
                  <a:lnTo>
                    <a:pt x="2176749" y="77699"/>
                  </a:lnTo>
                  <a:lnTo>
                    <a:pt x="12950" y="77699"/>
                  </a:lnTo>
                  <a:lnTo>
                    <a:pt x="5798" y="77699"/>
                  </a:lnTo>
                  <a:lnTo>
                    <a:pt x="0" y="71902"/>
                  </a:lnTo>
                  <a:lnTo>
                    <a:pt x="0" y="64749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11759" y="66793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2183902" y="77699"/>
                  </a:moveTo>
                  <a:lnTo>
                    <a:pt x="5798" y="77699"/>
                  </a:lnTo>
                  <a:lnTo>
                    <a:pt x="0" y="71902"/>
                  </a:lnTo>
                  <a:lnTo>
                    <a:pt x="0" y="12950"/>
                  </a:lnTo>
                  <a:lnTo>
                    <a:pt x="0" y="5798"/>
                  </a:lnTo>
                  <a:lnTo>
                    <a:pt x="5798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71902"/>
                  </a:lnTo>
                  <a:lnTo>
                    <a:pt x="2183902" y="776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11759" y="6679383"/>
              <a:ext cx="2190115" cy="78105"/>
            </a:xfrm>
            <a:custGeom>
              <a:avLst/>
              <a:gdLst/>
              <a:ahLst/>
              <a:cxnLst/>
              <a:rect l="l" t="t" r="r" b="b"/>
              <a:pathLst>
                <a:path w="2190115" h="78104">
                  <a:moveTo>
                    <a:pt x="0" y="12950"/>
                  </a:moveTo>
                  <a:lnTo>
                    <a:pt x="0" y="5798"/>
                  </a:lnTo>
                  <a:lnTo>
                    <a:pt x="5798" y="0"/>
                  </a:lnTo>
                  <a:lnTo>
                    <a:pt x="12950" y="0"/>
                  </a:lnTo>
                  <a:lnTo>
                    <a:pt x="2176749" y="0"/>
                  </a:lnTo>
                  <a:lnTo>
                    <a:pt x="2180184" y="0"/>
                  </a:lnTo>
                  <a:lnTo>
                    <a:pt x="2183478" y="1364"/>
                  </a:lnTo>
                  <a:lnTo>
                    <a:pt x="2185906" y="3792"/>
                  </a:lnTo>
                  <a:lnTo>
                    <a:pt x="2188335" y="6221"/>
                  </a:lnTo>
                  <a:lnTo>
                    <a:pt x="2189700" y="9515"/>
                  </a:lnTo>
                  <a:lnTo>
                    <a:pt x="2189700" y="12950"/>
                  </a:lnTo>
                  <a:lnTo>
                    <a:pt x="2189700" y="64749"/>
                  </a:lnTo>
                  <a:lnTo>
                    <a:pt x="2189700" y="71902"/>
                  </a:lnTo>
                  <a:lnTo>
                    <a:pt x="2183902" y="77699"/>
                  </a:lnTo>
                  <a:lnTo>
                    <a:pt x="2176749" y="77699"/>
                  </a:lnTo>
                  <a:lnTo>
                    <a:pt x="12950" y="77699"/>
                  </a:lnTo>
                  <a:lnTo>
                    <a:pt x="5798" y="77699"/>
                  </a:lnTo>
                  <a:lnTo>
                    <a:pt x="0" y="71902"/>
                  </a:lnTo>
                  <a:lnTo>
                    <a:pt x="0" y="64749"/>
                  </a:lnTo>
                  <a:lnTo>
                    <a:pt x="0" y="129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51575" y="2741019"/>
            <a:ext cx="42240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45" dirty="0">
                <a:latin typeface="Tahoma"/>
                <a:cs typeface="Tahoma"/>
              </a:rPr>
              <a:t>Combined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60" dirty="0">
                <a:latin typeface="Tahoma"/>
                <a:cs typeface="Tahoma"/>
              </a:rPr>
              <a:t>into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a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70" dirty="0">
                <a:latin typeface="Tahoma"/>
                <a:cs typeface="Tahoma"/>
              </a:rPr>
              <a:t>“</a:t>
            </a:r>
            <a:r>
              <a:rPr sz="3200" spc="10" dirty="0">
                <a:latin typeface="Tahoma"/>
                <a:cs typeface="Tahoma"/>
              </a:rPr>
              <a:t>chai</a:t>
            </a:r>
            <a:r>
              <a:rPr sz="3200" spc="-130" dirty="0">
                <a:latin typeface="Tahoma"/>
                <a:cs typeface="Tahoma"/>
              </a:rPr>
              <a:t>n</a:t>
            </a:r>
            <a:r>
              <a:rPr sz="3200" spc="-120" dirty="0">
                <a:latin typeface="Tahoma"/>
                <a:cs typeface="Tahoma"/>
              </a:rPr>
              <a:t>”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7337" y="3755537"/>
            <a:ext cx="1838325" cy="1838325"/>
            <a:chOff x="3407337" y="3755537"/>
            <a:chExt cx="1838325" cy="1838325"/>
          </a:xfrm>
        </p:grpSpPr>
        <p:sp>
          <p:nvSpPr>
            <p:cNvPr id="3" name="object 3"/>
            <p:cNvSpPr/>
            <p:nvPr/>
          </p:nvSpPr>
          <p:spPr>
            <a:xfrm>
              <a:off x="3412099" y="3760299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399" y="1828799"/>
                  </a:moveTo>
                  <a:lnTo>
                    <a:pt x="865837" y="1827532"/>
                  </a:lnTo>
                  <a:lnTo>
                    <a:pt x="817934" y="1823772"/>
                  </a:lnTo>
                  <a:lnTo>
                    <a:pt x="770755" y="1817582"/>
                  </a:lnTo>
                  <a:lnTo>
                    <a:pt x="724362" y="1809025"/>
                  </a:lnTo>
                  <a:lnTo>
                    <a:pt x="678819" y="1798166"/>
                  </a:lnTo>
                  <a:lnTo>
                    <a:pt x="634189" y="1785066"/>
                  </a:lnTo>
                  <a:lnTo>
                    <a:pt x="590536" y="1769789"/>
                  </a:lnTo>
                  <a:lnTo>
                    <a:pt x="547921" y="1752399"/>
                  </a:lnTo>
                  <a:lnTo>
                    <a:pt x="506409" y="1732958"/>
                  </a:lnTo>
                  <a:lnTo>
                    <a:pt x="466063" y="1711530"/>
                  </a:lnTo>
                  <a:lnTo>
                    <a:pt x="426946" y="1688178"/>
                  </a:lnTo>
                  <a:lnTo>
                    <a:pt x="389121" y="1662965"/>
                  </a:lnTo>
                  <a:lnTo>
                    <a:pt x="352651" y="1635955"/>
                  </a:lnTo>
                  <a:lnTo>
                    <a:pt x="317600" y="1607210"/>
                  </a:lnTo>
                  <a:lnTo>
                    <a:pt x="284030" y="1576793"/>
                  </a:lnTo>
                  <a:lnTo>
                    <a:pt x="252006" y="1544769"/>
                  </a:lnTo>
                  <a:lnTo>
                    <a:pt x="221589" y="1511199"/>
                  </a:lnTo>
                  <a:lnTo>
                    <a:pt x="192844" y="1476148"/>
                  </a:lnTo>
                  <a:lnTo>
                    <a:pt x="165834" y="1439678"/>
                  </a:lnTo>
                  <a:lnTo>
                    <a:pt x="140621" y="1401853"/>
                  </a:lnTo>
                  <a:lnTo>
                    <a:pt x="117269" y="1362736"/>
                  </a:lnTo>
                  <a:lnTo>
                    <a:pt x="95841" y="1322390"/>
                  </a:lnTo>
                  <a:lnTo>
                    <a:pt x="76400" y="1280878"/>
                  </a:lnTo>
                  <a:lnTo>
                    <a:pt x="59010" y="1238263"/>
                  </a:lnTo>
                  <a:lnTo>
                    <a:pt x="43733" y="1194610"/>
                  </a:lnTo>
                  <a:lnTo>
                    <a:pt x="30633" y="1149980"/>
                  </a:lnTo>
                  <a:lnTo>
                    <a:pt x="19774" y="1104437"/>
                  </a:lnTo>
                  <a:lnTo>
                    <a:pt x="11217" y="1058044"/>
                  </a:lnTo>
                  <a:lnTo>
                    <a:pt x="5027" y="1010865"/>
                  </a:lnTo>
                  <a:lnTo>
                    <a:pt x="1267" y="962962"/>
                  </a:lnTo>
                  <a:lnTo>
                    <a:pt x="0" y="914399"/>
                  </a:lnTo>
                  <a:lnTo>
                    <a:pt x="1267" y="865837"/>
                  </a:lnTo>
                  <a:lnTo>
                    <a:pt x="5027" y="817934"/>
                  </a:lnTo>
                  <a:lnTo>
                    <a:pt x="11217" y="770755"/>
                  </a:lnTo>
                  <a:lnTo>
                    <a:pt x="19774" y="724362"/>
                  </a:lnTo>
                  <a:lnTo>
                    <a:pt x="30633" y="678819"/>
                  </a:lnTo>
                  <a:lnTo>
                    <a:pt x="43733" y="634189"/>
                  </a:lnTo>
                  <a:lnTo>
                    <a:pt x="59010" y="590536"/>
                  </a:lnTo>
                  <a:lnTo>
                    <a:pt x="76400" y="547921"/>
                  </a:lnTo>
                  <a:lnTo>
                    <a:pt x="95841" y="506409"/>
                  </a:lnTo>
                  <a:lnTo>
                    <a:pt x="117269" y="466063"/>
                  </a:lnTo>
                  <a:lnTo>
                    <a:pt x="140621" y="426946"/>
                  </a:lnTo>
                  <a:lnTo>
                    <a:pt x="165834" y="389121"/>
                  </a:lnTo>
                  <a:lnTo>
                    <a:pt x="192844" y="352651"/>
                  </a:lnTo>
                  <a:lnTo>
                    <a:pt x="221589" y="317600"/>
                  </a:lnTo>
                  <a:lnTo>
                    <a:pt x="252006" y="284030"/>
                  </a:lnTo>
                  <a:lnTo>
                    <a:pt x="284030" y="252006"/>
                  </a:lnTo>
                  <a:lnTo>
                    <a:pt x="317600" y="221589"/>
                  </a:lnTo>
                  <a:lnTo>
                    <a:pt x="352651" y="192844"/>
                  </a:lnTo>
                  <a:lnTo>
                    <a:pt x="389121" y="165834"/>
                  </a:lnTo>
                  <a:lnTo>
                    <a:pt x="426946" y="140621"/>
                  </a:lnTo>
                  <a:lnTo>
                    <a:pt x="466063" y="117269"/>
                  </a:lnTo>
                  <a:lnTo>
                    <a:pt x="506409" y="95841"/>
                  </a:lnTo>
                  <a:lnTo>
                    <a:pt x="547921" y="76400"/>
                  </a:lnTo>
                  <a:lnTo>
                    <a:pt x="590536" y="59010"/>
                  </a:lnTo>
                  <a:lnTo>
                    <a:pt x="634189" y="43733"/>
                  </a:lnTo>
                  <a:lnTo>
                    <a:pt x="678819" y="30633"/>
                  </a:lnTo>
                  <a:lnTo>
                    <a:pt x="724362" y="19774"/>
                  </a:lnTo>
                  <a:lnTo>
                    <a:pt x="770755" y="11217"/>
                  </a:lnTo>
                  <a:lnTo>
                    <a:pt x="817934" y="5027"/>
                  </a:lnTo>
                  <a:lnTo>
                    <a:pt x="865837" y="1267"/>
                  </a:lnTo>
                  <a:lnTo>
                    <a:pt x="914399" y="0"/>
                  </a:lnTo>
                  <a:lnTo>
                    <a:pt x="962755" y="1278"/>
                  </a:lnTo>
                  <a:lnTo>
                    <a:pt x="1010754" y="5087"/>
                  </a:lnTo>
                  <a:lnTo>
                    <a:pt x="1058307" y="11391"/>
                  </a:lnTo>
                  <a:lnTo>
                    <a:pt x="1105321" y="20150"/>
                  </a:lnTo>
                  <a:lnTo>
                    <a:pt x="1151708" y="31327"/>
                  </a:lnTo>
                  <a:lnTo>
                    <a:pt x="1197374" y="44885"/>
                  </a:lnTo>
                  <a:lnTo>
                    <a:pt x="1242230" y="60787"/>
                  </a:lnTo>
                  <a:lnTo>
                    <a:pt x="1286184" y="78993"/>
                  </a:lnTo>
                  <a:lnTo>
                    <a:pt x="1329146" y="99467"/>
                  </a:lnTo>
                  <a:lnTo>
                    <a:pt x="1371024" y="122171"/>
                  </a:lnTo>
                  <a:lnTo>
                    <a:pt x="1411727" y="147067"/>
                  </a:lnTo>
                  <a:lnTo>
                    <a:pt x="1451166" y="174118"/>
                  </a:lnTo>
                  <a:lnTo>
                    <a:pt x="1489247" y="203286"/>
                  </a:lnTo>
                  <a:lnTo>
                    <a:pt x="1525882" y="234533"/>
                  </a:lnTo>
                  <a:lnTo>
                    <a:pt x="1560978" y="267821"/>
                  </a:lnTo>
                  <a:lnTo>
                    <a:pt x="1594266" y="302917"/>
                  </a:lnTo>
                  <a:lnTo>
                    <a:pt x="1625513" y="339552"/>
                  </a:lnTo>
                  <a:lnTo>
                    <a:pt x="1654681" y="377633"/>
                  </a:lnTo>
                  <a:lnTo>
                    <a:pt x="1681732" y="417072"/>
                  </a:lnTo>
                  <a:lnTo>
                    <a:pt x="1706628" y="457775"/>
                  </a:lnTo>
                  <a:lnTo>
                    <a:pt x="1729332" y="499653"/>
                  </a:lnTo>
                  <a:lnTo>
                    <a:pt x="1749806" y="542615"/>
                  </a:lnTo>
                  <a:lnTo>
                    <a:pt x="1768012" y="586569"/>
                  </a:lnTo>
                  <a:lnTo>
                    <a:pt x="1783913" y="631425"/>
                  </a:lnTo>
                  <a:lnTo>
                    <a:pt x="1797472" y="677091"/>
                  </a:lnTo>
                  <a:lnTo>
                    <a:pt x="1808649" y="723478"/>
                  </a:lnTo>
                  <a:lnTo>
                    <a:pt x="1817408" y="770492"/>
                  </a:lnTo>
                  <a:lnTo>
                    <a:pt x="1823712" y="818045"/>
                  </a:lnTo>
                  <a:lnTo>
                    <a:pt x="1827521" y="866044"/>
                  </a:lnTo>
                  <a:lnTo>
                    <a:pt x="1828799" y="914399"/>
                  </a:lnTo>
                  <a:lnTo>
                    <a:pt x="1827532" y="962962"/>
                  </a:lnTo>
                  <a:lnTo>
                    <a:pt x="1823772" y="1010865"/>
                  </a:lnTo>
                  <a:lnTo>
                    <a:pt x="1817582" y="1058044"/>
                  </a:lnTo>
                  <a:lnTo>
                    <a:pt x="1809025" y="1104437"/>
                  </a:lnTo>
                  <a:lnTo>
                    <a:pt x="1798166" y="1149980"/>
                  </a:lnTo>
                  <a:lnTo>
                    <a:pt x="1785066" y="1194610"/>
                  </a:lnTo>
                  <a:lnTo>
                    <a:pt x="1769789" y="1238263"/>
                  </a:lnTo>
                  <a:lnTo>
                    <a:pt x="1752399" y="1280878"/>
                  </a:lnTo>
                  <a:lnTo>
                    <a:pt x="1732958" y="1322390"/>
                  </a:lnTo>
                  <a:lnTo>
                    <a:pt x="1711530" y="1362736"/>
                  </a:lnTo>
                  <a:lnTo>
                    <a:pt x="1688178" y="1401853"/>
                  </a:lnTo>
                  <a:lnTo>
                    <a:pt x="1662965" y="1439678"/>
                  </a:lnTo>
                  <a:lnTo>
                    <a:pt x="1635955" y="1476148"/>
                  </a:lnTo>
                  <a:lnTo>
                    <a:pt x="1607210" y="1511199"/>
                  </a:lnTo>
                  <a:lnTo>
                    <a:pt x="1576793" y="1544769"/>
                  </a:lnTo>
                  <a:lnTo>
                    <a:pt x="1544769" y="1576793"/>
                  </a:lnTo>
                  <a:lnTo>
                    <a:pt x="1511199" y="1607210"/>
                  </a:lnTo>
                  <a:lnTo>
                    <a:pt x="1476148" y="1635955"/>
                  </a:lnTo>
                  <a:lnTo>
                    <a:pt x="1439678" y="1662965"/>
                  </a:lnTo>
                  <a:lnTo>
                    <a:pt x="1401853" y="1688178"/>
                  </a:lnTo>
                  <a:lnTo>
                    <a:pt x="1362736" y="1711530"/>
                  </a:lnTo>
                  <a:lnTo>
                    <a:pt x="1322390" y="1732958"/>
                  </a:lnTo>
                  <a:lnTo>
                    <a:pt x="1280878" y="1752399"/>
                  </a:lnTo>
                  <a:lnTo>
                    <a:pt x="1238263" y="1769789"/>
                  </a:lnTo>
                  <a:lnTo>
                    <a:pt x="1194610" y="1785066"/>
                  </a:lnTo>
                  <a:lnTo>
                    <a:pt x="1149980" y="1798166"/>
                  </a:lnTo>
                  <a:lnTo>
                    <a:pt x="1104437" y="1809025"/>
                  </a:lnTo>
                  <a:lnTo>
                    <a:pt x="1058044" y="1817582"/>
                  </a:lnTo>
                  <a:lnTo>
                    <a:pt x="1010865" y="1823772"/>
                  </a:lnTo>
                  <a:lnTo>
                    <a:pt x="962962" y="1827532"/>
                  </a:lnTo>
                  <a:lnTo>
                    <a:pt x="914399" y="1828799"/>
                  </a:lnTo>
                  <a:close/>
                </a:path>
              </a:pathLst>
            </a:custGeom>
            <a:solidFill>
              <a:srgbClr val="D1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12099" y="3760299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399"/>
                  </a:moveTo>
                  <a:lnTo>
                    <a:pt x="1267" y="865837"/>
                  </a:lnTo>
                  <a:lnTo>
                    <a:pt x="5027" y="817934"/>
                  </a:lnTo>
                  <a:lnTo>
                    <a:pt x="11217" y="770755"/>
                  </a:lnTo>
                  <a:lnTo>
                    <a:pt x="19774" y="724362"/>
                  </a:lnTo>
                  <a:lnTo>
                    <a:pt x="30633" y="678819"/>
                  </a:lnTo>
                  <a:lnTo>
                    <a:pt x="43733" y="634189"/>
                  </a:lnTo>
                  <a:lnTo>
                    <a:pt x="59010" y="590536"/>
                  </a:lnTo>
                  <a:lnTo>
                    <a:pt x="76400" y="547921"/>
                  </a:lnTo>
                  <a:lnTo>
                    <a:pt x="95841" y="506409"/>
                  </a:lnTo>
                  <a:lnTo>
                    <a:pt x="117269" y="466063"/>
                  </a:lnTo>
                  <a:lnTo>
                    <a:pt x="140621" y="426946"/>
                  </a:lnTo>
                  <a:lnTo>
                    <a:pt x="165834" y="389121"/>
                  </a:lnTo>
                  <a:lnTo>
                    <a:pt x="192844" y="352651"/>
                  </a:lnTo>
                  <a:lnTo>
                    <a:pt x="221589" y="317600"/>
                  </a:lnTo>
                  <a:lnTo>
                    <a:pt x="252006" y="284030"/>
                  </a:lnTo>
                  <a:lnTo>
                    <a:pt x="284030" y="252006"/>
                  </a:lnTo>
                  <a:lnTo>
                    <a:pt x="317600" y="221589"/>
                  </a:lnTo>
                  <a:lnTo>
                    <a:pt x="352651" y="192844"/>
                  </a:lnTo>
                  <a:lnTo>
                    <a:pt x="389121" y="165834"/>
                  </a:lnTo>
                  <a:lnTo>
                    <a:pt x="426946" y="140621"/>
                  </a:lnTo>
                  <a:lnTo>
                    <a:pt x="466063" y="117269"/>
                  </a:lnTo>
                  <a:lnTo>
                    <a:pt x="506409" y="95841"/>
                  </a:lnTo>
                  <a:lnTo>
                    <a:pt x="547921" y="76400"/>
                  </a:lnTo>
                  <a:lnTo>
                    <a:pt x="590536" y="59010"/>
                  </a:lnTo>
                  <a:lnTo>
                    <a:pt x="634189" y="43733"/>
                  </a:lnTo>
                  <a:lnTo>
                    <a:pt x="678819" y="30633"/>
                  </a:lnTo>
                  <a:lnTo>
                    <a:pt x="724362" y="19774"/>
                  </a:lnTo>
                  <a:lnTo>
                    <a:pt x="770755" y="11217"/>
                  </a:lnTo>
                  <a:lnTo>
                    <a:pt x="817934" y="5027"/>
                  </a:lnTo>
                  <a:lnTo>
                    <a:pt x="865837" y="1267"/>
                  </a:lnTo>
                  <a:lnTo>
                    <a:pt x="914399" y="0"/>
                  </a:lnTo>
                  <a:lnTo>
                    <a:pt x="962755" y="1278"/>
                  </a:lnTo>
                  <a:lnTo>
                    <a:pt x="1010754" y="5087"/>
                  </a:lnTo>
                  <a:lnTo>
                    <a:pt x="1058307" y="11391"/>
                  </a:lnTo>
                  <a:lnTo>
                    <a:pt x="1105321" y="20150"/>
                  </a:lnTo>
                  <a:lnTo>
                    <a:pt x="1151708" y="31327"/>
                  </a:lnTo>
                  <a:lnTo>
                    <a:pt x="1197374" y="44885"/>
                  </a:lnTo>
                  <a:lnTo>
                    <a:pt x="1242230" y="60787"/>
                  </a:lnTo>
                  <a:lnTo>
                    <a:pt x="1286184" y="78993"/>
                  </a:lnTo>
                  <a:lnTo>
                    <a:pt x="1329146" y="99467"/>
                  </a:lnTo>
                  <a:lnTo>
                    <a:pt x="1371024" y="122171"/>
                  </a:lnTo>
                  <a:lnTo>
                    <a:pt x="1411727" y="147067"/>
                  </a:lnTo>
                  <a:lnTo>
                    <a:pt x="1451166" y="174118"/>
                  </a:lnTo>
                  <a:lnTo>
                    <a:pt x="1489247" y="203286"/>
                  </a:lnTo>
                  <a:lnTo>
                    <a:pt x="1525882" y="234533"/>
                  </a:lnTo>
                  <a:lnTo>
                    <a:pt x="1560978" y="267821"/>
                  </a:lnTo>
                  <a:lnTo>
                    <a:pt x="1594266" y="302917"/>
                  </a:lnTo>
                  <a:lnTo>
                    <a:pt x="1625513" y="339552"/>
                  </a:lnTo>
                  <a:lnTo>
                    <a:pt x="1654681" y="377633"/>
                  </a:lnTo>
                  <a:lnTo>
                    <a:pt x="1681732" y="417072"/>
                  </a:lnTo>
                  <a:lnTo>
                    <a:pt x="1706628" y="457775"/>
                  </a:lnTo>
                  <a:lnTo>
                    <a:pt x="1729332" y="499653"/>
                  </a:lnTo>
                  <a:lnTo>
                    <a:pt x="1749806" y="542615"/>
                  </a:lnTo>
                  <a:lnTo>
                    <a:pt x="1768012" y="586569"/>
                  </a:lnTo>
                  <a:lnTo>
                    <a:pt x="1783914" y="631425"/>
                  </a:lnTo>
                  <a:lnTo>
                    <a:pt x="1797472" y="677091"/>
                  </a:lnTo>
                  <a:lnTo>
                    <a:pt x="1808649" y="723478"/>
                  </a:lnTo>
                  <a:lnTo>
                    <a:pt x="1817408" y="770492"/>
                  </a:lnTo>
                  <a:lnTo>
                    <a:pt x="1823712" y="818045"/>
                  </a:lnTo>
                  <a:lnTo>
                    <a:pt x="1827521" y="866044"/>
                  </a:lnTo>
                  <a:lnTo>
                    <a:pt x="1828799" y="914399"/>
                  </a:lnTo>
                  <a:lnTo>
                    <a:pt x="1827532" y="962962"/>
                  </a:lnTo>
                  <a:lnTo>
                    <a:pt x="1823772" y="1010865"/>
                  </a:lnTo>
                  <a:lnTo>
                    <a:pt x="1817582" y="1058044"/>
                  </a:lnTo>
                  <a:lnTo>
                    <a:pt x="1809025" y="1104437"/>
                  </a:lnTo>
                  <a:lnTo>
                    <a:pt x="1798166" y="1149980"/>
                  </a:lnTo>
                  <a:lnTo>
                    <a:pt x="1785066" y="1194610"/>
                  </a:lnTo>
                  <a:lnTo>
                    <a:pt x="1769789" y="1238263"/>
                  </a:lnTo>
                  <a:lnTo>
                    <a:pt x="1752399" y="1280878"/>
                  </a:lnTo>
                  <a:lnTo>
                    <a:pt x="1732958" y="1322390"/>
                  </a:lnTo>
                  <a:lnTo>
                    <a:pt x="1711530" y="1362736"/>
                  </a:lnTo>
                  <a:lnTo>
                    <a:pt x="1688178" y="1401853"/>
                  </a:lnTo>
                  <a:lnTo>
                    <a:pt x="1662965" y="1439678"/>
                  </a:lnTo>
                  <a:lnTo>
                    <a:pt x="1635955" y="1476148"/>
                  </a:lnTo>
                  <a:lnTo>
                    <a:pt x="1607210" y="1511199"/>
                  </a:lnTo>
                  <a:lnTo>
                    <a:pt x="1576793" y="1544769"/>
                  </a:lnTo>
                  <a:lnTo>
                    <a:pt x="1544769" y="1576793"/>
                  </a:lnTo>
                  <a:lnTo>
                    <a:pt x="1511199" y="1607210"/>
                  </a:lnTo>
                  <a:lnTo>
                    <a:pt x="1476148" y="1635955"/>
                  </a:lnTo>
                  <a:lnTo>
                    <a:pt x="1439678" y="1662965"/>
                  </a:lnTo>
                  <a:lnTo>
                    <a:pt x="1401853" y="1688178"/>
                  </a:lnTo>
                  <a:lnTo>
                    <a:pt x="1362736" y="1711530"/>
                  </a:lnTo>
                  <a:lnTo>
                    <a:pt x="1322390" y="1732958"/>
                  </a:lnTo>
                  <a:lnTo>
                    <a:pt x="1280878" y="1752399"/>
                  </a:lnTo>
                  <a:lnTo>
                    <a:pt x="1238263" y="1769789"/>
                  </a:lnTo>
                  <a:lnTo>
                    <a:pt x="1194610" y="1785066"/>
                  </a:lnTo>
                  <a:lnTo>
                    <a:pt x="1149980" y="1798166"/>
                  </a:lnTo>
                  <a:lnTo>
                    <a:pt x="1104437" y="1809025"/>
                  </a:lnTo>
                  <a:lnTo>
                    <a:pt x="1058044" y="1817582"/>
                  </a:lnTo>
                  <a:lnTo>
                    <a:pt x="1010865" y="1823772"/>
                  </a:lnTo>
                  <a:lnTo>
                    <a:pt x="962962" y="1827532"/>
                  </a:lnTo>
                  <a:lnTo>
                    <a:pt x="914399" y="1828799"/>
                  </a:lnTo>
                  <a:lnTo>
                    <a:pt x="865837" y="1827532"/>
                  </a:lnTo>
                  <a:lnTo>
                    <a:pt x="817934" y="1823772"/>
                  </a:lnTo>
                  <a:lnTo>
                    <a:pt x="770755" y="1817582"/>
                  </a:lnTo>
                  <a:lnTo>
                    <a:pt x="724362" y="1809025"/>
                  </a:lnTo>
                  <a:lnTo>
                    <a:pt x="678819" y="1798166"/>
                  </a:lnTo>
                  <a:lnTo>
                    <a:pt x="634189" y="1785066"/>
                  </a:lnTo>
                  <a:lnTo>
                    <a:pt x="590536" y="1769789"/>
                  </a:lnTo>
                  <a:lnTo>
                    <a:pt x="547921" y="1752399"/>
                  </a:lnTo>
                  <a:lnTo>
                    <a:pt x="506409" y="1732958"/>
                  </a:lnTo>
                  <a:lnTo>
                    <a:pt x="466063" y="1711530"/>
                  </a:lnTo>
                  <a:lnTo>
                    <a:pt x="426946" y="1688178"/>
                  </a:lnTo>
                  <a:lnTo>
                    <a:pt x="389121" y="1662965"/>
                  </a:lnTo>
                  <a:lnTo>
                    <a:pt x="352651" y="1635955"/>
                  </a:lnTo>
                  <a:lnTo>
                    <a:pt x="317600" y="1607210"/>
                  </a:lnTo>
                  <a:lnTo>
                    <a:pt x="284030" y="1576793"/>
                  </a:lnTo>
                  <a:lnTo>
                    <a:pt x="252006" y="1544769"/>
                  </a:lnTo>
                  <a:lnTo>
                    <a:pt x="221589" y="1511199"/>
                  </a:lnTo>
                  <a:lnTo>
                    <a:pt x="192844" y="1476148"/>
                  </a:lnTo>
                  <a:lnTo>
                    <a:pt x="165834" y="1439678"/>
                  </a:lnTo>
                  <a:lnTo>
                    <a:pt x="140621" y="1401853"/>
                  </a:lnTo>
                  <a:lnTo>
                    <a:pt x="117269" y="1362736"/>
                  </a:lnTo>
                  <a:lnTo>
                    <a:pt x="95841" y="1322390"/>
                  </a:lnTo>
                  <a:lnTo>
                    <a:pt x="76400" y="1280878"/>
                  </a:lnTo>
                  <a:lnTo>
                    <a:pt x="59010" y="1238263"/>
                  </a:lnTo>
                  <a:lnTo>
                    <a:pt x="43733" y="1194610"/>
                  </a:lnTo>
                  <a:lnTo>
                    <a:pt x="30633" y="1149980"/>
                  </a:lnTo>
                  <a:lnTo>
                    <a:pt x="19774" y="1104437"/>
                  </a:lnTo>
                  <a:lnTo>
                    <a:pt x="11217" y="1058044"/>
                  </a:lnTo>
                  <a:lnTo>
                    <a:pt x="5027" y="1010865"/>
                  </a:lnTo>
                  <a:lnTo>
                    <a:pt x="1267" y="962962"/>
                  </a:lnTo>
                  <a:lnTo>
                    <a:pt x="0" y="914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917679" y="4317449"/>
            <a:ext cx="817880" cy="6940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6830" marR="5080" indent="-24765">
              <a:lnSpc>
                <a:spcPts val="2630"/>
              </a:lnSpc>
              <a:spcBef>
                <a:spcPts val="195"/>
              </a:spcBef>
            </a:pPr>
            <a:r>
              <a:rPr sz="2200" spc="70" dirty="0">
                <a:latin typeface="Tahoma"/>
                <a:cs typeface="Tahoma"/>
              </a:rPr>
              <a:t>BE</a:t>
            </a:r>
            <a:r>
              <a:rPr sz="2200" spc="15" dirty="0">
                <a:latin typeface="Tahoma"/>
                <a:cs typeface="Tahoma"/>
              </a:rPr>
              <a:t>R</a:t>
            </a:r>
            <a:r>
              <a:rPr sz="2200" spc="-120" dirty="0">
                <a:latin typeface="Tahoma"/>
                <a:cs typeface="Tahoma"/>
              </a:rPr>
              <a:t>T*  </a:t>
            </a:r>
            <a:r>
              <a:rPr sz="2200" spc="135" dirty="0">
                <a:latin typeface="Tahoma"/>
                <a:cs typeface="Tahoma"/>
              </a:rPr>
              <a:t>110M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18987" y="0"/>
            <a:ext cx="12569190" cy="10296525"/>
            <a:chOff x="5718987" y="0"/>
            <a:chExt cx="12569190" cy="10296525"/>
          </a:xfrm>
        </p:grpSpPr>
        <p:sp>
          <p:nvSpPr>
            <p:cNvPr id="7" name="object 7"/>
            <p:cNvSpPr/>
            <p:nvPr/>
          </p:nvSpPr>
          <p:spPr>
            <a:xfrm>
              <a:off x="5723749" y="0"/>
              <a:ext cx="12564745" cy="10287000"/>
            </a:xfrm>
            <a:custGeom>
              <a:avLst/>
              <a:gdLst/>
              <a:ahLst/>
              <a:cxnLst/>
              <a:rect l="l" t="t" r="r" b="b"/>
              <a:pathLst>
                <a:path w="12564744" h="10287000">
                  <a:moveTo>
                    <a:pt x="12564249" y="10286999"/>
                  </a:moveTo>
                  <a:lnTo>
                    <a:pt x="877382" y="10286999"/>
                  </a:lnTo>
                  <a:lnTo>
                    <a:pt x="843697" y="10181651"/>
                  </a:lnTo>
                  <a:lnTo>
                    <a:pt x="800950" y="10044215"/>
                  </a:lnTo>
                  <a:lnTo>
                    <a:pt x="759257" y="9906318"/>
                  </a:lnTo>
                  <a:lnTo>
                    <a:pt x="718623" y="9767964"/>
                  </a:lnTo>
                  <a:lnTo>
                    <a:pt x="679052" y="9629159"/>
                  </a:lnTo>
                  <a:lnTo>
                    <a:pt x="640549" y="9489907"/>
                  </a:lnTo>
                  <a:lnTo>
                    <a:pt x="603120" y="9350213"/>
                  </a:lnTo>
                  <a:lnTo>
                    <a:pt x="566767" y="9210082"/>
                  </a:lnTo>
                  <a:lnTo>
                    <a:pt x="531498" y="9069517"/>
                  </a:lnTo>
                  <a:lnTo>
                    <a:pt x="497315" y="8928525"/>
                  </a:lnTo>
                  <a:lnTo>
                    <a:pt x="464223" y="8787109"/>
                  </a:lnTo>
                  <a:lnTo>
                    <a:pt x="432228" y="8645275"/>
                  </a:lnTo>
                  <a:lnTo>
                    <a:pt x="401335" y="8503027"/>
                  </a:lnTo>
                  <a:lnTo>
                    <a:pt x="371547" y="8360369"/>
                  </a:lnTo>
                  <a:lnTo>
                    <a:pt x="342869" y="8217307"/>
                  </a:lnTo>
                  <a:lnTo>
                    <a:pt x="315307" y="8073845"/>
                  </a:lnTo>
                  <a:lnTo>
                    <a:pt x="288865" y="7929988"/>
                  </a:lnTo>
                  <a:lnTo>
                    <a:pt x="263547" y="7785741"/>
                  </a:lnTo>
                  <a:lnTo>
                    <a:pt x="239359" y="7641108"/>
                  </a:lnTo>
                  <a:lnTo>
                    <a:pt x="216304" y="7496094"/>
                  </a:lnTo>
                  <a:lnTo>
                    <a:pt x="194389" y="7350704"/>
                  </a:lnTo>
                  <a:lnTo>
                    <a:pt x="173617" y="7204942"/>
                  </a:lnTo>
                  <a:lnTo>
                    <a:pt x="153993" y="7058813"/>
                  </a:lnTo>
                  <a:lnTo>
                    <a:pt x="135521" y="6912322"/>
                  </a:lnTo>
                  <a:lnTo>
                    <a:pt x="118208" y="6765474"/>
                  </a:lnTo>
                  <a:lnTo>
                    <a:pt x="102057" y="6618273"/>
                  </a:lnTo>
                  <a:lnTo>
                    <a:pt x="87072" y="6470723"/>
                  </a:lnTo>
                  <a:lnTo>
                    <a:pt x="73260" y="6322831"/>
                  </a:lnTo>
                  <a:lnTo>
                    <a:pt x="60624" y="6174600"/>
                  </a:lnTo>
                  <a:lnTo>
                    <a:pt x="49169" y="6026035"/>
                  </a:lnTo>
                  <a:lnTo>
                    <a:pt x="38899" y="5877140"/>
                  </a:lnTo>
                  <a:lnTo>
                    <a:pt x="29821" y="5727922"/>
                  </a:lnTo>
                  <a:lnTo>
                    <a:pt x="21937" y="5578383"/>
                  </a:lnTo>
                  <a:lnTo>
                    <a:pt x="15254" y="5428530"/>
                  </a:lnTo>
                  <a:lnTo>
                    <a:pt x="9775" y="5278365"/>
                  </a:lnTo>
                  <a:lnTo>
                    <a:pt x="5505" y="5127896"/>
                  </a:lnTo>
                  <a:lnTo>
                    <a:pt x="2450" y="4977125"/>
                  </a:lnTo>
                  <a:lnTo>
                    <a:pt x="613" y="4826058"/>
                  </a:lnTo>
                  <a:lnTo>
                    <a:pt x="0" y="4674700"/>
                  </a:lnTo>
                  <a:lnTo>
                    <a:pt x="613" y="4523341"/>
                  </a:lnTo>
                  <a:lnTo>
                    <a:pt x="2450" y="4372274"/>
                  </a:lnTo>
                  <a:lnTo>
                    <a:pt x="5505" y="4221503"/>
                  </a:lnTo>
                  <a:lnTo>
                    <a:pt x="9775" y="4071034"/>
                  </a:lnTo>
                  <a:lnTo>
                    <a:pt x="15254" y="3920870"/>
                  </a:lnTo>
                  <a:lnTo>
                    <a:pt x="21937" y="3771016"/>
                  </a:lnTo>
                  <a:lnTo>
                    <a:pt x="29821" y="3621477"/>
                  </a:lnTo>
                  <a:lnTo>
                    <a:pt x="38899" y="3472259"/>
                  </a:lnTo>
                  <a:lnTo>
                    <a:pt x="49169" y="3323364"/>
                  </a:lnTo>
                  <a:lnTo>
                    <a:pt x="60624" y="3174799"/>
                  </a:lnTo>
                  <a:lnTo>
                    <a:pt x="73260" y="3026568"/>
                  </a:lnTo>
                  <a:lnTo>
                    <a:pt x="87072" y="2878676"/>
                  </a:lnTo>
                  <a:lnTo>
                    <a:pt x="102057" y="2731126"/>
                  </a:lnTo>
                  <a:lnTo>
                    <a:pt x="118208" y="2583925"/>
                  </a:lnTo>
                  <a:lnTo>
                    <a:pt x="135521" y="2437077"/>
                  </a:lnTo>
                  <a:lnTo>
                    <a:pt x="153993" y="2290586"/>
                  </a:lnTo>
                  <a:lnTo>
                    <a:pt x="173617" y="2144457"/>
                  </a:lnTo>
                  <a:lnTo>
                    <a:pt x="194389" y="1998695"/>
                  </a:lnTo>
                  <a:lnTo>
                    <a:pt x="216304" y="1853305"/>
                  </a:lnTo>
                  <a:lnTo>
                    <a:pt x="239359" y="1708291"/>
                  </a:lnTo>
                  <a:lnTo>
                    <a:pt x="263547" y="1563658"/>
                  </a:lnTo>
                  <a:lnTo>
                    <a:pt x="288865" y="1419411"/>
                  </a:lnTo>
                  <a:lnTo>
                    <a:pt x="315307" y="1275554"/>
                  </a:lnTo>
                  <a:lnTo>
                    <a:pt x="342869" y="1132092"/>
                  </a:lnTo>
                  <a:lnTo>
                    <a:pt x="371547" y="989030"/>
                  </a:lnTo>
                  <a:lnTo>
                    <a:pt x="401335" y="846372"/>
                  </a:lnTo>
                  <a:lnTo>
                    <a:pt x="432228" y="704124"/>
                  </a:lnTo>
                  <a:lnTo>
                    <a:pt x="464223" y="562290"/>
                  </a:lnTo>
                  <a:lnTo>
                    <a:pt x="497315" y="420874"/>
                  </a:lnTo>
                  <a:lnTo>
                    <a:pt x="531498" y="279881"/>
                  </a:lnTo>
                  <a:lnTo>
                    <a:pt x="566767" y="139317"/>
                  </a:lnTo>
                  <a:lnTo>
                    <a:pt x="602908" y="0"/>
                  </a:lnTo>
                  <a:lnTo>
                    <a:pt x="12564249" y="0"/>
                  </a:lnTo>
                  <a:lnTo>
                    <a:pt x="12564249" y="10286999"/>
                  </a:lnTo>
                  <a:close/>
                </a:path>
              </a:pathLst>
            </a:custGeom>
            <a:solidFill>
              <a:srgbClr val="D1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23749" y="0"/>
              <a:ext cx="877569" cy="10287000"/>
            </a:xfrm>
            <a:custGeom>
              <a:avLst/>
              <a:gdLst/>
              <a:ahLst/>
              <a:cxnLst/>
              <a:rect l="l" t="t" r="r" b="b"/>
              <a:pathLst>
                <a:path w="877570" h="10287000">
                  <a:moveTo>
                    <a:pt x="0" y="4674700"/>
                  </a:moveTo>
                  <a:lnTo>
                    <a:pt x="613" y="4523341"/>
                  </a:lnTo>
                  <a:lnTo>
                    <a:pt x="2450" y="4372274"/>
                  </a:lnTo>
                  <a:lnTo>
                    <a:pt x="5505" y="4221503"/>
                  </a:lnTo>
                  <a:lnTo>
                    <a:pt x="9775" y="4071034"/>
                  </a:lnTo>
                  <a:lnTo>
                    <a:pt x="15254" y="3920870"/>
                  </a:lnTo>
                  <a:lnTo>
                    <a:pt x="21937" y="3771016"/>
                  </a:lnTo>
                  <a:lnTo>
                    <a:pt x="29821" y="3621477"/>
                  </a:lnTo>
                  <a:lnTo>
                    <a:pt x="38899" y="3472259"/>
                  </a:lnTo>
                  <a:lnTo>
                    <a:pt x="49169" y="3323364"/>
                  </a:lnTo>
                  <a:lnTo>
                    <a:pt x="60624" y="3174799"/>
                  </a:lnTo>
                  <a:lnTo>
                    <a:pt x="73260" y="3026568"/>
                  </a:lnTo>
                  <a:lnTo>
                    <a:pt x="87072" y="2878676"/>
                  </a:lnTo>
                  <a:lnTo>
                    <a:pt x="102057" y="2731126"/>
                  </a:lnTo>
                  <a:lnTo>
                    <a:pt x="118208" y="2583925"/>
                  </a:lnTo>
                  <a:lnTo>
                    <a:pt x="135521" y="2437077"/>
                  </a:lnTo>
                  <a:lnTo>
                    <a:pt x="153993" y="2290586"/>
                  </a:lnTo>
                  <a:lnTo>
                    <a:pt x="173617" y="2144457"/>
                  </a:lnTo>
                  <a:lnTo>
                    <a:pt x="194389" y="1998695"/>
                  </a:lnTo>
                  <a:lnTo>
                    <a:pt x="216304" y="1853305"/>
                  </a:lnTo>
                  <a:lnTo>
                    <a:pt x="239359" y="1708291"/>
                  </a:lnTo>
                  <a:lnTo>
                    <a:pt x="263547" y="1563658"/>
                  </a:lnTo>
                  <a:lnTo>
                    <a:pt x="288865" y="1419411"/>
                  </a:lnTo>
                  <a:lnTo>
                    <a:pt x="315307" y="1275554"/>
                  </a:lnTo>
                  <a:lnTo>
                    <a:pt x="342869" y="1132092"/>
                  </a:lnTo>
                  <a:lnTo>
                    <a:pt x="371547" y="989030"/>
                  </a:lnTo>
                  <a:lnTo>
                    <a:pt x="401335" y="846372"/>
                  </a:lnTo>
                  <a:lnTo>
                    <a:pt x="432228" y="704124"/>
                  </a:lnTo>
                  <a:lnTo>
                    <a:pt x="464223" y="562290"/>
                  </a:lnTo>
                  <a:lnTo>
                    <a:pt x="497315" y="420874"/>
                  </a:lnTo>
                  <a:lnTo>
                    <a:pt x="531498" y="279881"/>
                  </a:lnTo>
                  <a:lnTo>
                    <a:pt x="566767" y="139317"/>
                  </a:lnTo>
                  <a:lnTo>
                    <a:pt x="602908" y="0"/>
                  </a:lnTo>
                </a:path>
                <a:path w="877570" h="10287000">
                  <a:moveTo>
                    <a:pt x="877382" y="10286999"/>
                  </a:moveTo>
                  <a:lnTo>
                    <a:pt x="843697" y="10181651"/>
                  </a:lnTo>
                  <a:lnTo>
                    <a:pt x="800950" y="10044215"/>
                  </a:lnTo>
                  <a:lnTo>
                    <a:pt x="759257" y="9906318"/>
                  </a:lnTo>
                  <a:lnTo>
                    <a:pt x="718623" y="9767964"/>
                  </a:lnTo>
                  <a:lnTo>
                    <a:pt x="679052" y="9629159"/>
                  </a:lnTo>
                  <a:lnTo>
                    <a:pt x="640549" y="9489907"/>
                  </a:lnTo>
                  <a:lnTo>
                    <a:pt x="603120" y="9350213"/>
                  </a:lnTo>
                  <a:lnTo>
                    <a:pt x="566767" y="9210082"/>
                  </a:lnTo>
                  <a:lnTo>
                    <a:pt x="531498" y="9069517"/>
                  </a:lnTo>
                  <a:lnTo>
                    <a:pt x="497315" y="8928525"/>
                  </a:lnTo>
                  <a:lnTo>
                    <a:pt x="464223" y="8787109"/>
                  </a:lnTo>
                  <a:lnTo>
                    <a:pt x="432228" y="8645275"/>
                  </a:lnTo>
                  <a:lnTo>
                    <a:pt x="401335" y="8503027"/>
                  </a:lnTo>
                  <a:lnTo>
                    <a:pt x="371547" y="8360369"/>
                  </a:lnTo>
                  <a:lnTo>
                    <a:pt x="342869" y="8217307"/>
                  </a:lnTo>
                  <a:lnTo>
                    <a:pt x="315307" y="8073845"/>
                  </a:lnTo>
                  <a:lnTo>
                    <a:pt x="288865" y="7929988"/>
                  </a:lnTo>
                  <a:lnTo>
                    <a:pt x="263547" y="7785741"/>
                  </a:lnTo>
                  <a:lnTo>
                    <a:pt x="239359" y="7641108"/>
                  </a:lnTo>
                  <a:lnTo>
                    <a:pt x="216304" y="7496094"/>
                  </a:lnTo>
                  <a:lnTo>
                    <a:pt x="194389" y="7350704"/>
                  </a:lnTo>
                  <a:lnTo>
                    <a:pt x="173617" y="7204942"/>
                  </a:lnTo>
                  <a:lnTo>
                    <a:pt x="153993" y="7058813"/>
                  </a:lnTo>
                  <a:lnTo>
                    <a:pt x="135521" y="6912322"/>
                  </a:lnTo>
                  <a:lnTo>
                    <a:pt x="118208" y="6765474"/>
                  </a:lnTo>
                  <a:lnTo>
                    <a:pt x="102057" y="6618273"/>
                  </a:lnTo>
                  <a:lnTo>
                    <a:pt x="87072" y="6470723"/>
                  </a:lnTo>
                  <a:lnTo>
                    <a:pt x="73260" y="6322831"/>
                  </a:lnTo>
                  <a:lnTo>
                    <a:pt x="60624" y="6174600"/>
                  </a:lnTo>
                  <a:lnTo>
                    <a:pt x="49169" y="6026035"/>
                  </a:lnTo>
                  <a:lnTo>
                    <a:pt x="38899" y="5877140"/>
                  </a:lnTo>
                  <a:lnTo>
                    <a:pt x="29821" y="5727922"/>
                  </a:lnTo>
                  <a:lnTo>
                    <a:pt x="21937" y="5578383"/>
                  </a:lnTo>
                  <a:lnTo>
                    <a:pt x="15254" y="5428530"/>
                  </a:lnTo>
                  <a:lnTo>
                    <a:pt x="9775" y="5278365"/>
                  </a:lnTo>
                  <a:lnTo>
                    <a:pt x="5505" y="5127896"/>
                  </a:lnTo>
                  <a:lnTo>
                    <a:pt x="2450" y="4977125"/>
                  </a:lnTo>
                  <a:lnTo>
                    <a:pt x="613" y="4826058"/>
                  </a:lnTo>
                  <a:lnTo>
                    <a:pt x="0" y="467470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8275" y="8671799"/>
            <a:ext cx="13436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" dirty="0">
                <a:latin typeface="Tahoma"/>
                <a:cs typeface="Tahoma"/>
              </a:rPr>
              <a:t>*Bert-base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6924" y="322726"/>
            <a:ext cx="138366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dirty="0"/>
              <a:t>The</a:t>
            </a:r>
            <a:r>
              <a:rPr sz="5600" spc="-670" dirty="0"/>
              <a:t> </a:t>
            </a:r>
            <a:r>
              <a:rPr sz="5600" spc="10" dirty="0"/>
              <a:t>signiﬁcance</a:t>
            </a:r>
            <a:r>
              <a:rPr sz="5600" spc="-670" dirty="0"/>
              <a:t> </a:t>
            </a:r>
            <a:r>
              <a:rPr sz="5600" spc="85" dirty="0"/>
              <a:t>of</a:t>
            </a:r>
            <a:r>
              <a:rPr sz="5600" spc="-670" dirty="0"/>
              <a:t> </a:t>
            </a:r>
            <a:r>
              <a:rPr sz="5600" spc="-95" dirty="0"/>
              <a:t>scale:</a:t>
            </a:r>
            <a:r>
              <a:rPr sz="5600" spc="-670" dirty="0"/>
              <a:t> </a:t>
            </a:r>
            <a:r>
              <a:rPr sz="5600" spc="50" dirty="0"/>
              <a:t>application</a:t>
            </a:r>
            <a:r>
              <a:rPr sz="5600" spc="-670" dirty="0"/>
              <a:t> </a:t>
            </a:r>
            <a:r>
              <a:rPr sz="5600" spc="35" dirty="0"/>
              <a:t>building</a:t>
            </a:r>
            <a:endParaRPr sz="5600"/>
          </a:p>
        </p:txBody>
      </p:sp>
      <p:sp>
        <p:nvSpPr>
          <p:cNvPr id="11" name="object 11"/>
          <p:cNvSpPr txBox="1"/>
          <p:nvPr/>
        </p:nvSpPr>
        <p:spPr>
          <a:xfrm>
            <a:off x="3911231" y="7437551"/>
            <a:ext cx="13188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" marR="5080" indent="-222250">
              <a:lnSpc>
                <a:spcPct val="100000"/>
              </a:lnSpc>
              <a:spcBef>
                <a:spcPts val="100"/>
              </a:spcBef>
            </a:pPr>
            <a:r>
              <a:rPr sz="2800" spc="160" dirty="0">
                <a:latin typeface="Tahoma"/>
                <a:cs typeface="Tahoma"/>
              </a:rPr>
              <a:t>B</a:t>
            </a:r>
            <a:r>
              <a:rPr sz="2800" spc="-70" dirty="0">
                <a:latin typeface="Tahoma"/>
                <a:cs typeface="Tahoma"/>
              </a:rPr>
              <a:t>L</a:t>
            </a:r>
            <a:r>
              <a:rPr sz="2800" spc="235" dirty="0">
                <a:latin typeface="Tahoma"/>
                <a:cs typeface="Tahoma"/>
              </a:rPr>
              <a:t>OOM  </a:t>
            </a:r>
            <a:r>
              <a:rPr sz="2800" spc="110" dirty="0">
                <a:latin typeface="Tahoma"/>
                <a:cs typeface="Tahoma"/>
              </a:rPr>
              <a:t>176B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45399" y="7817118"/>
            <a:ext cx="913765" cy="164465"/>
            <a:chOff x="5445399" y="7817118"/>
            <a:chExt cx="913765" cy="164465"/>
          </a:xfrm>
        </p:grpSpPr>
        <p:sp>
          <p:nvSpPr>
            <p:cNvPr id="13" name="object 13"/>
            <p:cNvSpPr/>
            <p:nvPr/>
          </p:nvSpPr>
          <p:spPr>
            <a:xfrm>
              <a:off x="5445399" y="789910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60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7549" y="7817118"/>
              <a:ext cx="211001" cy="1639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8686" y="3996944"/>
            <a:ext cx="1013523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5855" marR="5080" indent="-2383790">
              <a:lnSpc>
                <a:spcPct val="100000"/>
              </a:lnSpc>
              <a:spcBef>
                <a:spcPts val="100"/>
              </a:spcBef>
            </a:pPr>
            <a:r>
              <a:rPr spc="434" dirty="0"/>
              <a:t>LLM</a:t>
            </a:r>
            <a:r>
              <a:rPr spc="-865" dirty="0"/>
              <a:t> </a:t>
            </a:r>
            <a:r>
              <a:rPr spc="80" dirty="0"/>
              <a:t>powered</a:t>
            </a:r>
            <a:r>
              <a:rPr spc="-865" dirty="0"/>
              <a:t> </a:t>
            </a:r>
            <a:r>
              <a:rPr spc="60" dirty="0"/>
              <a:t>application  </a:t>
            </a:r>
            <a:r>
              <a:rPr spc="90" dirty="0"/>
              <a:t>architectures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921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Building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5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sp>
        <p:nvSpPr>
          <p:cNvPr id="3" name="object 3"/>
          <p:cNvSpPr/>
          <p:nvPr/>
        </p:nvSpPr>
        <p:spPr>
          <a:xfrm>
            <a:off x="1615392" y="7464300"/>
            <a:ext cx="15005685" cy="846455"/>
          </a:xfrm>
          <a:custGeom>
            <a:avLst/>
            <a:gdLst/>
            <a:ahLst/>
            <a:cxnLst/>
            <a:rect l="l" t="t" r="r" b="b"/>
            <a:pathLst>
              <a:path w="15005685" h="846454">
                <a:moveTo>
                  <a:pt x="15005400" y="845999"/>
                </a:moveTo>
                <a:lnTo>
                  <a:pt x="0" y="845999"/>
                </a:lnTo>
                <a:lnTo>
                  <a:pt x="0" y="0"/>
                </a:lnTo>
                <a:lnTo>
                  <a:pt x="15005400" y="0"/>
                </a:lnTo>
                <a:lnTo>
                  <a:pt x="15005400" y="845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5392" y="7464300"/>
            <a:ext cx="15005685" cy="84645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3515" rIns="0" bIns="0" rtlCol="0">
            <a:spAutoFit/>
          </a:bodyPr>
          <a:lstStyle/>
          <a:p>
            <a:pPr marL="2389505">
              <a:lnSpc>
                <a:spcPct val="100000"/>
              </a:lnSpc>
              <a:spcBef>
                <a:spcPts val="1445"/>
              </a:spcBef>
            </a:pPr>
            <a:r>
              <a:rPr sz="2900" b="1" spc="-175" dirty="0">
                <a:latin typeface="Tahoma"/>
                <a:cs typeface="Tahoma"/>
              </a:rPr>
              <a:t>Infrastructure</a:t>
            </a:r>
            <a:r>
              <a:rPr sz="2900" b="1" spc="-270" dirty="0">
                <a:latin typeface="Tahoma"/>
                <a:cs typeface="Tahoma"/>
              </a:rPr>
              <a:t> </a:t>
            </a:r>
            <a:r>
              <a:rPr sz="2900" spc="-165" dirty="0">
                <a:latin typeface="Tahoma"/>
                <a:cs typeface="Tahoma"/>
              </a:rPr>
              <a:t>e.g.</a:t>
            </a:r>
            <a:r>
              <a:rPr sz="2900" spc="229" dirty="0">
                <a:latin typeface="Tahoma"/>
                <a:cs typeface="Tahoma"/>
              </a:rPr>
              <a:t> </a:t>
            </a:r>
            <a:r>
              <a:rPr sz="2900" spc="-45" dirty="0">
                <a:latin typeface="Tahoma"/>
                <a:cs typeface="Tahoma"/>
              </a:rPr>
              <a:t>Training/Fine-Tuning,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-30" dirty="0">
                <a:latin typeface="Tahoma"/>
                <a:cs typeface="Tahoma"/>
              </a:rPr>
              <a:t>Serving,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50" dirty="0">
                <a:latin typeface="Tahoma"/>
                <a:cs typeface="Tahoma"/>
              </a:rPr>
              <a:t>Application</a:t>
            </a:r>
            <a:r>
              <a:rPr sz="2900" spc="-345" dirty="0">
                <a:latin typeface="Tahoma"/>
                <a:cs typeface="Tahoma"/>
              </a:rPr>
              <a:t> </a:t>
            </a:r>
            <a:r>
              <a:rPr sz="2900" spc="30" dirty="0">
                <a:latin typeface="Tahoma"/>
                <a:cs typeface="Tahoma"/>
              </a:rPr>
              <a:t>Components</a:t>
            </a:r>
            <a:endParaRPr sz="29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750" y="7294874"/>
            <a:ext cx="1189649" cy="11896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921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Building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5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5803200" y="4550200"/>
            <a:ext cx="5078095" cy="2703195"/>
            <a:chOff x="5803200" y="4550200"/>
            <a:chExt cx="5078095" cy="2703195"/>
          </a:xfrm>
        </p:grpSpPr>
        <p:sp>
          <p:nvSpPr>
            <p:cNvPr id="4" name="object 4"/>
            <p:cNvSpPr/>
            <p:nvPr/>
          </p:nvSpPr>
          <p:spPr>
            <a:xfrm>
              <a:off x="5803200" y="4550200"/>
              <a:ext cx="5078095" cy="2703195"/>
            </a:xfrm>
            <a:custGeom>
              <a:avLst/>
              <a:gdLst/>
              <a:ahLst/>
              <a:cxnLst/>
              <a:rect l="l" t="t" r="r" b="b"/>
              <a:pathLst>
                <a:path w="5078095" h="2703195">
                  <a:moveTo>
                    <a:pt x="5077800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077800" y="0"/>
                  </a:lnTo>
                  <a:lnTo>
                    <a:pt x="5077800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82909" y="5213350"/>
              <a:ext cx="1874520" cy="1874520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937199" y="1874399"/>
                  </a:moveTo>
                  <a:lnTo>
                    <a:pt x="888971" y="1873180"/>
                  </a:lnTo>
                  <a:lnTo>
                    <a:pt x="841376" y="1869561"/>
                  </a:lnTo>
                  <a:lnTo>
                    <a:pt x="794473" y="1863601"/>
                  </a:lnTo>
                  <a:lnTo>
                    <a:pt x="748321" y="1855359"/>
                  </a:lnTo>
                  <a:lnTo>
                    <a:pt x="702978" y="1844894"/>
                  </a:lnTo>
                  <a:lnTo>
                    <a:pt x="658505" y="1832265"/>
                  </a:lnTo>
                  <a:lnTo>
                    <a:pt x="614958" y="1817530"/>
                  </a:lnTo>
                  <a:lnTo>
                    <a:pt x="572399" y="1800750"/>
                  </a:lnTo>
                  <a:lnTo>
                    <a:pt x="530884" y="1781981"/>
                  </a:lnTo>
                  <a:lnTo>
                    <a:pt x="490474" y="1761285"/>
                  </a:lnTo>
                  <a:lnTo>
                    <a:pt x="451227" y="1738718"/>
                  </a:lnTo>
                  <a:lnTo>
                    <a:pt x="413202" y="1714341"/>
                  </a:lnTo>
                  <a:lnTo>
                    <a:pt x="376457" y="1688211"/>
                  </a:lnTo>
                  <a:lnTo>
                    <a:pt x="341053" y="1660389"/>
                  </a:lnTo>
                  <a:lnTo>
                    <a:pt x="307047" y="1630932"/>
                  </a:lnTo>
                  <a:lnTo>
                    <a:pt x="274499" y="1599900"/>
                  </a:lnTo>
                  <a:lnTo>
                    <a:pt x="243467" y="1567352"/>
                  </a:lnTo>
                  <a:lnTo>
                    <a:pt x="214010" y="1533346"/>
                  </a:lnTo>
                  <a:lnTo>
                    <a:pt x="186188" y="1497941"/>
                  </a:lnTo>
                  <a:lnTo>
                    <a:pt x="160058" y="1461197"/>
                  </a:lnTo>
                  <a:lnTo>
                    <a:pt x="135681" y="1423172"/>
                  </a:lnTo>
                  <a:lnTo>
                    <a:pt x="113114" y="1383925"/>
                  </a:lnTo>
                  <a:lnTo>
                    <a:pt x="92417" y="1343515"/>
                  </a:lnTo>
                  <a:lnTo>
                    <a:pt x="73649" y="1302000"/>
                  </a:lnTo>
                  <a:lnTo>
                    <a:pt x="56868" y="1259440"/>
                  </a:lnTo>
                  <a:lnTo>
                    <a:pt x="42134" y="1215894"/>
                  </a:lnTo>
                  <a:lnTo>
                    <a:pt x="29505" y="1171420"/>
                  </a:lnTo>
                  <a:lnTo>
                    <a:pt x="19040" y="1126078"/>
                  </a:lnTo>
                  <a:lnTo>
                    <a:pt x="10798" y="1079926"/>
                  </a:lnTo>
                  <a:lnTo>
                    <a:pt x="4838" y="1033023"/>
                  </a:lnTo>
                  <a:lnTo>
                    <a:pt x="1219" y="985428"/>
                  </a:lnTo>
                  <a:lnTo>
                    <a:pt x="0" y="937199"/>
                  </a:lnTo>
                  <a:lnTo>
                    <a:pt x="1219" y="888971"/>
                  </a:lnTo>
                  <a:lnTo>
                    <a:pt x="4838" y="841376"/>
                  </a:lnTo>
                  <a:lnTo>
                    <a:pt x="10798" y="794473"/>
                  </a:lnTo>
                  <a:lnTo>
                    <a:pt x="19040" y="748321"/>
                  </a:lnTo>
                  <a:lnTo>
                    <a:pt x="29505" y="702979"/>
                  </a:lnTo>
                  <a:lnTo>
                    <a:pt x="42134" y="658505"/>
                  </a:lnTo>
                  <a:lnTo>
                    <a:pt x="56868" y="614959"/>
                  </a:lnTo>
                  <a:lnTo>
                    <a:pt x="73649" y="572399"/>
                  </a:lnTo>
                  <a:lnTo>
                    <a:pt x="92417" y="530885"/>
                  </a:lnTo>
                  <a:lnTo>
                    <a:pt x="113114" y="490474"/>
                  </a:lnTo>
                  <a:lnTo>
                    <a:pt x="135681" y="451227"/>
                  </a:lnTo>
                  <a:lnTo>
                    <a:pt x="160058" y="413202"/>
                  </a:lnTo>
                  <a:lnTo>
                    <a:pt x="186188" y="376458"/>
                  </a:lnTo>
                  <a:lnTo>
                    <a:pt x="214010" y="341053"/>
                  </a:lnTo>
                  <a:lnTo>
                    <a:pt x="243467" y="307047"/>
                  </a:lnTo>
                  <a:lnTo>
                    <a:pt x="274499" y="274499"/>
                  </a:lnTo>
                  <a:lnTo>
                    <a:pt x="307047" y="243467"/>
                  </a:lnTo>
                  <a:lnTo>
                    <a:pt x="341053" y="214010"/>
                  </a:lnTo>
                  <a:lnTo>
                    <a:pt x="376457" y="186188"/>
                  </a:lnTo>
                  <a:lnTo>
                    <a:pt x="413202" y="160059"/>
                  </a:lnTo>
                  <a:lnTo>
                    <a:pt x="451227" y="135681"/>
                  </a:lnTo>
                  <a:lnTo>
                    <a:pt x="490474" y="113114"/>
                  </a:lnTo>
                  <a:lnTo>
                    <a:pt x="530884" y="92418"/>
                  </a:lnTo>
                  <a:lnTo>
                    <a:pt x="572399" y="73649"/>
                  </a:lnTo>
                  <a:lnTo>
                    <a:pt x="614958" y="56869"/>
                  </a:lnTo>
                  <a:lnTo>
                    <a:pt x="658505" y="42134"/>
                  </a:lnTo>
                  <a:lnTo>
                    <a:pt x="702978" y="29505"/>
                  </a:lnTo>
                  <a:lnTo>
                    <a:pt x="748321" y="19040"/>
                  </a:lnTo>
                  <a:lnTo>
                    <a:pt x="794473" y="10798"/>
                  </a:lnTo>
                  <a:lnTo>
                    <a:pt x="841376" y="4838"/>
                  </a:lnTo>
                  <a:lnTo>
                    <a:pt x="888971" y="1219"/>
                  </a:lnTo>
                  <a:lnTo>
                    <a:pt x="937199" y="0"/>
                  </a:lnTo>
                  <a:lnTo>
                    <a:pt x="986760" y="1310"/>
                  </a:lnTo>
                  <a:lnTo>
                    <a:pt x="1035956" y="5214"/>
                  </a:lnTo>
                  <a:lnTo>
                    <a:pt x="1084695" y="11675"/>
                  </a:lnTo>
                  <a:lnTo>
                    <a:pt x="1132882" y="20652"/>
                  </a:lnTo>
                  <a:lnTo>
                    <a:pt x="1180424" y="32108"/>
                  </a:lnTo>
                  <a:lnTo>
                    <a:pt x="1227230" y="46005"/>
                  </a:lnTo>
                  <a:lnTo>
                    <a:pt x="1273204" y="62302"/>
                  </a:lnTo>
                  <a:lnTo>
                    <a:pt x="1318254" y="80963"/>
                  </a:lnTo>
                  <a:lnTo>
                    <a:pt x="1362287" y="101947"/>
                  </a:lnTo>
                  <a:lnTo>
                    <a:pt x="1405209" y="125217"/>
                  </a:lnTo>
                  <a:lnTo>
                    <a:pt x="1446928" y="150734"/>
                  </a:lnTo>
                  <a:lnTo>
                    <a:pt x="1487349" y="178460"/>
                  </a:lnTo>
                  <a:lnTo>
                    <a:pt x="1526380" y="208355"/>
                  </a:lnTo>
                  <a:lnTo>
                    <a:pt x="1563928" y="240381"/>
                  </a:lnTo>
                  <a:lnTo>
                    <a:pt x="1599900" y="274499"/>
                  </a:lnTo>
                  <a:lnTo>
                    <a:pt x="1634018" y="310470"/>
                  </a:lnTo>
                  <a:lnTo>
                    <a:pt x="1666044" y="348018"/>
                  </a:lnTo>
                  <a:lnTo>
                    <a:pt x="1695939" y="387049"/>
                  </a:lnTo>
                  <a:lnTo>
                    <a:pt x="1723664" y="427471"/>
                  </a:lnTo>
                  <a:lnTo>
                    <a:pt x="1749181" y="469190"/>
                  </a:lnTo>
                  <a:lnTo>
                    <a:pt x="1772451" y="512112"/>
                  </a:lnTo>
                  <a:lnTo>
                    <a:pt x="1793436" y="556145"/>
                  </a:lnTo>
                  <a:lnTo>
                    <a:pt x="1812096" y="601195"/>
                  </a:lnTo>
                  <a:lnTo>
                    <a:pt x="1828394" y="647169"/>
                  </a:lnTo>
                  <a:lnTo>
                    <a:pt x="1842290" y="693974"/>
                  </a:lnTo>
                  <a:lnTo>
                    <a:pt x="1853747" y="741517"/>
                  </a:lnTo>
                  <a:lnTo>
                    <a:pt x="1862724" y="789704"/>
                  </a:lnTo>
                  <a:lnTo>
                    <a:pt x="1869185" y="838442"/>
                  </a:lnTo>
                  <a:lnTo>
                    <a:pt x="1873089" y="887639"/>
                  </a:lnTo>
                  <a:lnTo>
                    <a:pt x="1874399" y="937199"/>
                  </a:lnTo>
                  <a:lnTo>
                    <a:pt x="1873180" y="985428"/>
                  </a:lnTo>
                  <a:lnTo>
                    <a:pt x="1869561" y="1033023"/>
                  </a:lnTo>
                  <a:lnTo>
                    <a:pt x="1863601" y="1079926"/>
                  </a:lnTo>
                  <a:lnTo>
                    <a:pt x="1855359" y="1126078"/>
                  </a:lnTo>
                  <a:lnTo>
                    <a:pt x="1844894" y="1171420"/>
                  </a:lnTo>
                  <a:lnTo>
                    <a:pt x="1832265" y="1215894"/>
                  </a:lnTo>
                  <a:lnTo>
                    <a:pt x="1817530" y="1259440"/>
                  </a:lnTo>
                  <a:lnTo>
                    <a:pt x="1800750" y="1302000"/>
                  </a:lnTo>
                  <a:lnTo>
                    <a:pt x="1781981" y="1343515"/>
                  </a:lnTo>
                  <a:lnTo>
                    <a:pt x="1761284" y="1383925"/>
                  </a:lnTo>
                  <a:lnTo>
                    <a:pt x="1738718" y="1423172"/>
                  </a:lnTo>
                  <a:lnTo>
                    <a:pt x="1714340" y="1461197"/>
                  </a:lnTo>
                  <a:lnTo>
                    <a:pt x="1688211" y="1497941"/>
                  </a:lnTo>
                  <a:lnTo>
                    <a:pt x="1660388" y="1533346"/>
                  </a:lnTo>
                  <a:lnTo>
                    <a:pt x="1630932" y="1567352"/>
                  </a:lnTo>
                  <a:lnTo>
                    <a:pt x="1599900" y="1599900"/>
                  </a:lnTo>
                  <a:lnTo>
                    <a:pt x="1567351" y="1630932"/>
                  </a:lnTo>
                  <a:lnTo>
                    <a:pt x="1533345" y="1660389"/>
                  </a:lnTo>
                  <a:lnTo>
                    <a:pt x="1497941" y="1688211"/>
                  </a:lnTo>
                  <a:lnTo>
                    <a:pt x="1461197" y="1714341"/>
                  </a:lnTo>
                  <a:lnTo>
                    <a:pt x="1423171" y="1738718"/>
                  </a:lnTo>
                  <a:lnTo>
                    <a:pt x="1383924" y="1761285"/>
                  </a:lnTo>
                  <a:lnTo>
                    <a:pt x="1343514" y="1781981"/>
                  </a:lnTo>
                  <a:lnTo>
                    <a:pt x="1302000" y="1800750"/>
                  </a:lnTo>
                  <a:lnTo>
                    <a:pt x="1259440" y="1817530"/>
                  </a:lnTo>
                  <a:lnTo>
                    <a:pt x="1215894" y="1832265"/>
                  </a:lnTo>
                  <a:lnTo>
                    <a:pt x="1171420" y="1844894"/>
                  </a:lnTo>
                  <a:lnTo>
                    <a:pt x="1126078" y="1855359"/>
                  </a:lnTo>
                  <a:lnTo>
                    <a:pt x="1079926" y="1863601"/>
                  </a:lnTo>
                  <a:lnTo>
                    <a:pt x="1033023" y="1869561"/>
                  </a:lnTo>
                  <a:lnTo>
                    <a:pt x="985428" y="1873180"/>
                  </a:lnTo>
                  <a:lnTo>
                    <a:pt x="937199" y="18743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03200" y="4550200"/>
            <a:ext cx="507809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27025" algn="ctr">
              <a:lnSpc>
                <a:spcPct val="100000"/>
              </a:lnSpc>
              <a:spcBef>
                <a:spcPts val="1420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14" dirty="0">
                <a:latin typeface="Tahoma"/>
                <a:cs typeface="Tahoma"/>
              </a:rPr>
              <a:t>Models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ahoma"/>
              <a:cs typeface="Tahoma"/>
            </a:endParaRPr>
          </a:p>
          <a:p>
            <a:pPr marL="2253615" marR="1675130" indent="-454659">
              <a:lnSpc>
                <a:spcPct val="100400"/>
              </a:lnSpc>
            </a:pPr>
            <a:r>
              <a:rPr sz="2800" spc="-5" dirty="0">
                <a:latin typeface="Arial MT"/>
                <a:cs typeface="Arial MT"/>
              </a:rPr>
              <a:t>Optimized  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15392" y="7464300"/>
            <a:ext cx="15005685" cy="846455"/>
          </a:xfrm>
          <a:custGeom>
            <a:avLst/>
            <a:gdLst/>
            <a:ahLst/>
            <a:cxnLst/>
            <a:rect l="l" t="t" r="r" b="b"/>
            <a:pathLst>
              <a:path w="15005685" h="846454">
                <a:moveTo>
                  <a:pt x="15005400" y="845999"/>
                </a:moveTo>
                <a:lnTo>
                  <a:pt x="0" y="845999"/>
                </a:lnTo>
                <a:lnTo>
                  <a:pt x="0" y="0"/>
                </a:lnTo>
                <a:lnTo>
                  <a:pt x="15005400" y="0"/>
                </a:lnTo>
                <a:lnTo>
                  <a:pt x="15005400" y="845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15392" y="7464300"/>
            <a:ext cx="15005685" cy="84645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430"/>
              </a:spcBef>
            </a:pPr>
            <a:r>
              <a:rPr sz="2900" b="1" spc="-175" dirty="0">
                <a:latin typeface="Tahoma"/>
                <a:cs typeface="Tahoma"/>
              </a:rPr>
              <a:t>Infrastructure</a:t>
            </a:r>
            <a:r>
              <a:rPr sz="2900" b="1" spc="-270" dirty="0">
                <a:latin typeface="Tahoma"/>
                <a:cs typeface="Tahoma"/>
              </a:rPr>
              <a:t> </a:t>
            </a:r>
            <a:r>
              <a:rPr sz="2900" spc="-165" dirty="0">
                <a:latin typeface="Tahoma"/>
                <a:cs typeface="Tahoma"/>
              </a:rPr>
              <a:t>e.g.</a:t>
            </a:r>
            <a:r>
              <a:rPr sz="2900" spc="229" dirty="0">
                <a:latin typeface="Tahoma"/>
                <a:cs typeface="Tahoma"/>
              </a:rPr>
              <a:t> </a:t>
            </a:r>
            <a:r>
              <a:rPr sz="2900" spc="-45" dirty="0">
                <a:latin typeface="Tahoma"/>
                <a:cs typeface="Tahoma"/>
              </a:rPr>
              <a:t>Training/Fine-Tuning,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-30" dirty="0">
                <a:latin typeface="Tahoma"/>
                <a:cs typeface="Tahoma"/>
              </a:rPr>
              <a:t>Serving,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50" dirty="0">
                <a:latin typeface="Tahoma"/>
                <a:cs typeface="Tahoma"/>
              </a:rPr>
              <a:t>Application</a:t>
            </a:r>
            <a:r>
              <a:rPr sz="2900" spc="-345" dirty="0">
                <a:latin typeface="Tahoma"/>
                <a:cs typeface="Tahoma"/>
              </a:rPr>
              <a:t> </a:t>
            </a:r>
            <a:r>
              <a:rPr sz="2900" spc="30" dirty="0">
                <a:latin typeface="Tahoma"/>
                <a:cs typeface="Tahoma"/>
              </a:rPr>
              <a:t>Components</a:t>
            </a:r>
            <a:endParaRPr sz="29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750" y="7294874"/>
            <a:ext cx="1189649" cy="11896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921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Building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5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sp>
        <p:nvSpPr>
          <p:cNvPr id="3" name="object 3"/>
          <p:cNvSpPr/>
          <p:nvPr/>
        </p:nvSpPr>
        <p:spPr>
          <a:xfrm>
            <a:off x="1615392" y="7464300"/>
            <a:ext cx="15005685" cy="846455"/>
          </a:xfrm>
          <a:custGeom>
            <a:avLst/>
            <a:gdLst/>
            <a:ahLst/>
            <a:cxnLst/>
            <a:rect l="l" t="t" r="r" b="b"/>
            <a:pathLst>
              <a:path w="15005685" h="846454">
                <a:moveTo>
                  <a:pt x="15005400" y="845999"/>
                </a:moveTo>
                <a:lnTo>
                  <a:pt x="0" y="845999"/>
                </a:lnTo>
                <a:lnTo>
                  <a:pt x="0" y="0"/>
                </a:lnTo>
                <a:lnTo>
                  <a:pt x="15005400" y="0"/>
                </a:lnTo>
                <a:lnTo>
                  <a:pt x="15005400" y="845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5392" y="7464300"/>
            <a:ext cx="15005685" cy="84645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430"/>
              </a:spcBef>
            </a:pPr>
            <a:r>
              <a:rPr sz="2900" b="1" spc="-175" dirty="0">
                <a:latin typeface="Tahoma"/>
                <a:cs typeface="Tahoma"/>
              </a:rPr>
              <a:t>Infrastructure</a:t>
            </a:r>
            <a:r>
              <a:rPr sz="2900" b="1" spc="-270" dirty="0">
                <a:latin typeface="Tahoma"/>
                <a:cs typeface="Tahoma"/>
              </a:rPr>
              <a:t> </a:t>
            </a:r>
            <a:r>
              <a:rPr sz="2900" spc="-165" dirty="0">
                <a:latin typeface="Tahoma"/>
                <a:cs typeface="Tahoma"/>
              </a:rPr>
              <a:t>e.g.</a:t>
            </a:r>
            <a:r>
              <a:rPr sz="2900" spc="229" dirty="0">
                <a:latin typeface="Tahoma"/>
                <a:cs typeface="Tahoma"/>
              </a:rPr>
              <a:t> </a:t>
            </a:r>
            <a:r>
              <a:rPr sz="2900" spc="-45" dirty="0">
                <a:latin typeface="Tahoma"/>
                <a:cs typeface="Tahoma"/>
              </a:rPr>
              <a:t>Training/Fine-Tuning,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-30" dirty="0">
                <a:latin typeface="Tahoma"/>
                <a:cs typeface="Tahoma"/>
              </a:rPr>
              <a:t>Serving,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50" dirty="0">
                <a:latin typeface="Tahoma"/>
                <a:cs typeface="Tahoma"/>
              </a:rPr>
              <a:t>Application</a:t>
            </a:r>
            <a:r>
              <a:rPr sz="2900" spc="-345" dirty="0">
                <a:latin typeface="Tahoma"/>
                <a:cs typeface="Tahoma"/>
              </a:rPr>
              <a:t> </a:t>
            </a:r>
            <a:r>
              <a:rPr sz="2900" spc="30" dirty="0">
                <a:latin typeface="Tahoma"/>
                <a:cs typeface="Tahoma"/>
              </a:rPr>
              <a:t>Components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55750" y="4550200"/>
            <a:ext cx="8925560" cy="3934460"/>
            <a:chOff x="1955750" y="4550200"/>
            <a:chExt cx="8925560" cy="39344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5750" y="7294875"/>
              <a:ext cx="1189649" cy="11896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03200" y="4550200"/>
              <a:ext cx="5078095" cy="2703195"/>
            </a:xfrm>
            <a:custGeom>
              <a:avLst/>
              <a:gdLst/>
              <a:ahLst/>
              <a:cxnLst/>
              <a:rect l="l" t="t" r="r" b="b"/>
              <a:pathLst>
                <a:path w="5078095" h="2703195">
                  <a:moveTo>
                    <a:pt x="5077800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077800" y="0"/>
                  </a:lnTo>
                  <a:lnTo>
                    <a:pt x="5077800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82909" y="5213350"/>
              <a:ext cx="1874520" cy="1874520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937199" y="1874399"/>
                  </a:moveTo>
                  <a:lnTo>
                    <a:pt x="888971" y="1873180"/>
                  </a:lnTo>
                  <a:lnTo>
                    <a:pt x="841376" y="1869561"/>
                  </a:lnTo>
                  <a:lnTo>
                    <a:pt x="794473" y="1863601"/>
                  </a:lnTo>
                  <a:lnTo>
                    <a:pt x="748321" y="1855359"/>
                  </a:lnTo>
                  <a:lnTo>
                    <a:pt x="702978" y="1844894"/>
                  </a:lnTo>
                  <a:lnTo>
                    <a:pt x="658505" y="1832265"/>
                  </a:lnTo>
                  <a:lnTo>
                    <a:pt x="614958" y="1817530"/>
                  </a:lnTo>
                  <a:lnTo>
                    <a:pt x="572399" y="1800750"/>
                  </a:lnTo>
                  <a:lnTo>
                    <a:pt x="530884" y="1781981"/>
                  </a:lnTo>
                  <a:lnTo>
                    <a:pt x="490474" y="1761285"/>
                  </a:lnTo>
                  <a:lnTo>
                    <a:pt x="451227" y="1738718"/>
                  </a:lnTo>
                  <a:lnTo>
                    <a:pt x="413202" y="1714341"/>
                  </a:lnTo>
                  <a:lnTo>
                    <a:pt x="376457" y="1688211"/>
                  </a:lnTo>
                  <a:lnTo>
                    <a:pt x="341053" y="1660389"/>
                  </a:lnTo>
                  <a:lnTo>
                    <a:pt x="307047" y="1630932"/>
                  </a:lnTo>
                  <a:lnTo>
                    <a:pt x="274499" y="1599900"/>
                  </a:lnTo>
                  <a:lnTo>
                    <a:pt x="243467" y="1567352"/>
                  </a:lnTo>
                  <a:lnTo>
                    <a:pt x="214010" y="1533346"/>
                  </a:lnTo>
                  <a:lnTo>
                    <a:pt x="186188" y="1497941"/>
                  </a:lnTo>
                  <a:lnTo>
                    <a:pt x="160058" y="1461197"/>
                  </a:lnTo>
                  <a:lnTo>
                    <a:pt x="135681" y="1423172"/>
                  </a:lnTo>
                  <a:lnTo>
                    <a:pt x="113114" y="1383925"/>
                  </a:lnTo>
                  <a:lnTo>
                    <a:pt x="92417" y="1343515"/>
                  </a:lnTo>
                  <a:lnTo>
                    <a:pt x="73649" y="1302000"/>
                  </a:lnTo>
                  <a:lnTo>
                    <a:pt x="56868" y="1259440"/>
                  </a:lnTo>
                  <a:lnTo>
                    <a:pt x="42134" y="1215894"/>
                  </a:lnTo>
                  <a:lnTo>
                    <a:pt x="29505" y="1171420"/>
                  </a:lnTo>
                  <a:lnTo>
                    <a:pt x="19040" y="1126078"/>
                  </a:lnTo>
                  <a:lnTo>
                    <a:pt x="10798" y="1079926"/>
                  </a:lnTo>
                  <a:lnTo>
                    <a:pt x="4838" y="1033023"/>
                  </a:lnTo>
                  <a:lnTo>
                    <a:pt x="1219" y="985428"/>
                  </a:lnTo>
                  <a:lnTo>
                    <a:pt x="0" y="937199"/>
                  </a:lnTo>
                  <a:lnTo>
                    <a:pt x="1219" y="888971"/>
                  </a:lnTo>
                  <a:lnTo>
                    <a:pt x="4838" y="841376"/>
                  </a:lnTo>
                  <a:lnTo>
                    <a:pt x="10798" y="794473"/>
                  </a:lnTo>
                  <a:lnTo>
                    <a:pt x="19040" y="748321"/>
                  </a:lnTo>
                  <a:lnTo>
                    <a:pt x="29505" y="702979"/>
                  </a:lnTo>
                  <a:lnTo>
                    <a:pt x="42134" y="658505"/>
                  </a:lnTo>
                  <a:lnTo>
                    <a:pt x="56868" y="614959"/>
                  </a:lnTo>
                  <a:lnTo>
                    <a:pt x="73649" y="572399"/>
                  </a:lnTo>
                  <a:lnTo>
                    <a:pt x="92417" y="530885"/>
                  </a:lnTo>
                  <a:lnTo>
                    <a:pt x="113114" y="490474"/>
                  </a:lnTo>
                  <a:lnTo>
                    <a:pt x="135681" y="451227"/>
                  </a:lnTo>
                  <a:lnTo>
                    <a:pt x="160058" y="413202"/>
                  </a:lnTo>
                  <a:lnTo>
                    <a:pt x="186188" y="376458"/>
                  </a:lnTo>
                  <a:lnTo>
                    <a:pt x="214010" y="341053"/>
                  </a:lnTo>
                  <a:lnTo>
                    <a:pt x="243467" y="307047"/>
                  </a:lnTo>
                  <a:lnTo>
                    <a:pt x="274499" y="274499"/>
                  </a:lnTo>
                  <a:lnTo>
                    <a:pt x="307047" y="243467"/>
                  </a:lnTo>
                  <a:lnTo>
                    <a:pt x="341053" y="214010"/>
                  </a:lnTo>
                  <a:lnTo>
                    <a:pt x="376457" y="186188"/>
                  </a:lnTo>
                  <a:lnTo>
                    <a:pt x="413202" y="160059"/>
                  </a:lnTo>
                  <a:lnTo>
                    <a:pt x="451227" y="135681"/>
                  </a:lnTo>
                  <a:lnTo>
                    <a:pt x="490474" y="113114"/>
                  </a:lnTo>
                  <a:lnTo>
                    <a:pt x="530884" y="92418"/>
                  </a:lnTo>
                  <a:lnTo>
                    <a:pt x="572399" y="73649"/>
                  </a:lnTo>
                  <a:lnTo>
                    <a:pt x="614958" y="56869"/>
                  </a:lnTo>
                  <a:lnTo>
                    <a:pt x="658505" y="42134"/>
                  </a:lnTo>
                  <a:lnTo>
                    <a:pt x="702978" y="29505"/>
                  </a:lnTo>
                  <a:lnTo>
                    <a:pt x="748321" y="19040"/>
                  </a:lnTo>
                  <a:lnTo>
                    <a:pt x="794473" y="10798"/>
                  </a:lnTo>
                  <a:lnTo>
                    <a:pt x="841376" y="4838"/>
                  </a:lnTo>
                  <a:lnTo>
                    <a:pt x="888971" y="1219"/>
                  </a:lnTo>
                  <a:lnTo>
                    <a:pt x="937199" y="0"/>
                  </a:lnTo>
                  <a:lnTo>
                    <a:pt x="986760" y="1310"/>
                  </a:lnTo>
                  <a:lnTo>
                    <a:pt x="1035956" y="5214"/>
                  </a:lnTo>
                  <a:lnTo>
                    <a:pt x="1084695" y="11675"/>
                  </a:lnTo>
                  <a:lnTo>
                    <a:pt x="1132882" y="20652"/>
                  </a:lnTo>
                  <a:lnTo>
                    <a:pt x="1180424" y="32108"/>
                  </a:lnTo>
                  <a:lnTo>
                    <a:pt x="1227230" y="46005"/>
                  </a:lnTo>
                  <a:lnTo>
                    <a:pt x="1273204" y="62302"/>
                  </a:lnTo>
                  <a:lnTo>
                    <a:pt x="1318254" y="80963"/>
                  </a:lnTo>
                  <a:lnTo>
                    <a:pt x="1362287" y="101947"/>
                  </a:lnTo>
                  <a:lnTo>
                    <a:pt x="1405209" y="125217"/>
                  </a:lnTo>
                  <a:lnTo>
                    <a:pt x="1446928" y="150734"/>
                  </a:lnTo>
                  <a:lnTo>
                    <a:pt x="1487349" y="178460"/>
                  </a:lnTo>
                  <a:lnTo>
                    <a:pt x="1526380" y="208355"/>
                  </a:lnTo>
                  <a:lnTo>
                    <a:pt x="1563928" y="240381"/>
                  </a:lnTo>
                  <a:lnTo>
                    <a:pt x="1599900" y="274499"/>
                  </a:lnTo>
                  <a:lnTo>
                    <a:pt x="1634018" y="310470"/>
                  </a:lnTo>
                  <a:lnTo>
                    <a:pt x="1666044" y="348018"/>
                  </a:lnTo>
                  <a:lnTo>
                    <a:pt x="1695939" y="387049"/>
                  </a:lnTo>
                  <a:lnTo>
                    <a:pt x="1723664" y="427471"/>
                  </a:lnTo>
                  <a:lnTo>
                    <a:pt x="1749181" y="469190"/>
                  </a:lnTo>
                  <a:lnTo>
                    <a:pt x="1772451" y="512112"/>
                  </a:lnTo>
                  <a:lnTo>
                    <a:pt x="1793436" y="556145"/>
                  </a:lnTo>
                  <a:lnTo>
                    <a:pt x="1812096" y="601195"/>
                  </a:lnTo>
                  <a:lnTo>
                    <a:pt x="1828394" y="647169"/>
                  </a:lnTo>
                  <a:lnTo>
                    <a:pt x="1842290" y="693974"/>
                  </a:lnTo>
                  <a:lnTo>
                    <a:pt x="1853747" y="741517"/>
                  </a:lnTo>
                  <a:lnTo>
                    <a:pt x="1862724" y="789704"/>
                  </a:lnTo>
                  <a:lnTo>
                    <a:pt x="1869185" y="838442"/>
                  </a:lnTo>
                  <a:lnTo>
                    <a:pt x="1873089" y="887639"/>
                  </a:lnTo>
                  <a:lnTo>
                    <a:pt x="1874399" y="937199"/>
                  </a:lnTo>
                  <a:lnTo>
                    <a:pt x="1873180" y="985428"/>
                  </a:lnTo>
                  <a:lnTo>
                    <a:pt x="1869561" y="1033023"/>
                  </a:lnTo>
                  <a:lnTo>
                    <a:pt x="1863601" y="1079926"/>
                  </a:lnTo>
                  <a:lnTo>
                    <a:pt x="1855359" y="1126078"/>
                  </a:lnTo>
                  <a:lnTo>
                    <a:pt x="1844894" y="1171420"/>
                  </a:lnTo>
                  <a:lnTo>
                    <a:pt x="1832265" y="1215894"/>
                  </a:lnTo>
                  <a:lnTo>
                    <a:pt x="1817530" y="1259440"/>
                  </a:lnTo>
                  <a:lnTo>
                    <a:pt x="1800750" y="1302000"/>
                  </a:lnTo>
                  <a:lnTo>
                    <a:pt x="1781981" y="1343515"/>
                  </a:lnTo>
                  <a:lnTo>
                    <a:pt x="1761284" y="1383925"/>
                  </a:lnTo>
                  <a:lnTo>
                    <a:pt x="1738718" y="1423172"/>
                  </a:lnTo>
                  <a:lnTo>
                    <a:pt x="1714340" y="1461197"/>
                  </a:lnTo>
                  <a:lnTo>
                    <a:pt x="1688211" y="1497941"/>
                  </a:lnTo>
                  <a:lnTo>
                    <a:pt x="1660388" y="1533346"/>
                  </a:lnTo>
                  <a:lnTo>
                    <a:pt x="1630932" y="1567352"/>
                  </a:lnTo>
                  <a:lnTo>
                    <a:pt x="1599900" y="1599900"/>
                  </a:lnTo>
                  <a:lnTo>
                    <a:pt x="1567351" y="1630932"/>
                  </a:lnTo>
                  <a:lnTo>
                    <a:pt x="1533345" y="1660389"/>
                  </a:lnTo>
                  <a:lnTo>
                    <a:pt x="1497941" y="1688211"/>
                  </a:lnTo>
                  <a:lnTo>
                    <a:pt x="1461197" y="1714341"/>
                  </a:lnTo>
                  <a:lnTo>
                    <a:pt x="1423171" y="1738718"/>
                  </a:lnTo>
                  <a:lnTo>
                    <a:pt x="1383924" y="1761285"/>
                  </a:lnTo>
                  <a:lnTo>
                    <a:pt x="1343514" y="1781981"/>
                  </a:lnTo>
                  <a:lnTo>
                    <a:pt x="1302000" y="1800750"/>
                  </a:lnTo>
                  <a:lnTo>
                    <a:pt x="1259440" y="1817530"/>
                  </a:lnTo>
                  <a:lnTo>
                    <a:pt x="1215894" y="1832265"/>
                  </a:lnTo>
                  <a:lnTo>
                    <a:pt x="1171420" y="1844894"/>
                  </a:lnTo>
                  <a:lnTo>
                    <a:pt x="1126078" y="1855359"/>
                  </a:lnTo>
                  <a:lnTo>
                    <a:pt x="1079926" y="1863601"/>
                  </a:lnTo>
                  <a:lnTo>
                    <a:pt x="1033023" y="1869561"/>
                  </a:lnTo>
                  <a:lnTo>
                    <a:pt x="985428" y="1873180"/>
                  </a:lnTo>
                  <a:lnTo>
                    <a:pt x="937199" y="18743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803200" y="4550200"/>
            <a:ext cx="507809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27025" algn="ctr">
              <a:lnSpc>
                <a:spcPct val="100000"/>
              </a:lnSpc>
              <a:spcBef>
                <a:spcPts val="1420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14" dirty="0">
                <a:latin typeface="Tahoma"/>
                <a:cs typeface="Tahoma"/>
              </a:rPr>
              <a:t>Models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ahoma"/>
              <a:cs typeface="Tahoma"/>
            </a:endParaRPr>
          </a:p>
          <a:p>
            <a:pPr marL="2253615" marR="1675130" indent="-454659">
              <a:lnSpc>
                <a:spcPct val="100400"/>
              </a:lnSpc>
            </a:pPr>
            <a:r>
              <a:rPr sz="2800" spc="-5" dirty="0">
                <a:latin typeface="Arial MT"/>
                <a:cs typeface="Arial MT"/>
              </a:rPr>
              <a:t>Optimized  LLM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20750" y="4550200"/>
            <a:ext cx="4039235" cy="2703195"/>
            <a:chOff x="1620750" y="4550200"/>
            <a:chExt cx="4039235" cy="2703195"/>
          </a:xfrm>
        </p:grpSpPr>
        <p:sp>
          <p:nvSpPr>
            <p:cNvPr id="11" name="object 11"/>
            <p:cNvSpPr/>
            <p:nvPr/>
          </p:nvSpPr>
          <p:spPr>
            <a:xfrm>
              <a:off x="1620750" y="4550200"/>
              <a:ext cx="4039235" cy="2703195"/>
            </a:xfrm>
            <a:custGeom>
              <a:avLst/>
              <a:gdLst/>
              <a:ahLst/>
              <a:cxnLst/>
              <a:rect l="l" t="t" r="r" b="b"/>
              <a:pathLst>
                <a:path w="4039235" h="2703195">
                  <a:moveTo>
                    <a:pt x="4039199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4039199" y="0"/>
                  </a:lnTo>
                  <a:lnTo>
                    <a:pt x="4039199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3900" y="5730475"/>
              <a:ext cx="973972" cy="97214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30083" y="5278542"/>
              <a:ext cx="810731" cy="8092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6824" y="5811942"/>
              <a:ext cx="810731" cy="80920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20750" y="4550200"/>
            <a:ext cx="403923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535"/>
              </a:spcBef>
            </a:pPr>
            <a:r>
              <a:rPr sz="2800" b="1" spc="-185" dirty="0">
                <a:latin typeface="Tahoma"/>
                <a:cs typeface="Tahoma"/>
              </a:rPr>
              <a:t>Information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0" dirty="0">
                <a:latin typeface="Tahoma"/>
                <a:cs typeface="Tahoma"/>
              </a:rPr>
              <a:t>Sources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Tahoma"/>
              <a:cs typeface="Tahoma"/>
            </a:endParaRPr>
          </a:p>
          <a:p>
            <a:pPr marL="449580" algn="ctr">
              <a:lnSpc>
                <a:spcPct val="100000"/>
              </a:lnSpc>
            </a:pPr>
            <a:r>
              <a:rPr sz="2400" spc="15" dirty="0">
                <a:latin typeface="Tahoma"/>
                <a:cs typeface="Tahoma"/>
              </a:rPr>
              <a:t>Database</a:t>
            </a:r>
            <a:endParaRPr sz="2400">
              <a:latin typeface="Tahoma"/>
              <a:cs typeface="Tahoma"/>
            </a:endParaRPr>
          </a:p>
          <a:p>
            <a:pPr marR="217804" algn="ctr">
              <a:lnSpc>
                <a:spcPct val="100000"/>
              </a:lnSpc>
              <a:spcBef>
                <a:spcPts val="1320"/>
              </a:spcBef>
              <a:tabLst>
                <a:tab pos="2908935" algn="l"/>
              </a:tabLst>
            </a:pPr>
            <a:r>
              <a:rPr sz="2400" spc="25" dirty="0">
                <a:latin typeface="Tahoma"/>
                <a:cs typeface="Tahoma"/>
              </a:rPr>
              <a:t>Documents	</a:t>
            </a:r>
            <a:r>
              <a:rPr sz="2400" spc="80" dirty="0">
                <a:latin typeface="Tahoma"/>
                <a:cs typeface="Tahoma"/>
              </a:rPr>
              <a:t>Web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921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Building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5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sp>
        <p:nvSpPr>
          <p:cNvPr id="3" name="object 3"/>
          <p:cNvSpPr/>
          <p:nvPr/>
        </p:nvSpPr>
        <p:spPr>
          <a:xfrm>
            <a:off x="11024249" y="4550200"/>
            <a:ext cx="5594350" cy="2703195"/>
          </a:xfrm>
          <a:custGeom>
            <a:avLst/>
            <a:gdLst/>
            <a:ahLst/>
            <a:cxnLst/>
            <a:rect l="l" t="t" r="r" b="b"/>
            <a:pathLst>
              <a:path w="5594350" h="2703195">
                <a:moveTo>
                  <a:pt x="5593799" y="2702999"/>
                </a:moveTo>
                <a:lnTo>
                  <a:pt x="0" y="2702999"/>
                </a:lnTo>
                <a:lnTo>
                  <a:pt x="0" y="0"/>
                </a:lnTo>
                <a:lnTo>
                  <a:pt x="5593799" y="0"/>
                </a:lnTo>
                <a:lnTo>
                  <a:pt x="5593799" y="2702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24249" y="4550200"/>
            <a:ext cx="5594350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420"/>
              </a:spcBef>
            </a:pPr>
            <a:r>
              <a:rPr sz="2800" b="1" spc="-145" dirty="0">
                <a:latin typeface="Tahoma"/>
                <a:cs typeface="Tahoma"/>
              </a:rPr>
              <a:t>Gene</a:t>
            </a:r>
            <a:r>
              <a:rPr sz="2800" b="1" spc="-140" dirty="0">
                <a:latin typeface="Tahoma"/>
                <a:cs typeface="Tahoma"/>
              </a:rPr>
              <a:t>r</a:t>
            </a:r>
            <a:r>
              <a:rPr sz="2800" b="1" spc="-155" dirty="0">
                <a:latin typeface="Tahoma"/>
                <a:cs typeface="Tahoma"/>
              </a:rPr>
              <a:t>ate</a:t>
            </a:r>
            <a:r>
              <a:rPr sz="2800" b="1" spc="-180" dirty="0">
                <a:latin typeface="Tahoma"/>
                <a:cs typeface="Tahoma"/>
              </a:rPr>
              <a:t>d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5" dirty="0">
                <a:latin typeface="Tahoma"/>
                <a:cs typeface="Tahoma"/>
              </a:rPr>
              <a:t>Output</a:t>
            </a:r>
            <a:r>
              <a:rPr sz="2800" b="1" spc="-114" dirty="0">
                <a:latin typeface="Tahoma"/>
                <a:cs typeface="Tahoma"/>
              </a:rPr>
              <a:t>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F</a:t>
            </a:r>
            <a:r>
              <a:rPr sz="2800" b="1" spc="-175" dirty="0">
                <a:latin typeface="Tahoma"/>
                <a:cs typeface="Tahoma"/>
              </a:rPr>
              <a:t>eedback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51452" y="5410499"/>
            <a:ext cx="4900295" cy="1228725"/>
            <a:chOff x="11351452" y="5410499"/>
            <a:chExt cx="4900295" cy="1228725"/>
          </a:xfrm>
        </p:grpSpPr>
        <p:sp>
          <p:nvSpPr>
            <p:cNvPr id="6" name="object 6"/>
            <p:cNvSpPr/>
            <p:nvPr/>
          </p:nvSpPr>
          <p:spPr>
            <a:xfrm>
              <a:off x="11351452" y="5410499"/>
              <a:ext cx="2835275" cy="1228725"/>
            </a:xfrm>
            <a:custGeom>
              <a:avLst/>
              <a:gdLst/>
              <a:ahLst/>
              <a:cxnLst/>
              <a:rect l="l" t="t" r="r" b="b"/>
              <a:pathLst>
                <a:path w="2835275" h="1228725">
                  <a:moveTo>
                    <a:pt x="28346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12284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25071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85227"/>
                  </a:lnTo>
                  <a:lnTo>
                    <a:pt x="25071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2498648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15350"/>
                  </a:lnTo>
                  <a:lnTo>
                    <a:pt x="2513999" y="76749"/>
                  </a:lnTo>
                  <a:lnTo>
                    <a:pt x="2513999" y="85227"/>
                  </a:lnTo>
                  <a:lnTo>
                    <a:pt x="2507127" y="92099"/>
                  </a:lnTo>
                  <a:lnTo>
                    <a:pt x="24986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534323" y="5861349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22938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85227"/>
                  </a:lnTo>
                  <a:lnTo>
                    <a:pt x="22938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34323" y="5861349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49" y="0"/>
                  </a:lnTo>
                  <a:lnTo>
                    <a:pt x="2285349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6203" y="4495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15350"/>
                  </a:lnTo>
                  <a:lnTo>
                    <a:pt x="2300699" y="76749"/>
                  </a:lnTo>
                  <a:lnTo>
                    <a:pt x="2300699" y="85227"/>
                  </a:lnTo>
                  <a:lnTo>
                    <a:pt x="2293827" y="92099"/>
                  </a:lnTo>
                  <a:lnTo>
                    <a:pt x="2285349" y="92099"/>
                  </a:lnTo>
                  <a:lnTo>
                    <a:pt x="15349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29689" y="6063961"/>
              <a:ext cx="146624" cy="1475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14103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85227"/>
                  </a:lnTo>
                  <a:lnTo>
                    <a:pt x="14103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1401848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15350"/>
                  </a:lnTo>
                  <a:lnTo>
                    <a:pt x="1417199" y="76749"/>
                  </a:lnTo>
                  <a:lnTo>
                    <a:pt x="1417199" y="85227"/>
                  </a:lnTo>
                  <a:lnTo>
                    <a:pt x="1410327" y="92099"/>
                  </a:lnTo>
                  <a:lnTo>
                    <a:pt x="14018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2677" y="6294299"/>
              <a:ext cx="146624" cy="1475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760265" y="6322034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1958803" y="95099"/>
                  </a:moveTo>
                  <a:lnTo>
                    <a:pt x="7096" y="95099"/>
                  </a:lnTo>
                  <a:lnTo>
                    <a:pt x="0" y="88003"/>
                  </a:lnTo>
                  <a:lnTo>
                    <a:pt x="0" y="15850"/>
                  </a:lnTo>
                  <a:lnTo>
                    <a:pt x="0" y="7096"/>
                  </a:lnTo>
                  <a:lnTo>
                    <a:pt x="7096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88003"/>
                  </a:lnTo>
                  <a:lnTo>
                    <a:pt x="1958803" y="95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60265" y="6322034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0" y="15850"/>
                  </a:moveTo>
                  <a:lnTo>
                    <a:pt x="0" y="7096"/>
                  </a:lnTo>
                  <a:lnTo>
                    <a:pt x="7096" y="0"/>
                  </a:lnTo>
                  <a:lnTo>
                    <a:pt x="15849" y="0"/>
                  </a:lnTo>
                  <a:lnTo>
                    <a:pt x="1950049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15850"/>
                  </a:lnTo>
                  <a:lnTo>
                    <a:pt x="1965899" y="79249"/>
                  </a:lnTo>
                  <a:lnTo>
                    <a:pt x="1965899" y="88003"/>
                  </a:lnTo>
                  <a:lnTo>
                    <a:pt x="1958803" y="95099"/>
                  </a:lnTo>
                  <a:lnTo>
                    <a:pt x="1950049" y="95099"/>
                  </a:lnTo>
                  <a:lnTo>
                    <a:pt x="15849" y="95099"/>
                  </a:lnTo>
                  <a:lnTo>
                    <a:pt x="7096" y="95099"/>
                  </a:lnTo>
                  <a:lnTo>
                    <a:pt x="0" y="88003"/>
                  </a:lnTo>
                  <a:lnTo>
                    <a:pt x="0" y="79249"/>
                  </a:lnTo>
                  <a:lnTo>
                    <a:pt x="0" y="158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485074" y="5410499"/>
              <a:ext cx="1766570" cy="1228725"/>
            </a:xfrm>
            <a:custGeom>
              <a:avLst/>
              <a:gdLst/>
              <a:ahLst/>
              <a:cxnLst/>
              <a:rect l="l" t="t" r="r" b="b"/>
              <a:pathLst>
                <a:path w="1766569" h="1228725">
                  <a:moveTo>
                    <a:pt x="17663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1766399" y="0"/>
                  </a:lnTo>
                  <a:lnTo>
                    <a:pt x="1766399" y="1228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95775" y="5778746"/>
              <a:ext cx="491999" cy="4919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98975" y="5701650"/>
              <a:ext cx="646199" cy="64619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5803200" y="4550200"/>
            <a:ext cx="5078095" cy="2703195"/>
            <a:chOff x="5803200" y="4550200"/>
            <a:chExt cx="5078095" cy="2703195"/>
          </a:xfrm>
        </p:grpSpPr>
        <p:sp>
          <p:nvSpPr>
            <p:cNvPr id="21" name="object 21"/>
            <p:cNvSpPr/>
            <p:nvPr/>
          </p:nvSpPr>
          <p:spPr>
            <a:xfrm>
              <a:off x="5803200" y="4550200"/>
              <a:ext cx="5078095" cy="2703195"/>
            </a:xfrm>
            <a:custGeom>
              <a:avLst/>
              <a:gdLst/>
              <a:ahLst/>
              <a:cxnLst/>
              <a:rect l="l" t="t" r="r" b="b"/>
              <a:pathLst>
                <a:path w="5078095" h="2703195">
                  <a:moveTo>
                    <a:pt x="5077800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077800" y="0"/>
                  </a:lnTo>
                  <a:lnTo>
                    <a:pt x="5077800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82909" y="5213350"/>
              <a:ext cx="1874520" cy="1874520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937199" y="1874399"/>
                  </a:moveTo>
                  <a:lnTo>
                    <a:pt x="888971" y="1873180"/>
                  </a:lnTo>
                  <a:lnTo>
                    <a:pt x="841376" y="1869561"/>
                  </a:lnTo>
                  <a:lnTo>
                    <a:pt x="794473" y="1863601"/>
                  </a:lnTo>
                  <a:lnTo>
                    <a:pt x="748321" y="1855359"/>
                  </a:lnTo>
                  <a:lnTo>
                    <a:pt x="702978" y="1844894"/>
                  </a:lnTo>
                  <a:lnTo>
                    <a:pt x="658505" y="1832265"/>
                  </a:lnTo>
                  <a:lnTo>
                    <a:pt x="614958" y="1817530"/>
                  </a:lnTo>
                  <a:lnTo>
                    <a:pt x="572399" y="1800750"/>
                  </a:lnTo>
                  <a:lnTo>
                    <a:pt x="530884" y="1781981"/>
                  </a:lnTo>
                  <a:lnTo>
                    <a:pt x="490474" y="1761285"/>
                  </a:lnTo>
                  <a:lnTo>
                    <a:pt x="451227" y="1738718"/>
                  </a:lnTo>
                  <a:lnTo>
                    <a:pt x="413202" y="1714341"/>
                  </a:lnTo>
                  <a:lnTo>
                    <a:pt x="376457" y="1688211"/>
                  </a:lnTo>
                  <a:lnTo>
                    <a:pt x="341053" y="1660389"/>
                  </a:lnTo>
                  <a:lnTo>
                    <a:pt x="307047" y="1630932"/>
                  </a:lnTo>
                  <a:lnTo>
                    <a:pt x="274499" y="1599900"/>
                  </a:lnTo>
                  <a:lnTo>
                    <a:pt x="243467" y="1567352"/>
                  </a:lnTo>
                  <a:lnTo>
                    <a:pt x="214010" y="1533346"/>
                  </a:lnTo>
                  <a:lnTo>
                    <a:pt x="186188" y="1497941"/>
                  </a:lnTo>
                  <a:lnTo>
                    <a:pt x="160058" y="1461197"/>
                  </a:lnTo>
                  <a:lnTo>
                    <a:pt x="135681" y="1423172"/>
                  </a:lnTo>
                  <a:lnTo>
                    <a:pt x="113114" y="1383925"/>
                  </a:lnTo>
                  <a:lnTo>
                    <a:pt x="92417" y="1343515"/>
                  </a:lnTo>
                  <a:lnTo>
                    <a:pt x="73649" y="1302000"/>
                  </a:lnTo>
                  <a:lnTo>
                    <a:pt x="56868" y="1259440"/>
                  </a:lnTo>
                  <a:lnTo>
                    <a:pt x="42134" y="1215894"/>
                  </a:lnTo>
                  <a:lnTo>
                    <a:pt x="29505" y="1171420"/>
                  </a:lnTo>
                  <a:lnTo>
                    <a:pt x="19040" y="1126078"/>
                  </a:lnTo>
                  <a:lnTo>
                    <a:pt x="10798" y="1079926"/>
                  </a:lnTo>
                  <a:lnTo>
                    <a:pt x="4838" y="1033023"/>
                  </a:lnTo>
                  <a:lnTo>
                    <a:pt x="1219" y="985428"/>
                  </a:lnTo>
                  <a:lnTo>
                    <a:pt x="0" y="937199"/>
                  </a:lnTo>
                  <a:lnTo>
                    <a:pt x="1219" y="888971"/>
                  </a:lnTo>
                  <a:lnTo>
                    <a:pt x="4838" y="841376"/>
                  </a:lnTo>
                  <a:lnTo>
                    <a:pt x="10798" y="794473"/>
                  </a:lnTo>
                  <a:lnTo>
                    <a:pt x="19040" y="748321"/>
                  </a:lnTo>
                  <a:lnTo>
                    <a:pt x="29505" y="702979"/>
                  </a:lnTo>
                  <a:lnTo>
                    <a:pt x="42134" y="658505"/>
                  </a:lnTo>
                  <a:lnTo>
                    <a:pt x="56868" y="614959"/>
                  </a:lnTo>
                  <a:lnTo>
                    <a:pt x="73649" y="572399"/>
                  </a:lnTo>
                  <a:lnTo>
                    <a:pt x="92417" y="530885"/>
                  </a:lnTo>
                  <a:lnTo>
                    <a:pt x="113114" y="490474"/>
                  </a:lnTo>
                  <a:lnTo>
                    <a:pt x="135681" y="451227"/>
                  </a:lnTo>
                  <a:lnTo>
                    <a:pt x="160058" y="413202"/>
                  </a:lnTo>
                  <a:lnTo>
                    <a:pt x="186188" y="376458"/>
                  </a:lnTo>
                  <a:lnTo>
                    <a:pt x="214010" y="341053"/>
                  </a:lnTo>
                  <a:lnTo>
                    <a:pt x="243467" y="307047"/>
                  </a:lnTo>
                  <a:lnTo>
                    <a:pt x="274499" y="274499"/>
                  </a:lnTo>
                  <a:lnTo>
                    <a:pt x="307047" y="243467"/>
                  </a:lnTo>
                  <a:lnTo>
                    <a:pt x="341053" y="214010"/>
                  </a:lnTo>
                  <a:lnTo>
                    <a:pt x="376457" y="186188"/>
                  </a:lnTo>
                  <a:lnTo>
                    <a:pt x="413202" y="160059"/>
                  </a:lnTo>
                  <a:lnTo>
                    <a:pt x="451227" y="135681"/>
                  </a:lnTo>
                  <a:lnTo>
                    <a:pt x="490474" y="113114"/>
                  </a:lnTo>
                  <a:lnTo>
                    <a:pt x="530884" y="92418"/>
                  </a:lnTo>
                  <a:lnTo>
                    <a:pt x="572399" y="73649"/>
                  </a:lnTo>
                  <a:lnTo>
                    <a:pt x="614958" y="56869"/>
                  </a:lnTo>
                  <a:lnTo>
                    <a:pt x="658505" y="42134"/>
                  </a:lnTo>
                  <a:lnTo>
                    <a:pt x="702978" y="29505"/>
                  </a:lnTo>
                  <a:lnTo>
                    <a:pt x="748321" y="19040"/>
                  </a:lnTo>
                  <a:lnTo>
                    <a:pt x="794473" y="10798"/>
                  </a:lnTo>
                  <a:lnTo>
                    <a:pt x="841376" y="4838"/>
                  </a:lnTo>
                  <a:lnTo>
                    <a:pt x="888971" y="1219"/>
                  </a:lnTo>
                  <a:lnTo>
                    <a:pt x="937199" y="0"/>
                  </a:lnTo>
                  <a:lnTo>
                    <a:pt x="986760" y="1310"/>
                  </a:lnTo>
                  <a:lnTo>
                    <a:pt x="1035956" y="5214"/>
                  </a:lnTo>
                  <a:lnTo>
                    <a:pt x="1084695" y="11675"/>
                  </a:lnTo>
                  <a:lnTo>
                    <a:pt x="1132882" y="20652"/>
                  </a:lnTo>
                  <a:lnTo>
                    <a:pt x="1180424" y="32108"/>
                  </a:lnTo>
                  <a:lnTo>
                    <a:pt x="1227230" y="46005"/>
                  </a:lnTo>
                  <a:lnTo>
                    <a:pt x="1273204" y="62302"/>
                  </a:lnTo>
                  <a:lnTo>
                    <a:pt x="1318254" y="80963"/>
                  </a:lnTo>
                  <a:lnTo>
                    <a:pt x="1362287" y="101947"/>
                  </a:lnTo>
                  <a:lnTo>
                    <a:pt x="1405209" y="125217"/>
                  </a:lnTo>
                  <a:lnTo>
                    <a:pt x="1446928" y="150734"/>
                  </a:lnTo>
                  <a:lnTo>
                    <a:pt x="1487349" y="178460"/>
                  </a:lnTo>
                  <a:lnTo>
                    <a:pt x="1526380" y="208355"/>
                  </a:lnTo>
                  <a:lnTo>
                    <a:pt x="1563928" y="240381"/>
                  </a:lnTo>
                  <a:lnTo>
                    <a:pt x="1599900" y="274499"/>
                  </a:lnTo>
                  <a:lnTo>
                    <a:pt x="1634018" y="310470"/>
                  </a:lnTo>
                  <a:lnTo>
                    <a:pt x="1666044" y="348018"/>
                  </a:lnTo>
                  <a:lnTo>
                    <a:pt x="1695939" y="387049"/>
                  </a:lnTo>
                  <a:lnTo>
                    <a:pt x="1723664" y="427471"/>
                  </a:lnTo>
                  <a:lnTo>
                    <a:pt x="1749181" y="469190"/>
                  </a:lnTo>
                  <a:lnTo>
                    <a:pt x="1772451" y="512112"/>
                  </a:lnTo>
                  <a:lnTo>
                    <a:pt x="1793436" y="556145"/>
                  </a:lnTo>
                  <a:lnTo>
                    <a:pt x="1812096" y="601195"/>
                  </a:lnTo>
                  <a:lnTo>
                    <a:pt x="1828394" y="647169"/>
                  </a:lnTo>
                  <a:lnTo>
                    <a:pt x="1842290" y="693974"/>
                  </a:lnTo>
                  <a:lnTo>
                    <a:pt x="1853747" y="741517"/>
                  </a:lnTo>
                  <a:lnTo>
                    <a:pt x="1862724" y="789704"/>
                  </a:lnTo>
                  <a:lnTo>
                    <a:pt x="1869185" y="838442"/>
                  </a:lnTo>
                  <a:lnTo>
                    <a:pt x="1873089" y="887639"/>
                  </a:lnTo>
                  <a:lnTo>
                    <a:pt x="1874399" y="937199"/>
                  </a:lnTo>
                  <a:lnTo>
                    <a:pt x="1873180" y="985428"/>
                  </a:lnTo>
                  <a:lnTo>
                    <a:pt x="1869561" y="1033023"/>
                  </a:lnTo>
                  <a:lnTo>
                    <a:pt x="1863601" y="1079926"/>
                  </a:lnTo>
                  <a:lnTo>
                    <a:pt x="1855359" y="1126078"/>
                  </a:lnTo>
                  <a:lnTo>
                    <a:pt x="1844894" y="1171420"/>
                  </a:lnTo>
                  <a:lnTo>
                    <a:pt x="1832265" y="1215894"/>
                  </a:lnTo>
                  <a:lnTo>
                    <a:pt x="1817530" y="1259440"/>
                  </a:lnTo>
                  <a:lnTo>
                    <a:pt x="1800750" y="1302000"/>
                  </a:lnTo>
                  <a:lnTo>
                    <a:pt x="1781981" y="1343515"/>
                  </a:lnTo>
                  <a:lnTo>
                    <a:pt x="1761284" y="1383925"/>
                  </a:lnTo>
                  <a:lnTo>
                    <a:pt x="1738718" y="1423172"/>
                  </a:lnTo>
                  <a:lnTo>
                    <a:pt x="1714340" y="1461197"/>
                  </a:lnTo>
                  <a:lnTo>
                    <a:pt x="1688211" y="1497941"/>
                  </a:lnTo>
                  <a:lnTo>
                    <a:pt x="1660388" y="1533346"/>
                  </a:lnTo>
                  <a:lnTo>
                    <a:pt x="1630932" y="1567352"/>
                  </a:lnTo>
                  <a:lnTo>
                    <a:pt x="1599900" y="1599900"/>
                  </a:lnTo>
                  <a:lnTo>
                    <a:pt x="1567351" y="1630932"/>
                  </a:lnTo>
                  <a:lnTo>
                    <a:pt x="1533345" y="1660389"/>
                  </a:lnTo>
                  <a:lnTo>
                    <a:pt x="1497941" y="1688211"/>
                  </a:lnTo>
                  <a:lnTo>
                    <a:pt x="1461197" y="1714341"/>
                  </a:lnTo>
                  <a:lnTo>
                    <a:pt x="1423171" y="1738718"/>
                  </a:lnTo>
                  <a:lnTo>
                    <a:pt x="1383924" y="1761285"/>
                  </a:lnTo>
                  <a:lnTo>
                    <a:pt x="1343514" y="1781981"/>
                  </a:lnTo>
                  <a:lnTo>
                    <a:pt x="1302000" y="1800750"/>
                  </a:lnTo>
                  <a:lnTo>
                    <a:pt x="1259440" y="1817530"/>
                  </a:lnTo>
                  <a:lnTo>
                    <a:pt x="1215894" y="1832265"/>
                  </a:lnTo>
                  <a:lnTo>
                    <a:pt x="1171420" y="1844894"/>
                  </a:lnTo>
                  <a:lnTo>
                    <a:pt x="1126078" y="1855359"/>
                  </a:lnTo>
                  <a:lnTo>
                    <a:pt x="1079926" y="1863601"/>
                  </a:lnTo>
                  <a:lnTo>
                    <a:pt x="1033023" y="1869561"/>
                  </a:lnTo>
                  <a:lnTo>
                    <a:pt x="985428" y="1873180"/>
                  </a:lnTo>
                  <a:lnTo>
                    <a:pt x="937199" y="18743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803200" y="4550200"/>
            <a:ext cx="507809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27025" algn="ctr">
              <a:lnSpc>
                <a:spcPct val="100000"/>
              </a:lnSpc>
              <a:spcBef>
                <a:spcPts val="1420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14" dirty="0">
                <a:latin typeface="Tahoma"/>
                <a:cs typeface="Tahoma"/>
              </a:rPr>
              <a:t>Models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ahoma"/>
              <a:cs typeface="Tahoma"/>
            </a:endParaRPr>
          </a:p>
          <a:p>
            <a:pPr marL="2253615" marR="1675130" indent="-454659">
              <a:lnSpc>
                <a:spcPct val="100400"/>
              </a:lnSpc>
            </a:pPr>
            <a:r>
              <a:rPr sz="2800" spc="-5" dirty="0">
                <a:latin typeface="Arial MT"/>
                <a:cs typeface="Arial MT"/>
              </a:rPr>
              <a:t>Optimized  LLM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620750" y="4550200"/>
            <a:ext cx="4039235" cy="2703195"/>
            <a:chOff x="1620750" y="4550200"/>
            <a:chExt cx="4039235" cy="2703195"/>
          </a:xfrm>
        </p:grpSpPr>
        <p:sp>
          <p:nvSpPr>
            <p:cNvPr id="25" name="object 25"/>
            <p:cNvSpPr/>
            <p:nvPr/>
          </p:nvSpPr>
          <p:spPr>
            <a:xfrm>
              <a:off x="1620750" y="4550200"/>
              <a:ext cx="4039235" cy="2703195"/>
            </a:xfrm>
            <a:custGeom>
              <a:avLst/>
              <a:gdLst/>
              <a:ahLst/>
              <a:cxnLst/>
              <a:rect l="l" t="t" r="r" b="b"/>
              <a:pathLst>
                <a:path w="4039235" h="2703195">
                  <a:moveTo>
                    <a:pt x="4039199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4039199" y="0"/>
                  </a:lnTo>
                  <a:lnTo>
                    <a:pt x="4039199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3900" y="5730475"/>
              <a:ext cx="973972" cy="97214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30083" y="5278542"/>
              <a:ext cx="810731" cy="8092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6824" y="5811942"/>
              <a:ext cx="810731" cy="80920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620750" y="4550200"/>
            <a:ext cx="403923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535"/>
              </a:spcBef>
            </a:pPr>
            <a:r>
              <a:rPr sz="2800" b="1" spc="-185" dirty="0">
                <a:latin typeface="Tahoma"/>
                <a:cs typeface="Tahoma"/>
              </a:rPr>
              <a:t>Information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0" dirty="0">
                <a:latin typeface="Tahoma"/>
                <a:cs typeface="Tahoma"/>
              </a:rPr>
              <a:t>Sources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Tahoma"/>
              <a:cs typeface="Tahoma"/>
            </a:endParaRPr>
          </a:p>
          <a:p>
            <a:pPr marL="449580" algn="ctr">
              <a:lnSpc>
                <a:spcPct val="100000"/>
              </a:lnSpc>
            </a:pPr>
            <a:r>
              <a:rPr sz="2400" spc="15" dirty="0">
                <a:latin typeface="Tahoma"/>
                <a:cs typeface="Tahoma"/>
              </a:rPr>
              <a:t>Database</a:t>
            </a:r>
            <a:endParaRPr sz="2400">
              <a:latin typeface="Tahoma"/>
              <a:cs typeface="Tahoma"/>
            </a:endParaRPr>
          </a:p>
          <a:p>
            <a:pPr marR="217804" algn="ctr">
              <a:lnSpc>
                <a:spcPct val="100000"/>
              </a:lnSpc>
              <a:spcBef>
                <a:spcPts val="1320"/>
              </a:spcBef>
              <a:tabLst>
                <a:tab pos="2908935" algn="l"/>
              </a:tabLst>
            </a:pPr>
            <a:r>
              <a:rPr sz="2400" spc="25" dirty="0">
                <a:latin typeface="Tahoma"/>
                <a:cs typeface="Tahoma"/>
              </a:rPr>
              <a:t>Documents	</a:t>
            </a:r>
            <a:r>
              <a:rPr sz="2400" spc="80" dirty="0">
                <a:latin typeface="Tahoma"/>
                <a:cs typeface="Tahoma"/>
              </a:rPr>
              <a:t>Web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15392" y="7464300"/>
            <a:ext cx="15005685" cy="846455"/>
          </a:xfrm>
          <a:custGeom>
            <a:avLst/>
            <a:gdLst/>
            <a:ahLst/>
            <a:cxnLst/>
            <a:rect l="l" t="t" r="r" b="b"/>
            <a:pathLst>
              <a:path w="15005685" h="846454">
                <a:moveTo>
                  <a:pt x="15005400" y="845999"/>
                </a:moveTo>
                <a:lnTo>
                  <a:pt x="0" y="845999"/>
                </a:lnTo>
                <a:lnTo>
                  <a:pt x="0" y="0"/>
                </a:lnTo>
                <a:lnTo>
                  <a:pt x="15005400" y="0"/>
                </a:lnTo>
                <a:lnTo>
                  <a:pt x="15005400" y="845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615392" y="7464300"/>
            <a:ext cx="15005685" cy="84645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430"/>
              </a:spcBef>
            </a:pPr>
            <a:r>
              <a:rPr sz="2900" b="1" spc="-175" dirty="0">
                <a:latin typeface="Tahoma"/>
                <a:cs typeface="Tahoma"/>
              </a:rPr>
              <a:t>Infrastructure</a:t>
            </a:r>
            <a:r>
              <a:rPr sz="2900" b="1" spc="-270" dirty="0">
                <a:latin typeface="Tahoma"/>
                <a:cs typeface="Tahoma"/>
              </a:rPr>
              <a:t> </a:t>
            </a:r>
            <a:r>
              <a:rPr sz="2900" spc="-165" dirty="0">
                <a:latin typeface="Tahoma"/>
                <a:cs typeface="Tahoma"/>
              </a:rPr>
              <a:t>e.g.</a:t>
            </a:r>
            <a:r>
              <a:rPr sz="2900" spc="229" dirty="0">
                <a:latin typeface="Tahoma"/>
                <a:cs typeface="Tahoma"/>
              </a:rPr>
              <a:t> </a:t>
            </a:r>
            <a:r>
              <a:rPr sz="2900" spc="-45" dirty="0">
                <a:latin typeface="Tahoma"/>
                <a:cs typeface="Tahoma"/>
              </a:rPr>
              <a:t>Training/Fine-Tuning,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-30" dirty="0">
                <a:latin typeface="Tahoma"/>
                <a:cs typeface="Tahoma"/>
              </a:rPr>
              <a:t>Serving,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50" dirty="0">
                <a:latin typeface="Tahoma"/>
                <a:cs typeface="Tahoma"/>
              </a:rPr>
              <a:t>Application</a:t>
            </a:r>
            <a:r>
              <a:rPr sz="2900" spc="-345" dirty="0">
                <a:latin typeface="Tahoma"/>
                <a:cs typeface="Tahoma"/>
              </a:rPr>
              <a:t> </a:t>
            </a:r>
            <a:r>
              <a:rPr sz="2900" spc="30" dirty="0">
                <a:latin typeface="Tahoma"/>
                <a:cs typeface="Tahoma"/>
              </a:rPr>
              <a:t>Components</a:t>
            </a:r>
            <a:endParaRPr sz="290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55750" y="7294874"/>
            <a:ext cx="1189649" cy="11896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921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Building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5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1625000" y="3547824"/>
            <a:ext cx="14986635" cy="800735"/>
          </a:xfrm>
          <a:prstGeom prst="rect">
            <a:avLst/>
          </a:prstGeom>
          <a:solidFill>
            <a:srgbClr val="EEEEEE"/>
          </a:solidFill>
          <a:ln w="9524">
            <a:solidFill>
              <a:srgbClr val="000000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R="147320" algn="ctr">
              <a:lnSpc>
                <a:spcPct val="100000"/>
              </a:lnSpc>
              <a:spcBef>
                <a:spcPts val="1285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Tools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5" dirty="0">
                <a:latin typeface="Tahoma"/>
                <a:cs typeface="Tahoma"/>
              </a:rPr>
              <a:t>Frameworks</a:t>
            </a:r>
            <a:r>
              <a:rPr sz="2800" b="1" spc="-254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e.g.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LangChain,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Hubs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15392" y="5701650"/>
            <a:ext cx="15005685" cy="2609215"/>
            <a:chOff x="1615392" y="5701650"/>
            <a:chExt cx="15005685" cy="2609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09750" y="5778746"/>
              <a:ext cx="491999" cy="491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12951" y="5701650"/>
              <a:ext cx="646199" cy="6461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15392" y="7464299"/>
              <a:ext cx="15005685" cy="846455"/>
            </a:xfrm>
            <a:custGeom>
              <a:avLst/>
              <a:gdLst/>
              <a:ahLst/>
              <a:cxnLst/>
              <a:rect l="l" t="t" r="r" b="b"/>
              <a:pathLst>
                <a:path w="15005685" h="846454">
                  <a:moveTo>
                    <a:pt x="15005400" y="845999"/>
                  </a:moveTo>
                  <a:lnTo>
                    <a:pt x="0" y="845999"/>
                  </a:lnTo>
                  <a:lnTo>
                    <a:pt x="0" y="0"/>
                  </a:lnTo>
                  <a:lnTo>
                    <a:pt x="15005400" y="0"/>
                  </a:lnTo>
                  <a:lnTo>
                    <a:pt x="15005400" y="845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803200" y="4550200"/>
            <a:ext cx="5078095" cy="2703195"/>
            <a:chOff x="5803200" y="4550200"/>
            <a:chExt cx="5078095" cy="2703195"/>
          </a:xfrm>
        </p:grpSpPr>
        <p:sp>
          <p:nvSpPr>
            <p:cNvPr id="9" name="object 9"/>
            <p:cNvSpPr/>
            <p:nvPr/>
          </p:nvSpPr>
          <p:spPr>
            <a:xfrm>
              <a:off x="5803200" y="4550200"/>
              <a:ext cx="5078095" cy="2703195"/>
            </a:xfrm>
            <a:custGeom>
              <a:avLst/>
              <a:gdLst/>
              <a:ahLst/>
              <a:cxnLst/>
              <a:rect l="l" t="t" r="r" b="b"/>
              <a:pathLst>
                <a:path w="5078095" h="2703195">
                  <a:moveTo>
                    <a:pt x="5077800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077800" y="0"/>
                  </a:lnTo>
                  <a:lnTo>
                    <a:pt x="5077800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82909" y="5213350"/>
              <a:ext cx="1874520" cy="1874520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937199" y="1874399"/>
                  </a:moveTo>
                  <a:lnTo>
                    <a:pt x="888971" y="1873180"/>
                  </a:lnTo>
                  <a:lnTo>
                    <a:pt x="841376" y="1869561"/>
                  </a:lnTo>
                  <a:lnTo>
                    <a:pt x="794473" y="1863601"/>
                  </a:lnTo>
                  <a:lnTo>
                    <a:pt x="748321" y="1855359"/>
                  </a:lnTo>
                  <a:lnTo>
                    <a:pt x="702978" y="1844894"/>
                  </a:lnTo>
                  <a:lnTo>
                    <a:pt x="658505" y="1832265"/>
                  </a:lnTo>
                  <a:lnTo>
                    <a:pt x="614958" y="1817530"/>
                  </a:lnTo>
                  <a:lnTo>
                    <a:pt x="572399" y="1800750"/>
                  </a:lnTo>
                  <a:lnTo>
                    <a:pt x="530884" y="1781981"/>
                  </a:lnTo>
                  <a:lnTo>
                    <a:pt x="490474" y="1761285"/>
                  </a:lnTo>
                  <a:lnTo>
                    <a:pt x="451227" y="1738718"/>
                  </a:lnTo>
                  <a:lnTo>
                    <a:pt x="413202" y="1714341"/>
                  </a:lnTo>
                  <a:lnTo>
                    <a:pt x="376457" y="1688211"/>
                  </a:lnTo>
                  <a:lnTo>
                    <a:pt x="341053" y="1660389"/>
                  </a:lnTo>
                  <a:lnTo>
                    <a:pt x="307047" y="1630932"/>
                  </a:lnTo>
                  <a:lnTo>
                    <a:pt x="274499" y="1599900"/>
                  </a:lnTo>
                  <a:lnTo>
                    <a:pt x="243467" y="1567352"/>
                  </a:lnTo>
                  <a:lnTo>
                    <a:pt x="214010" y="1533346"/>
                  </a:lnTo>
                  <a:lnTo>
                    <a:pt x="186188" y="1497941"/>
                  </a:lnTo>
                  <a:lnTo>
                    <a:pt x="160058" y="1461197"/>
                  </a:lnTo>
                  <a:lnTo>
                    <a:pt x="135681" y="1423172"/>
                  </a:lnTo>
                  <a:lnTo>
                    <a:pt x="113114" y="1383925"/>
                  </a:lnTo>
                  <a:lnTo>
                    <a:pt x="92417" y="1343515"/>
                  </a:lnTo>
                  <a:lnTo>
                    <a:pt x="73649" y="1302000"/>
                  </a:lnTo>
                  <a:lnTo>
                    <a:pt x="56868" y="1259440"/>
                  </a:lnTo>
                  <a:lnTo>
                    <a:pt x="42134" y="1215894"/>
                  </a:lnTo>
                  <a:lnTo>
                    <a:pt x="29505" y="1171420"/>
                  </a:lnTo>
                  <a:lnTo>
                    <a:pt x="19040" y="1126078"/>
                  </a:lnTo>
                  <a:lnTo>
                    <a:pt x="10798" y="1079926"/>
                  </a:lnTo>
                  <a:lnTo>
                    <a:pt x="4838" y="1033023"/>
                  </a:lnTo>
                  <a:lnTo>
                    <a:pt x="1219" y="985428"/>
                  </a:lnTo>
                  <a:lnTo>
                    <a:pt x="0" y="937199"/>
                  </a:lnTo>
                  <a:lnTo>
                    <a:pt x="1219" y="888971"/>
                  </a:lnTo>
                  <a:lnTo>
                    <a:pt x="4838" y="841376"/>
                  </a:lnTo>
                  <a:lnTo>
                    <a:pt x="10798" y="794473"/>
                  </a:lnTo>
                  <a:lnTo>
                    <a:pt x="19040" y="748321"/>
                  </a:lnTo>
                  <a:lnTo>
                    <a:pt x="29505" y="702979"/>
                  </a:lnTo>
                  <a:lnTo>
                    <a:pt x="42134" y="658505"/>
                  </a:lnTo>
                  <a:lnTo>
                    <a:pt x="56868" y="614959"/>
                  </a:lnTo>
                  <a:lnTo>
                    <a:pt x="73649" y="572399"/>
                  </a:lnTo>
                  <a:lnTo>
                    <a:pt x="92417" y="530885"/>
                  </a:lnTo>
                  <a:lnTo>
                    <a:pt x="113114" y="490474"/>
                  </a:lnTo>
                  <a:lnTo>
                    <a:pt x="135681" y="451227"/>
                  </a:lnTo>
                  <a:lnTo>
                    <a:pt x="160058" y="413202"/>
                  </a:lnTo>
                  <a:lnTo>
                    <a:pt x="186188" y="376458"/>
                  </a:lnTo>
                  <a:lnTo>
                    <a:pt x="214010" y="341053"/>
                  </a:lnTo>
                  <a:lnTo>
                    <a:pt x="243467" y="307047"/>
                  </a:lnTo>
                  <a:lnTo>
                    <a:pt x="274499" y="274499"/>
                  </a:lnTo>
                  <a:lnTo>
                    <a:pt x="307047" y="243467"/>
                  </a:lnTo>
                  <a:lnTo>
                    <a:pt x="341053" y="214010"/>
                  </a:lnTo>
                  <a:lnTo>
                    <a:pt x="376457" y="186188"/>
                  </a:lnTo>
                  <a:lnTo>
                    <a:pt x="413202" y="160059"/>
                  </a:lnTo>
                  <a:lnTo>
                    <a:pt x="451227" y="135681"/>
                  </a:lnTo>
                  <a:lnTo>
                    <a:pt x="490474" y="113114"/>
                  </a:lnTo>
                  <a:lnTo>
                    <a:pt x="530884" y="92418"/>
                  </a:lnTo>
                  <a:lnTo>
                    <a:pt x="572399" y="73649"/>
                  </a:lnTo>
                  <a:lnTo>
                    <a:pt x="614958" y="56869"/>
                  </a:lnTo>
                  <a:lnTo>
                    <a:pt x="658505" y="42134"/>
                  </a:lnTo>
                  <a:lnTo>
                    <a:pt x="702978" y="29505"/>
                  </a:lnTo>
                  <a:lnTo>
                    <a:pt x="748321" y="19040"/>
                  </a:lnTo>
                  <a:lnTo>
                    <a:pt x="794473" y="10798"/>
                  </a:lnTo>
                  <a:lnTo>
                    <a:pt x="841376" y="4838"/>
                  </a:lnTo>
                  <a:lnTo>
                    <a:pt x="888971" y="1219"/>
                  </a:lnTo>
                  <a:lnTo>
                    <a:pt x="937199" y="0"/>
                  </a:lnTo>
                  <a:lnTo>
                    <a:pt x="986760" y="1310"/>
                  </a:lnTo>
                  <a:lnTo>
                    <a:pt x="1035956" y="5214"/>
                  </a:lnTo>
                  <a:lnTo>
                    <a:pt x="1084695" y="11675"/>
                  </a:lnTo>
                  <a:lnTo>
                    <a:pt x="1132882" y="20652"/>
                  </a:lnTo>
                  <a:lnTo>
                    <a:pt x="1180424" y="32108"/>
                  </a:lnTo>
                  <a:lnTo>
                    <a:pt x="1227230" y="46005"/>
                  </a:lnTo>
                  <a:lnTo>
                    <a:pt x="1273204" y="62302"/>
                  </a:lnTo>
                  <a:lnTo>
                    <a:pt x="1318254" y="80963"/>
                  </a:lnTo>
                  <a:lnTo>
                    <a:pt x="1362287" y="101947"/>
                  </a:lnTo>
                  <a:lnTo>
                    <a:pt x="1405209" y="125217"/>
                  </a:lnTo>
                  <a:lnTo>
                    <a:pt x="1446928" y="150734"/>
                  </a:lnTo>
                  <a:lnTo>
                    <a:pt x="1487349" y="178460"/>
                  </a:lnTo>
                  <a:lnTo>
                    <a:pt x="1526380" y="208355"/>
                  </a:lnTo>
                  <a:lnTo>
                    <a:pt x="1563928" y="240381"/>
                  </a:lnTo>
                  <a:lnTo>
                    <a:pt x="1599900" y="274499"/>
                  </a:lnTo>
                  <a:lnTo>
                    <a:pt x="1634018" y="310470"/>
                  </a:lnTo>
                  <a:lnTo>
                    <a:pt x="1666044" y="348018"/>
                  </a:lnTo>
                  <a:lnTo>
                    <a:pt x="1695939" y="387049"/>
                  </a:lnTo>
                  <a:lnTo>
                    <a:pt x="1723664" y="427471"/>
                  </a:lnTo>
                  <a:lnTo>
                    <a:pt x="1749181" y="469190"/>
                  </a:lnTo>
                  <a:lnTo>
                    <a:pt x="1772451" y="512112"/>
                  </a:lnTo>
                  <a:lnTo>
                    <a:pt x="1793436" y="556145"/>
                  </a:lnTo>
                  <a:lnTo>
                    <a:pt x="1812096" y="601195"/>
                  </a:lnTo>
                  <a:lnTo>
                    <a:pt x="1828394" y="647169"/>
                  </a:lnTo>
                  <a:lnTo>
                    <a:pt x="1842290" y="693974"/>
                  </a:lnTo>
                  <a:lnTo>
                    <a:pt x="1853747" y="741517"/>
                  </a:lnTo>
                  <a:lnTo>
                    <a:pt x="1862724" y="789704"/>
                  </a:lnTo>
                  <a:lnTo>
                    <a:pt x="1869185" y="838442"/>
                  </a:lnTo>
                  <a:lnTo>
                    <a:pt x="1873089" y="887639"/>
                  </a:lnTo>
                  <a:lnTo>
                    <a:pt x="1874399" y="937199"/>
                  </a:lnTo>
                  <a:lnTo>
                    <a:pt x="1873180" y="985428"/>
                  </a:lnTo>
                  <a:lnTo>
                    <a:pt x="1869561" y="1033023"/>
                  </a:lnTo>
                  <a:lnTo>
                    <a:pt x="1863601" y="1079926"/>
                  </a:lnTo>
                  <a:lnTo>
                    <a:pt x="1855359" y="1126078"/>
                  </a:lnTo>
                  <a:lnTo>
                    <a:pt x="1844894" y="1171420"/>
                  </a:lnTo>
                  <a:lnTo>
                    <a:pt x="1832265" y="1215894"/>
                  </a:lnTo>
                  <a:lnTo>
                    <a:pt x="1817530" y="1259440"/>
                  </a:lnTo>
                  <a:lnTo>
                    <a:pt x="1800750" y="1302000"/>
                  </a:lnTo>
                  <a:lnTo>
                    <a:pt x="1781981" y="1343515"/>
                  </a:lnTo>
                  <a:lnTo>
                    <a:pt x="1761284" y="1383925"/>
                  </a:lnTo>
                  <a:lnTo>
                    <a:pt x="1738718" y="1423172"/>
                  </a:lnTo>
                  <a:lnTo>
                    <a:pt x="1714340" y="1461197"/>
                  </a:lnTo>
                  <a:lnTo>
                    <a:pt x="1688211" y="1497941"/>
                  </a:lnTo>
                  <a:lnTo>
                    <a:pt x="1660388" y="1533346"/>
                  </a:lnTo>
                  <a:lnTo>
                    <a:pt x="1630932" y="1567352"/>
                  </a:lnTo>
                  <a:lnTo>
                    <a:pt x="1599900" y="1599900"/>
                  </a:lnTo>
                  <a:lnTo>
                    <a:pt x="1567351" y="1630932"/>
                  </a:lnTo>
                  <a:lnTo>
                    <a:pt x="1533345" y="1660389"/>
                  </a:lnTo>
                  <a:lnTo>
                    <a:pt x="1497941" y="1688211"/>
                  </a:lnTo>
                  <a:lnTo>
                    <a:pt x="1461197" y="1714341"/>
                  </a:lnTo>
                  <a:lnTo>
                    <a:pt x="1423171" y="1738718"/>
                  </a:lnTo>
                  <a:lnTo>
                    <a:pt x="1383924" y="1761285"/>
                  </a:lnTo>
                  <a:lnTo>
                    <a:pt x="1343514" y="1781981"/>
                  </a:lnTo>
                  <a:lnTo>
                    <a:pt x="1302000" y="1800750"/>
                  </a:lnTo>
                  <a:lnTo>
                    <a:pt x="1259440" y="1817530"/>
                  </a:lnTo>
                  <a:lnTo>
                    <a:pt x="1215894" y="1832265"/>
                  </a:lnTo>
                  <a:lnTo>
                    <a:pt x="1171420" y="1844894"/>
                  </a:lnTo>
                  <a:lnTo>
                    <a:pt x="1126078" y="1855359"/>
                  </a:lnTo>
                  <a:lnTo>
                    <a:pt x="1079926" y="1863601"/>
                  </a:lnTo>
                  <a:lnTo>
                    <a:pt x="1033023" y="1869561"/>
                  </a:lnTo>
                  <a:lnTo>
                    <a:pt x="985428" y="1873180"/>
                  </a:lnTo>
                  <a:lnTo>
                    <a:pt x="937199" y="18743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03200" y="4550200"/>
            <a:ext cx="507809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27025" algn="ctr">
              <a:lnSpc>
                <a:spcPct val="100000"/>
              </a:lnSpc>
              <a:spcBef>
                <a:spcPts val="1420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14" dirty="0">
                <a:latin typeface="Tahoma"/>
                <a:cs typeface="Tahoma"/>
              </a:rPr>
              <a:t>Models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ahoma"/>
              <a:cs typeface="Tahoma"/>
            </a:endParaRPr>
          </a:p>
          <a:p>
            <a:pPr marL="2253615" marR="1675130" indent="-454659">
              <a:lnSpc>
                <a:spcPct val="100400"/>
              </a:lnSpc>
            </a:pPr>
            <a:r>
              <a:rPr sz="2800" spc="-5" dirty="0">
                <a:latin typeface="Arial MT"/>
                <a:cs typeface="Arial MT"/>
              </a:rPr>
              <a:t>Optimized  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5392" y="7464300"/>
            <a:ext cx="15005685" cy="84645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430"/>
              </a:spcBef>
            </a:pPr>
            <a:r>
              <a:rPr sz="2900" b="1" spc="-175" dirty="0">
                <a:latin typeface="Tahoma"/>
                <a:cs typeface="Tahoma"/>
              </a:rPr>
              <a:t>Infrastructure</a:t>
            </a:r>
            <a:r>
              <a:rPr sz="2900" b="1" spc="-270" dirty="0">
                <a:latin typeface="Tahoma"/>
                <a:cs typeface="Tahoma"/>
              </a:rPr>
              <a:t> </a:t>
            </a:r>
            <a:r>
              <a:rPr sz="2900" spc="-165" dirty="0">
                <a:latin typeface="Tahoma"/>
                <a:cs typeface="Tahoma"/>
              </a:rPr>
              <a:t>e.g.</a:t>
            </a:r>
            <a:r>
              <a:rPr sz="2900" spc="229" dirty="0">
                <a:latin typeface="Tahoma"/>
                <a:cs typeface="Tahoma"/>
              </a:rPr>
              <a:t> </a:t>
            </a:r>
            <a:r>
              <a:rPr sz="2900" spc="-45" dirty="0">
                <a:latin typeface="Tahoma"/>
                <a:cs typeface="Tahoma"/>
              </a:rPr>
              <a:t>Training/Fine-Tuning,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-30" dirty="0">
                <a:latin typeface="Tahoma"/>
                <a:cs typeface="Tahoma"/>
              </a:rPr>
              <a:t>Serving,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50" dirty="0">
                <a:latin typeface="Tahoma"/>
                <a:cs typeface="Tahoma"/>
              </a:rPr>
              <a:t>Application</a:t>
            </a:r>
            <a:r>
              <a:rPr sz="2900" spc="-345" dirty="0">
                <a:latin typeface="Tahoma"/>
                <a:cs typeface="Tahoma"/>
              </a:rPr>
              <a:t> </a:t>
            </a:r>
            <a:r>
              <a:rPr sz="2900" spc="30" dirty="0">
                <a:latin typeface="Tahoma"/>
                <a:cs typeface="Tahoma"/>
              </a:rPr>
              <a:t>Components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20750" y="4550200"/>
            <a:ext cx="4039235" cy="3934460"/>
            <a:chOff x="1620750" y="4550200"/>
            <a:chExt cx="4039235" cy="39344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5750" y="7294875"/>
              <a:ext cx="1189649" cy="11896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20750" y="4550200"/>
              <a:ext cx="4039235" cy="2703195"/>
            </a:xfrm>
            <a:custGeom>
              <a:avLst/>
              <a:gdLst/>
              <a:ahLst/>
              <a:cxnLst/>
              <a:rect l="l" t="t" r="r" b="b"/>
              <a:pathLst>
                <a:path w="4039235" h="2703195">
                  <a:moveTo>
                    <a:pt x="4039199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4039199" y="0"/>
                  </a:lnTo>
                  <a:lnTo>
                    <a:pt x="4039199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3900" y="5730475"/>
              <a:ext cx="973972" cy="9721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0083" y="5278542"/>
              <a:ext cx="810731" cy="8092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6824" y="5811942"/>
              <a:ext cx="810731" cy="80920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620750" y="4550200"/>
            <a:ext cx="403923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535"/>
              </a:spcBef>
            </a:pPr>
            <a:r>
              <a:rPr sz="2800" b="1" spc="-185" dirty="0">
                <a:latin typeface="Tahoma"/>
                <a:cs typeface="Tahoma"/>
              </a:rPr>
              <a:t>Information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0" dirty="0">
                <a:latin typeface="Tahoma"/>
                <a:cs typeface="Tahoma"/>
              </a:rPr>
              <a:t>Sources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Tahoma"/>
              <a:cs typeface="Tahoma"/>
            </a:endParaRPr>
          </a:p>
          <a:p>
            <a:pPr marL="449580" algn="ctr">
              <a:lnSpc>
                <a:spcPct val="100000"/>
              </a:lnSpc>
            </a:pPr>
            <a:r>
              <a:rPr sz="2400" spc="15" dirty="0">
                <a:latin typeface="Tahoma"/>
                <a:cs typeface="Tahoma"/>
              </a:rPr>
              <a:t>Database</a:t>
            </a:r>
            <a:endParaRPr sz="2400">
              <a:latin typeface="Tahoma"/>
              <a:cs typeface="Tahoma"/>
            </a:endParaRPr>
          </a:p>
          <a:p>
            <a:pPr marR="217804" algn="ctr">
              <a:lnSpc>
                <a:spcPct val="100000"/>
              </a:lnSpc>
              <a:spcBef>
                <a:spcPts val="1320"/>
              </a:spcBef>
              <a:tabLst>
                <a:tab pos="2908935" algn="l"/>
              </a:tabLst>
            </a:pPr>
            <a:r>
              <a:rPr sz="2400" spc="25" dirty="0">
                <a:latin typeface="Tahoma"/>
                <a:cs typeface="Tahoma"/>
              </a:rPr>
              <a:t>Documents	</a:t>
            </a:r>
            <a:r>
              <a:rPr sz="2400" spc="80" dirty="0">
                <a:latin typeface="Tahoma"/>
                <a:cs typeface="Tahoma"/>
              </a:rPr>
              <a:t>Web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24249" y="4550200"/>
            <a:ext cx="5594350" cy="2703195"/>
          </a:xfrm>
          <a:custGeom>
            <a:avLst/>
            <a:gdLst/>
            <a:ahLst/>
            <a:cxnLst/>
            <a:rect l="l" t="t" r="r" b="b"/>
            <a:pathLst>
              <a:path w="5594350" h="2703195">
                <a:moveTo>
                  <a:pt x="5593799" y="2702999"/>
                </a:moveTo>
                <a:lnTo>
                  <a:pt x="0" y="2702999"/>
                </a:lnTo>
                <a:lnTo>
                  <a:pt x="0" y="0"/>
                </a:lnTo>
                <a:lnTo>
                  <a:pt x="5593799" y="0"/>
                </a:lnTo>
                <a:lnTo>
                  <a:pt x="5593799" y="2702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024249" y="4550200"/>
            <a:ext cx="5594350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420"/>
              </a:spcBef>
            </a:pPr>
            <a:r>
              <a:rPr sz="2800" b="1" spc="-145" dirty="0">
                <a:latin typeface="Tahoma"/>
                <a:cs typeface="Tahoma"/>
              </a:rPr>
              <a:t>Gene</a:t>
            </a:r>
            <a:r>
              <a:rPr sz="2800" b="1" spc="-140" dirty="0">
                <a:latin typeface="Tahoma"/>
                <a:cs typeface="Tahoma"/>
              </a:rPr>
              <a:t>r</a:t>
            </a:r>
            <a:r>
              <a:rPr sz="2800" b="1" spc="-155" dirty="0">
                <a:latin typeface="Tahoma"/>
                <a:cs typeface="Tahoma"/>
              </a:rPr>
              <a:t>ate</a:t>
            </a:r>
            <a:r>
              <a:rPr sz="2800" b="1" spc="-180" dirty="0">
                <a:latin typeface="Tahoma"/>
                <a:cs typeface="Tahoma"/>
              </a:rPr>
              <a:t>d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5" dirty="0">
                <a:latin typeface="Tahoma"/>
                <a:cs typeface="Tahoma"/>
              </a:rPr>
              <a:t>Output</a:t>
            </a:r>
            <a:r>
              <a:rPr sz="2800" b="1" spc="-114" dirty="0">
                <a:latin typeface="Tahoma"/>
                <a:cs typeface="Tahoma"/>
              </a:rPr>
              <a:t>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F</a:t>
            </a:r>
            <a:r>
              <a:rPr sz="2800" b="1" spc="-175" dirty="0">
                <a:latin typeface="Tahoma"/>
                <a:cs typeface="Tahoma"/>
              </a:rPr>
              <a:t>eedback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351452" y="5410499"/>
            <a:ext cx="4900295" cy="1228725"/>
            <a:chOff x="11351452" y="5410499"/>
            <a:chExt cx="4900295" cy="1228725"/>
          </a:xfrm>
        </p:grpSpPr>
        <p:sp>
          <p:nvSpPr>
            <p:cNvPr id="23" name="object 23"/>
            <p:cNvSpPr/>
            <p:nvPr/>
          </p:nvSpPr>
          <p:spPr>
            <a:xfrm>
              <a:off x="11351452" y="5410499"/>
              <a:ext cx="2835275" cy="1228725"/>
            </a:xfrm>
            <a:custGeom>
              <a:avLst/>
              <a:gdLst/>
              <a:ahLst/>
              <a:cxnLst/>
              <a:rect l="l" t="t" r="r" b="b"/>
              <a:pathLst>
                <a:path w="2835275" h="1228725">
                  <a:moveTo>
                    <a:pt x="28346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12284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25071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85227"/>
                  </a:lnTo>
                  <a:lnTo>
                    <a:pt x="25071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2498648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15350"/>
                  </a:lnTo>
                  <a:lnTo>
                    <a:pt x="2513999" y="76749"/>
                  </a:lnTo>
                  <a:lnTo>
                    <a:pt x="2513999" y="85227"/>
                  </a:lnTo>
                  <a:lnTo>
                    <a:pt x="2507127" y="92099"/>
                  </a:lnTo>
                  <a:lnTo>
                    <a:pt x="24986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34323" y="5861349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22938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85227"/>
                  </a:lnTo>
                  <a:lnTo>
                    <a:pt x="22938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534323" y="5861349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49" y="0"/>
                  </a:lnTo>
                  <a:lnTo>
                    <a:pt x="2285349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6203" y="4495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15350"/>
                  </a:lnTo>
                  <a:lnTo>
                    <a:pt x="2300699" y="76749"/>
                  </a:lnTo>
                  <a:lnTo>
                    <a:pt x="2300699" y="85227"/>
                  </a:lnTo>
                  <a:lnTo>
                    <a:pt x="2293827" y="92099"/>
                  </a:lnTo>
                  <a:lnTo>
                    <a:pt x="2285349" y="92099"/>
                  </a:lnTo>
                  <a:lnTo>
                    <a:pt x="15349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29689" y="6063961"/>
              <a:ext cx="146624" cy="1475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14103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85227"/>
                  </a:lnTo>
                  <a:lnTo>
                    <a:pt x="14103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1401848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15350"/>
                  </a:lnTo>
                  <a:lnTo>
                    <a:pt x="1417199" y="76749"/>
                  </a:lnTo>
                  <a:lnTo>
                    <a:pt x="1417199" y="85227"/>
                  </a:lnTo>
                  <a:lnTo>
                    <a:pt x="1410327" y="92099"/>
                  </a:lnTo>
                  <a:lnTo>
                    <a:pt x="14018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32677" y="6294299"/>
              <a:ext cx="146624" cy="1475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1760265" y="6322034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1958803" y="95099"/>
                  </a:moveTo>
                  <a:lnTo>
                    <a:pt x="7096" y="95099"/>
                  </a:lnTo>
                  <a:lnTo>
                    <a:pt x="0" y="88003"/>
                  </a:lnTo>
                  <a:lnTo>
                    <a:pt x="0" y="15850"/>
                  </a:lnTo>
                  <a:lnTo>
                    <a:pt x="0" y="7096"/>
                  </a:lnTo>
                  <a:lnTo>
                    <a:pt x="7096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88003"/>
                  </a:lnTo>
                  <a:lnTo>
                    <a:pt x="1958803" y="95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760265" y="6322034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0" y="15850"/>
                  </a:moveTo>
                  <a:lnTo>
                    <a:pt x="0" y="7096"/>
                  </a:lnTo>
                  <a:lnTo>
                    <a:pt x="7096" y="0"/>
                  </a:lnTo>
                  <a:lnTo>
                    <a:pt x="15849" y="0"/>
                  </a:lnTo>
                  <a:lnTo>
                    <a:pt x="1950049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15850"/>
                  </a:lnTo>
                  <a:lnTo>
                    <a:pt x="1965899" y="79249"/>
                  </a:lnTo>
                  <a:lnTo>
                    <a:pt x="1965899" y="88003"/>
                  </a:lnTo>
                  <a:lnTo>
                    <a:pt x="1958803" y="95099"/>
                  </a:lnTo>
                  <a:lnTo>
                    <a:pt x="1950049" y="95099"/>
                  </a:lnTo>
                  <a:lnTo>
                    <a:pt x="15849" y="95099"/>
                  </a:lnTo>
                  <a:lnTo>
                    <a:pt x="7096" y="95099"/>
                  </a:lnTo>
                  <a:lnTo>
                    <a:pt x="0" y="88003"/>
                  </a:lnTo>
                  <a:lnTo>
                    <a:pt x="0" y="79249"/>
                  </a:lnTo>
                  <a:lnTo>
                    <a:pt x="0" y="158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485074" y="5410499"/>
              <a:ext cx="1766570" cy="1228725"/>
            </a:xfrm>
            <a:custGeom>
              <a:avLst/>
              <a:gdLst/>
              <a:ahLst/>
              <a:cxnLst/>
              <a:rect l="l" t="t" r="r" b="b"/>
              <a:pathLst>
                <a:path w="1766569" h="1228725">
                  <a:moveTo>
                    <a:pt x="17663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1766399" y="0"/>
                  </a:lnTo>
                  <a:lnTo>
                    <a:pt x="1766399" y="1228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95775" y="5778746"/>
              <a:ext cx="491999" cy="4919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98975" y="5701650"/>
              <a:ext cx="646199" cy="646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921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Building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5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1626249" y="2536500"/>
            <a:ext cx="14986635" cy="800735"/>
          </a:xfrm>
          <a:prstGeom prst="rect">
            <a:avLst/>
          </a:prstGeom>
          <a:solidFill>
            <a:srgbClr val="EEEEEE"/>
          </a:solidFill>
          <a:ln w="9524">
            <a:solidFill>
              <a:srgbClr val="000000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1330"/>
              </a:spcBef>
            </a:pPr>
            <a:r>
              <a:rPr sz="2800" b="1" spc="-120" dirty="0">
                <a:latin typeface="Tahoma"/>
                <a:cs typeface="Tahoma"/>
              </a:rPr>
              <a:t>Application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5" dirty="0">
                <a:latin typeface="Tahoma"/>
                <a:cs typeface="Tahoma"/>
              </a:rPr>
              <a:t>Interfaces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e.g.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15" dirty="0">
                <a:latin typeface="Tahoma"/>
                <a:cs typeface="Tahoma"/>
              </a:rPr>
              <a:t>Websites,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Mobile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Applications,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APIs,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etc.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3200" y="4550200"/>
            <a:ext cx="5078095" cy="2703195"/>
            <a:chOff x="5803200" y="4550200"/>
            <a:chExt cx="5078095" cy="2703195"/>
          </a:xfrm>
        </p:grpSpPr>
        <p:sp>
          <p:nvSpPr>
            <p:cNvPr id="5" name="object 5"/>
            <p:cNvSpPr/>
            <p:nvPr/>
          </p:nvSpPr>
          <p:spPr>
            <a:xfrm>
              <a:off x="5803200" y="4550200"/>
              <a:ext cx="5078095" cy="2703195"/>
            </a:xfrm>
            <a:custGeom>
              <a:avLst/>
              <a:gdLst/>
              <a:ahLst/>
              <a:cxnLst/>
              <a:rect l="l" t="t" r="r" b="b"/>
              <a:pathLst>
                <a:path w="5078095" h="2703195">
                  <a:moveTo>
                    <a:pt x="5077800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077800" y="0"/>
                  </a:lnTo>
                  <a:lnTo>
                    <a:pt x="5077800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82909" y="5213350"/>
              <a:ext cx="1874520" cy="1874520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937199" y="1874399"/>
                  </a:moveTo>
                  <a:lnTo>
                    <a:pt x="888971" y="1873180"/>
                  </a:lnTo>
                  <a:lnTo>
                    <a:pt x="841376" y="1869561"/>
                  </a:lnTo>
                  <a:lnTo>
                    <a:pt x="794473" y="1863601"/>
                  </a:lnTo>
                  <a:lnTo>
                    <a:pt x="748321" y="1855359"/>
                  </a:lnTo>
                  <a:lnTo>
                    <a:pt x="702978" y="1844894"/>
                  </a:lnTo>
                  <a:lnTo>
                    <a:pt x="658505" y="1832265"/>
                  </a:lnTo>
                  <a:lnTo>
                    <a:pt x="614958" y="1817530"/>
                  </a:lnTo>
                  <a:lnTo>
                    <a:pt x="572399" y="1800750"/>
                  </a:lnTo>
                  <a:lnTo>
                    <a:pt x="530884" y="1781981"/>
                  </a:lnTo>
                  <a:lnTo>
                    <a:pt x="490474" y="1761285"/>
                  </a:lnTo>
                  <a:lnTo>
                    <a:pt x="451227" y="1738718"/>
                  </a:lnTo>
                  <a:lnTo>
                    <a:pt x="413202" y="1714341"/>
                  </a:lnTo>
                  <a:lnTo>
                    <a:pt x="376457" y="1688211"/>
                  </a:lnTo>
                  <a:lnTo>
                    <a:pt x="341053" y="1660389"/>
                  </a:lnTo>
                  <a:lnTo>
                    <a:pt x="307047" y="1630932"/>
                  </a:lnTo>
                  <a:lnTo>
                    <a:pt x="274499" y="1599900"/>
                  </a:lnTo>
                  <a:lnTo>
                    <a:pt x="243467" y="1567352"/>
                  </a:lnTo>
                  <a:lnTo>
                    <a:pt x="214010" y="1533346"/>
                  </a:lnTo>
                  <a:lnTo>
                    <a:pt x="186188" y="1497941"/>
                  </a:lnTo>
                  <a:lnTo>
                    <a:pt x="160058" y="1461197"/>
                  </a:lnTo>
                  <a:lnTo>
                    <a:pt x="135681" y="1423172"/>
                  </a:lnTo>
                  <a:lnTo>
                    <a:pt x="113114" y="1383925"/>
                  </a:lnTo>
                  <a:lnTo>
                    <a:pt x="92417" y="1343515"/>
                  </a:lnTo>
                  <a:lnTo>
                    <a:pt x="73649" y="1302000"/>
                  </a:lnTo>
                  <a:lnTo>
                    <a:pt x="56868" y="1259440"/>
                  </a:lnTo>
                  <a:lnTo>
                    <a:pt x="42134" y="1215894"/>
                  </a:lnTo>
                  <a:lnTo>
                    <a:pt x="29505" y="1171420"/>
                  </a:lnTo>
                  <a:lnTo>
                    <a:pt x="19040" y="1126078"/>
                  </a:lnTo>
                  <a:lnTo>
                    <a:pt x="10798" y="1079926"/>
                  </a:lnTo>
                  <a:lnTo>
                    <a:pt x="4838" y="1033023"/>
                  </a:lnTo>
                  <a:lnTo>
                    <a:pt x="1219" y="985428"/>
                  </a:lnTo>
                  <a:lnTo>
                    <a:pt x="0" y="937199"/>
                  </a:lnTo>
                  <a:lnTo>
                    <a:pt x="1219" y="888971"/>
                  </a:lnTo>
                  <a:lnTo>
                    <a:pt x="4838" y="841376"/>
                  </a:lnTo>
                  <a:lnTo>
                    <a:pt x="10798" y="794473"/>
                  </a:lnTo>
                  <a:lnTo>
                    <a:pt x="19040" y="748321"/>
                  </a:lnTo>
                  <a:lnTo>
                    <a:pt x="29505" y="702979"/>
                  </a:lnTo>
                  <a:lnTo>
                    <a:pt x="42134" y="658505"/>
                  </a:lnTo>
                  <a:lnTo>
                    <a:pt x="56868" y="614959"/>
                  </a:lnTo>
                  <a:lnTo>
                    <a:pt x="73649" y="572399"/>
                  </a:lnTo>
                  <a:lnTo>
                    <a:pt x="92417" y="530885"/>
                  </a:lnTo>
                  <a:lnTo>
                    <a:pt x="113114" y="490474"/>
                  </a:lnTo>
                  <a:lnTo>
                    <a:pt x="135681" y="451227"/>
                  </a:lnTo>
                  <a:lnTo>
                    <a:pt x="160058" y="413202"/>
                  </a:lnTo>
                  <a:lnTo>
                    <a:pt x="186188" y="376458"/>
                  </a:lnTo>
                  <a:lnTo>
                    <a:pt x="214010" y="341053"/>
                  </a:lnTo>
                  <a:lnTo>
                    <a:pt x="243467" y="307047"/>
                  </a:lnTo>
                  <a:lnTo>
                    <a:pt x="274499" y="274499"/>
                  </a:lnTo>
                  <a:lnTo>
                    <a:pt x="307047" y="243467"/>
                  </a:lnTo>
                  <a:lnTo>
                    <a:pt x="341053" y="214010"/>
                  </a:lnTo>
                  <a:lnTo>
                    <a:pt x="376457" y="186188"/>
                  </a:lnTo>
                  <a:lnTo>
                    <a:pt x="413202" y="160059"/>
                  </a:lnTo>
                  <a:lnTo>
                    <a:pt x="451227" y="135681"/>
                  </a:lnTo>
                  <a:lnTo>
                    <a:pt x="490474" y="113114"/>
                  </a:lnTo>
                  <a:lnTo>
                    <a:pt x="530884" y="92418"/>
                  </a:lnTo>
                  <a:lnTo>
                    <a:pt x="572399" y="73649"/>
                  </a:lnTo>
                  <a:lnTo>
                    <a:pt x="614958" y="56869"/>
                  </a:lnTo>
                  <a:lnTo>
                    <a:pt x="658505" y="42134"/>
                  </a:lnTo>
                  <a:lnTo>
                    <a:pt x="702978" y="29505"/>
                  </a:lnTo>
                  <a:lnTo>
                    <a:pt x="748321" y="19040"/>
                  </a:lnTo>
                  <a:lnTo>
                    <a:pt x="794473" y="10798"/>
                  </a:lnTo>
                  <a:lnTo>
                    <a:pt x="841376" y="4838"/>
                  </a:lnTo>
                  <a:lnTo>
                    <a:pt x="888971" y="1219"/>
                  </a:lnTo>
                  <a:lnTo>
                    <a:pt x="937199" y="0"/>
                  </a:lnTo>
                  <a:lnTo>
                    <a:pt x="986760" y="1310"/>
                  </a:lnTo>
                  <a:lnTo>
                    <a:pt x="1035956" y="5214"/>
                  </a:lnTo>
                  <a:lnTo>
                    <a:pt x="1084695" y="11675"/>
                  </a:lnTo>
                  <a:lnTo>
                    <a:pt x="1132882" y="20652"/>
                  </a:lnTo>
                  <a:lnTo>
                    <a:pt x="1180424" y="32108"/>
                  </a:lnTo>
                  <a:lnTo>
                    <a:pt x="1227230" y="46005"/>
                  </a:lnTo>
                  <a:lnTo>
                    <a:pt x="1273204" y="62302"/>
                  </a:lnTo>
                  <a:lnTo>
                    <a:pt x="1318254" y="80963"/>
                  </a:lnTo>
                  <a:lnTo>
                    <a:pt x="1362287" y="101947"/>
                  </a:lnTo>
                  <a:lnTo>
                    <a:pt x="1405209" y="125217"/>
                  </a:lnTo>
                  <a:lnTo>
                    <a:pt x="1446928" y="150734"/>
                  </a:lnTo>
                  <a:lnTo>
                    <a:pt x="1487349" y="178460"/>
                  </a:lnTo>
                  <a:lnTo>
                    <a:pt x="1526380" y="208355"/>
                  </a:lnTo>
                  <a:lnTo>
                    <a:pt x="1563928" y="240381"/>
                  </a:lnTo>
                  <a:lnTo>
                    <a:pt x="1599900" y="274499"/>
                  </a:lnTo>
                  <a:lnTo>
                    <a:pt x="1634018" y="310470"/>
                  </a:lnTo>
                  <a:lnTo>
                    <a:pt x="1666044" y="348018"/>
                  </a:lnTo>
                  <a:lnTo>
                    <a:pt x="1695939" y="387049"/>
                  </a:lnTo>
                  <a:lnTo>
                    <a:pt x="1723664" y="427471"/>
                  </a:lnTo>
                  <a:lnTo>
                    <a:pt x="1749181" y="469190"/>
                  </a:lnTo>
                  <a:lnTo>
                    <a:pt x="1772451" y="512112"/>
                  </a:lnTo>
                  <a:lnTo>
                    <a:pt x="1793436" y="556145"/>
                  </a:lnTo>
                  <a:lnTo>
                    <a:pt x="1812096" y="601195"/>
                  </a:lnTo>
                  <a:lnTo>
                    <a:pt x="1828394" y="647169"/>
                  </a:lnTo>
                  <a:lnTo>
                    <a:pt x="1842290" y="693974"/>
                  </a:lnTo>
                  <a:lnTo>
                    <a:pt x="1853747" y="741517"/>
                  </a:lnTo>
                  <a:lnTo>
                    <a:pt x="1862724" y="789704"/>
                  </a:lnTo>
                  <a:lnTo>
                    <a:pt x="1869185" y="838442"/>
                  </a:lnTo>
                  <a:lnTo>
                    <a:pt x="1873089" y="887639"/>
                  </a:lnTo>
                  <a:lnTo>
                    <a:pt x="1874399" y="937199"/>
                  </a:lnTo>
                  <a:lnTo>
                    <a:pt x="1873180" y="985428"/>
                  </a:lnTo>
                  <a:lnTo>
                    <a:pt x="1869561" y="1033023"/>
                  </a:lnTo>
                  <a:lnTo>
                    <a:pt x="1863601" y="1079926"/>
                  </a:lnTo>
                  <a:lnTo>
                    <a:pt x="1855359" y="1126078"/>
                  </a:lnTo>
                  <a:lnTo>
                    <a:pt x="1844894" y="1171420"/>
                  </a:lnTo>
                  <a:lnTo>
                    <a:pt x="1832265" y="1215894"/>
                  </a:lnTo>
                  <a:lnTo>
                    <a:pt x="1817530" y="1259440"/>
                  </a:lnTo>
                  <a:lnTo>
                    <a:pt x="1800750" y="1302000"/>
                  </a:lnTo>
                  <a:lnTo>
                    <a:pt x="1781981" y="1343515"/>
                  </a:lnTo>
                  <a:lnTo>
                    <a:pt x="1761284" y="1383925"/>
                  </a:lnTo>
                  <a:lnTo>
                    <a:pt x="1738718" y="1423172"/>
                  </a:lnTo>
                  <a:lnTo>
                    <a:pt x="1714340" y="1461197"/>
                  </a:lnTo>
                  <a:lnTo>
                    <a:pt x="1688211" y="1497941"/>
                  </a:lnTo>
                  <a:lnTo>
                    <a:pt x="1660388" y="1533346"/>
                  </a:lnTo>
                  <a:lnTo>
                    <a:pt x="1630932" y="1567352"/>
                  </a:lnTo>
                  <a:lnTo>
                    <a:pt x="1599900" y="1599900"/>
                  </a:lnTo>
                  <a:lnTo>
                    <a:pt x="1567351" y="1630932"/>
                  </a:lnTo>
                  <a:lnTo>
                    <a:pt x="1533345" y="1660389"/>
                  </a:lnTo>
                  <a:lnTo>
                    <a:pt x="1497941" y="1688211"/>
                  </a:lnTo>
                  <a:lnTo>
                    <a:pt x="1461197" y="1714341"/>
                  </a:lnTo>
                  <a:lnTo>
                    <a:pt x="1423171" y="1738718"/>
                  </a:lnTo>
                  <a:lnTo>
                    <a:pt x="1383924" y="1761285"/>
                  </a:lnTo>
                  <a:lnTo>
                    <a:pt x="1343514" y="1781981"/>
                  </a:lnTo>
                  <a:lnTo>
                    <a:pt x="1302000" y="1800750"/>
                  </a:lnTo>
                  <a:lnTo>
                    <a:pt x="1259440" y="1817530"/>
                  </a:lnTo>
                  <a:lnTo>
                    <a:pt x="1215894" y="1832265"/>
                  </a:lnTo>
                  <a:lnTo>
                    <a:pt x="1171420" y="1844894"/>
                  </a:lnTo>
                  <a:lnTo>
                    <a:pt x="1126078" y="1855359"/>
                  </a:lnTo>
                  <a:lnTo>
                    <a:pt x="1079926" y="1863601"/>
                  </a:lnTo>
                  <a:lnTo>
                    <a:pt x="1033023" y="1869561"/>
                  </a:lnTo>
                  <a:lnTo>
                    <a:pt x="985428" y="1873180"/>
                  </a:lnTo>
                  <a:lnTo>
                    <a:pt x="937199" y="18743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03200" y="4550200"/>
            <a:ext cx="507809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27025" algn="ctr">
              <a:lnSpc>
                <a:spcPct val="100000"/>
              </a:lnSpc>
              <a:spcBef>
                <a:spcPts val="1420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14" dirty="0">
                <a:latin typeface="Tahoma"/>
                <a:cs typeface="Tahoma"/>
              </a:rPr>
              <a:t>Models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ahoma"/>
              <a:cs typeface="Tahoma"/>
            </a:endParaRPr>
          </a:p>
          <a:p>
            <a:pPr marL="2253615" marR="1675130" indent="-454659">
              <a:lnSpc>
                <a:spcPct val="100400"/>
              </a:lnSpc>
            </a:pPr>
            <a:r>
              <a:rPr sz="2800" spc="-5" dirty="0">
                <a:latin typeface="Arial MT"/>
                <a:cs typeface="Arial MT"/>
              </a:rPr>
              <a:t>Optimized  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15392" y="7464300"/>
            <a:ext cx="15005685" cy="846455"/>
          </a:xfrm>
          <a:custGeom>
            <a:avLst/>
            <a:gdLst/>
            <a:ahLst/>
            <a:cxnLst/>
            <a:rect l="l" t="t" r="r" b="b"/>
            <a:pathLst>
              <a:path w="15005685" h="846454">
                <a:moveTo>
                  <a:pt x="15005400" y="845999"/>
                </a:moveTo>
                <a:lnTo>
                  <a:pt x="0" y="845999"/>
                </a:lnTo>
                <a:lnTo>
                  <a:pt x="0" y="0"/>
                </a:lnTo>
                <a:lnTo>
                  <a:pt x="15005400" y="0"/>
                </a:lnTo>
                <a:lnTo>
                  <a:pt x="15005400" y="845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15392" y="7464300"/>
            <a:ext cx="15005685" cy="84645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430"/>
              </a:spcBef>
            </a:pPr>
            <a:r>
              <a:rPr sz="2900" b="1" spc="-175" dirty="0">
                <a:latin typeface="Tahoma"/>
                <a:cs typeface="Tahoma"/>
              </a:rPr>
              <a:t>Infrastructure</a:t>
            </a:r>
            <a:r>
              <a:rPr sz="2900" b="1" spc="-270" dirty="0">
                <a:latin typeface="Tahoma"/>
                <a:cs typeface="Tahoma"/>
              </a:rPr>
              <a:t> </a:t>
            </a:r>
            <a:r>
              <a:rPr sz="2900" spc="-165" dirty="0">
                <a:latin typeface="Tahoma"/>
                <a:cs typeface="Tahoma"/>
              </a:rPr>
              <a:t>e.g.</a:t>
            </a:r>
            <a:r>
              <a:rPr sz="2900" spc="229" dirty="0">
                <a:latin typeface="Tahoma"/>
                <a:cs typeface="Tahoma"/>
              </a:rPr>
              <a:t> </a:t>
            </a:r>
            <a:r>
              <a:rPr sz="2900" spc="-45" dirty="0">
                <a:latin typeface="Tahoma"/>
                <a:cs typeface="Tahoma"/>
              </a:rPr>
              <a:t>Training/Fine-Tuning,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-30" dirty="0">
                <a:latin typeface="Tahoma"/>
                <a:cs typeface="Tahoma"/>
              </a:rPr>
              <a:t>Serving,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50" dirty="0">
                <a:latin typeface="Tahoma"/>
                <a:cs typeface="Tahoma"/>
              </a:rPr>
              <a:t>Application</a:t>
            </a:r>
            <a:r>
              <a:rPr sz="2900" spc="-345" dirty="0">
                <a:latin typeface="Tahoma"/>
                <a:cs typeface="Tahoma"/>
              </a:rPr>
              <a:t> </a:t>
            </a:r>
            <a:r>
              <a:rPr sz="2900" spc="30" dirty="0">
                <a:latin typeface="Tahoma"/>
                <a:cs typeface="Tahoma"/>
              </a:rPr>
              <a:t>Components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20750" y="4550200"/>
            <a:ext cx="4039235" cy="3934460"/>
            <a:chOff x="1620750" y="4550200"/>
            <a:chExt cx="4039235" cy="39344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5750" y="7294875"/>
              <a:ext cx="1189649" cy="11896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20750" y="4550200"/>
              <a:ext cx="4039235" cy="2703195"/>
            </a:xfrm>
            <a:custGeom>
              <a:avLst/>
              <a:gdLst/>
              <a:ahLst/>
              <a:cxnLst/>
              <a:rect l="l" t="t" r="r" b="b"/>
              <a:pathLst>
                <a:path w="4039235" h="2703195">
                  <a:moveTo>
                    <a:pt x="4039199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4039199" y="0"/>
                  </a:lnTo>
                  <a:lnTo>
                    <a:pt x="4039199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3900" y="5730475"/>
              <a:ext cx="973972" cy="9721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30083" y="5278542"/>
              <a:ext cx="810731" cy="8092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6824" y="5811942"/>
              <a:ext cx="810731" cy="80920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620750" y="4550200"/>
            <a:ext cx="403923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535"/>
              </a:spcBef>
            </a:pPr>
            <a:r>
              <a:rPr sz="2800" b="1" spc="-185" dirty="0">
                <a:latin typeface="Tahoma"/>
                <a:cs typeface="Tahoma"/>
              </a:rPr>
              <a:t>Information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0" dirty="0">
                <a:latin typeface="Tahoma"/>
                <a:cs typeface="Tahoma"/>
              </a:rPr>
              <a:t>Sources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Tahoma"/>
              <a:cs typeface="Tahoma"/>
            </a:endParaRPr>
          </a:p>
          <a:p>
            <a:pPr marL="449580" algn="ctr">
              <a:lnSpc>
                <a:spcPct val="100000"/>
              </a:lnSpc>
            </a:pPr>
            <a:r>
              <a:rPr sz="2400" spc="15" dirty="0">
                <a:latin typeface="Tahoma"/>
                <a:cs typeface="Tahoma"/>
              </a:rPr>
              <a:t>Database</a:t>
            </a:r>
            <a:endParaRPr sz="2400">
              <a:latin typeface="Tahoma"/>
              <a:cs typeface="Tahoma"/>
            </a:endParaRPr>
          </a:p>
          <a:p>
            <a:pPr marR="217804" algn="ctr">
              <a:lnSpc>
                <a:spcPct val="100000"/>
              </a:lnSpc>
              <a:spcBef>
                <a:spcPts val="1320"/>
              </a:spcBef>
              <a:tabLst>
                <a:tab pos="2908935" algn="l"/>
              </a:tabLst>
            </a:pPr>
            <a:r>
              <a:rPr sz="2400" spc="25" dirty="0">
                <a:latin typeface="Tahoma"/>
                <a:cs typeface="Tahoma"/>
              </a:rPr>
              <a:t>Documents	</a:t>
            </a:r>
            <a:r>
              <a:rPr sz="2400" spc="80" dirty="0">
                <a:latin typeface="Tahoma"/>
                <a:cs typeface="Tahoma"/>
              </a:rPr>
              <a:t>Web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024249" y="4550200"/>
            <a:ext cx="5594350" cy="2703195"/>
          </a:xfrm>
          <a:custGeom>
            <a:avLst/>
            <a:gdLst/>
            <a:ahLst/>
            <a:cxnLst/>
            <a:rect l="l" t="t" r="r" b="b"/>
            <a:pathLst>
              <a:path w="5594350" h="2703195">
                <a:moveTo>
                  <a:pt x="5593799" y="2702999"/>
                </a:moveTo>
                <a:lnTo>
                  <a:pt x="0" y="2702999"/>
                </a:lnTo>
                <a:lnTo>
                  <a:pt x="0" y="0"/>
                </a:lnTo>
                <a:lnTo>
                  <a:pt x="5593799" y="0"/>
                </a:lnTo>
                <a:lnTo>
                  <a:pt x="5593799" y="2702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024249" y="4550200"/>
            <a:ext cx="5594350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420"/>
              </a:spcBef>
            </a:pPr>
            <a:r>
              <a:rPr sz="2800" b="1" spc="-145" dirty="0">
                <a:latin typeface="Tahoma"/>
                <a:cs typeface="Tahoma"/>
              </a:rPr>
              <a:t>Gene</a:t>
            </a:r>
            <a:r>
              <a:rPr sz="2800" b="1" spc="-140" dirty="0">
                <a:latin typeface="Tahoma"/>
                <a:cs typeface="Tahoma"/>
              </a:rPr>
              <a:t>r</a:t>
            </a:r>
            <a:r>
              <a:rPr sz="2800" b="1" spc="-155" dirty="0">
                <a:latin typeface="Tahoma"/>
                <a:cs typeface="Tahoma"/>
              </a:rPr>
              <a:t>ate</a:t>
            </a:r>
            <a:r>
              <a:rPr sz="2800" b="1" spc="-180" dirty="0">
                <a:latin typeface="Tahoma"/>
                <a:cs typeface="Tahoma"/>
              </a:rPr>
              <a:t>d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5" dirty="0">
                <a:latin typeface="Tahoma"/>
                <a:cs typeface="Tahoma"/>
              </a:rPr>
              <a:t>Output</a:t>
            </a:r>
            <a:r>
              <a:rPr sz="2800" b="1" spc="-114" dirty="0">
                <a:latin typeface="Tahoma"/>
                <a:cs typeface="Tahoma"/>
              </a:rPr>
              <a:t>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F</a:t>
            </a:r>
            <a:r>
              <a:rPr sz="2800" b="1" spc="-175" dirty="0">
                <a:latin typeface="Tahoma"/>
                <a:cs typeface="Tahoma"/>
              </a:rPr>
              <a:t>eedback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351452" y="5410499"/>
            <a:ext cx="4900295" cy="1228725"/>
            <a:chOff x="11351452" y="5410499"/>
            <a:chExt cx="4900295" cy="1228725"/>
          </a:xfrm>
        </p:grpSpPr>
        <p:sp>
          <p:nvSpPr>
            <p:cNvPr id="20" name="object 20"/>
            <p:cNvSpPr/>
            <p:nvPr/>
          </p:nvSpPr>
          <p:spPr>
            <a:xfrm>
              <a:off x="11351452" y="5410499"/>
              <a:ext cx="2835275" cy="1228725"/>
            </a:xfrm>
            <a:custGeom>
              <a:avLst/>
              <a:gdLst/>
              <a:ahLst/>
              <a:cxnLst/>
              <a:rect l="l" t="t" r="r" b="b"/>
              <a:pathLst>
                <a:path w="2835275" h="1228725">
                  <a:moveTo>
                    <a:pt x="28346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12284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25071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85227"/>
                  </a:lnTo>
                  <a:lnTo>
                    <a:pt x="25071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2498648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15350"/>
                  </a:lnTo>
                  <a:lnTo>
                    <a:pt x="2513999" y="76749"/>
                  </a:lnTo>
                  <a:lnTo>
                    <a:pt x="2513999" y="85227"/>
                  </a:lnTo>
                  <a:lnTo>
                    <a:pt x="2507127" y="92099"/>
                  </a:lnTo>
                  <a:lnTo>
                    <a:pt x="24986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534323" y="5861349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22938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85227"/>
                  </a:lnTo>
                  <a:lnTo>
                    <a:pt x="22938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534323" y="5861349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49" y="0"/>
                  </a:lnTo>
                  <a:lnTo>
                    <a:pt x="2285349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6203" y="4495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15350"/>
                  </a:lnTo>
                  <a:lnTo>
                    <a:pt x="2300699" y="76749"/>
                  </a:lnTo>
                  <a:lnTo>
                    <a:pt x="2300699" y="85227"/>
                  </a:lnTo>
                  <a:lnTo>
                    <a:pt x="2293827" y="92099"/>
                  </a:lnTo>
                  <a:lnTo>
                    <a:pt x="2285349" y="92099"/>
                  </a:lnTo>
                  <a:lnTo>
                    <a:pt x="15349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29689" y="6063961"/>
              <a:ext cx="146624" cy="1475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14103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85227"/>
                  </a:lnTo>
                  <a:lnTo>
                    <a:pt x="14103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1401848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15350"/>
                  </a:lnTo>
                  <a:lnTo>
                    <a:pt x="1417199" y="76749"/>
                  </a:lnTo>
                  <a:lnTo>
                    <a:pt x="1417199" y="85227"/>
                  </a:lnTo>
                  <a:lnTo>
                    <a:pt x="1410327" y="92099"/>
                  </a:lnTo>
                  <a:lnTo>
                    <a:pt x="14018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32677" y="6294299"/>
              <a:ext cx="146624" cy="1475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760265" y="6322034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1958803" y="95099"/>
                  </a:moveTo>
                  <a:lnTo>
                    <a:pt x="7096" y="95099"/>
                  </a:lnTo>
                  <a:lnTo>
                    <a:pt x="0" y="88003"/>
                  </a:lnTo>
                  <a:lnTo>
                    <a:pt x="0" y="15850"/>
                  </a:lnTo>
                  <a:lnTo>
                    <a:pt x="0" y="7096"/>
                  </a:lnTo>
                  <a:lnTo>
                    <a:pt x="7096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88003"/>
                  </a:lnTo>
                  <a:lnTo>
                    <a:pt x="1958803" y="95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760265" y="6322034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0" y="15850"/>
                  </a:moveTo>
                  <a:lnTo>
                    <a:pt x="0" y="7096"/>
                  </a:lnTo>
                  <a:lnTo>
                    <a:pt x="7096" y="0"/>
                  </a:lnTo>
                  <a:lnTo>
                    <a:pt x="15849" y="0"/>
                  </a:lnTo>
                  <a:lnTo>
                    <a:pt x="1950049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15850"/>
                  </a:lnTo>
                  <a:lnTo>
                    <a:pt x="1965899" y="79249"/>
                  </a:lnTo>
                  <a:lnTo>
                    <a:pt x="1965899" y="88003"/>
                  </a:lnTo>
                  <a:lnTo>
                    <a:pt x="1958803" y="95099"/>
                  </a:lnTo>
                  <a:lnTo>
                    <a:pt x="1950049" y="95099"/>
                  </a:lnTo>
                  <a:lnTo>
                    <a:pt x="15849" y="95099"/>
                  </a:lnTo>
                  <a:lnTo>
                    <a:pt x="7096" y="95099"/>
                  </a:lnTo>
                  <a:lnTo>
                    <a:pt x="0" y="88003"/>
                  </a:lnTo>
                  <a:lnTo>
                    <a:pt x="0" y="79249"/>
                  </a:lnTo>
                  <a:lnTo>
                    <a:pt x="0" y="158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485074" y="5410499"/>
              <a:ext cx="1766570" cy="1228725"/>
            </a:xfrm>
            <a:custGeom>
              <a:avLst/>
              <a:gdLst/>
              <a:ahLst/>
              <a:cxnLst/>
              <a:rect l="l" t="t" r="r" b="b"/>
              <a:pathLst>
                <a:path w="1766569" h="1228725">
                  <a:moveTo>
                    <a:pt x="17663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1766399" y="0"/>
                  </a:lnTo>
                  <a:lnTo>
                    <a:pt x="1766399" y="1228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795775" y="5778746"/>
              <a:ext cx="491999" cy="4919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98975" y="5701650"/>
              <a:ext cx="646199" cy="64619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625000" y="3547824"/>
            <a:ext cx="14986635" cy="800735"/>
          </a:xfrm>
          <a:prstGeom prst="rect">
            <a:avLst/>
          </a:prstGeom>
          <a:solidFill>
            <a:srgbClr val="EEEEEE"/>
          </a:solidFill>
          <a:ln w="9524">
            <a:solidFill>
              <a:srgbClr val="000000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R="147320" algn="ctr">
              <a:lnSpc>
                <a:spcPct val="100000"/>
              </a:lnSpc>
              <a:spcBef>
                <a:spcPts val="1285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Tools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5" dirty="0">
                <a:latin typeface="Tahoma"/>
                <a:cs typeface="Tahoma"/>
              </a:rPr>
              <a:t>Frameworks</a:t>
            </a:r>
            <a:r>
              <a:rPr sz="2800" b="1" spc="-254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e.g.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LangChain,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Hubs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921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Building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5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7050" y="1582369"/>
            <a:ext cx="930799" cy="930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13525" y="1230218"/>
            <a:ext cx="3486785" cy="1096010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684655">
              <a:lnSpc>
                <a:spcPct val="100000"/>
              </a:lnSpc>
              <a:spcBef>
                <a:spcPts val="1870"/>
              </a:spcBef>
            </a:pPr>
            <a:r>
              <a:rPr sz="2800" b="1" spc="-175" dirty="0">
                <a:latin typeface="Tahoma"/>
                <a:cs typeface="Tahoma"/>
              </a:rPr>
              <a:t>Consumers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spc="30" dirty="0">
                <a:latin typeface="Tahoma"/>
                <a:cs typeface="Tahoma"/>
              </a:rPr>
              <a:t>Users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4900" y="1773120"/>
            <a:ext cx="646199" cy="64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818725" y="1932400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Systems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03200" y="4550200"/>
            <a:ext cx="5078095" cy="2703195"/>
            <a:chOff x="5803200" y="4550200"/>
            <a:chExt cx="5078095" cy="2703195"/>
          </a:xfrm>
        </p:grpSpPr>
        <p:sp>
          <p:nvSpPr>
            <p:cNvPr id="8" name="object 8"/>
            <p:cNvSpPr/>
            <p:nvPr/>
          </p:nvSpPr>
          <p:spPr>
            <a:xfrm>
              <a:off x="5803200" y="4550200"/>
              <a:ext cx="5078095" cy="2703195"/>
            </a:xfrm>
            <a:custGeom>
              <a:avLst/>
              <a:gdLst/>
              <a:ahLst/>
              <a:cxnLst/>
              <a:rect l="l" t="t" r="r" b="b"/>
              <a:pathLst>
                <a:path w="5078095" h="2703195">
                  <a:moveTo>
                    <a:pt x="5077800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077800" y="0"/>
                  </a:lnTo>
                  <a:lnTo>
                    <a:pt x="5077800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82909" y="5213350"/>
              <a:ext cx="1874520" cy="1874520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937199" y="1874399"/>
                  </a:moveTo>
                  <a:lnTo>
                    <a:pt x="888971" y="1873180"/>
                  </a:lnTo>
                  <a:lnTo>
                    <a:pt x="841376" y="1869561"/>
                  </a:lnTo>
                  <a:lnTo>
                    <a:pt x="794473" y="1863601"/>
                  </a:lnTo>
                  <a:lnTo>
                    <a:pt x="748321" y="1855359"/>
                  </a:lnTo>
                  <a:lnTo>
                    <a:pt x="702978" y="1844894"/>
                  </a:lnTo>
                  <a:lnTo>
                    <a:pt x="658505" y="1832265"/>
                  </a:lnTo>
                  <a:lnTo>
                    <a:pt x="614958" y="1817530"/>
                  </a:lnTo>
                  <a:lnTo>
                    <a:pt x="572399" y="1800750"/>
                  </a:lnTo>
                  <a:lnTo>
                    <a:pt x="530884" y="1781981"/>
                  </a:lnTo>
                  <a:lnTo>
                    <a:pt x="490474" y="1761285"/>
                  </a:lnTo>
                  <a:lnTo>
                    <a:pt x="451227" y="1738718"/>
                  </a:lnTo>
                  <a:lnTo>
                    <a:pt x="413202" y="1714341"/>
                  </a:lnTo>
                  <a:lnTo>
                    <a:pt x="376457" y="1688211"/>
                  </a:lnTo>
                  <a:lnTo>
                    <a:pt x="341053" y="1660389"/>
                  </a:lnTo>
                  <a:lnTo>
                    <a:pt x="307047" y="1630932"/>
                  </a:lnTo>
                  <a:lnTo>
                    <a:pt x="274499" y="1599900"/>
                  </a:lnTo>
                  <a:lnTo>
                    <a:pt x="243467" y="1567352"/>
                  </a:lnTo>
                  <a:lnTo>
                    <a:pt x="214010" y="1533346"/>
                  </a:lnTo>
                  <a:lnTo>
                    <a:pt x="186188" y="1497941"/>
                  </a:lnTo>
                  <a:lnTo>
                    <a:pt x="160058" y="1461197"/>
                  </a:lnTo>
                  <a:lnTo>
                    <a:pt x="135681" y="1423172"/>
                  </a:lnTo>
                  <a:lnTo>
                    <a:pt x="113114" y="1383925"/>
                  </a:lnTo>
                  <a:lnTo>
                    <a:pt x="92417" y="1343515"/>
                  </a:lnTo>
                  <a:lnTo>
                    <a:pt x="73649" y="1302000"/>
                  </a:lnTo>
                  <a:lnTo>
                    <a:pt x="56868" y="1259440"/>
                  </a:lnTo>
                  <a:lnTo>
                    <a:pt x="42134" y="1215894"/>
                  </a:lnTo>
                  <a:lnTo>
                    <a:pt x="29505" y="1171420"/>
                  </a:lnTo>
                  <a:lnTo>
                    <a:pt x="19040" y="1126078"/>
                  </a:lnTo>
                  <a:lnTo>
                    <a:pt x="10798" y="1079926"/>
                  </a:lnTo>
                  <a:lnTo>
                    <a:pt x="4838" y="1033023"/>
                  </a:lnTo>
                  <a:lnTo>
                    <a:pt x="1219" y="985428"/>
                  </a:lnTo>
                  <a:lnTo>
                    <a:pt x="0" y="937199"/>
                  </a:lnTo>
                  <a:lnTo>
                    <a:pt x="1219" y="888971"/>
                  </a:lnTo>
                  <a:lnTo>
                    <a:pt x="4838" y="841376"/>
                  </a:lnTo>
                  <a:lnTo>
                    <a:pt x="10798" y="794473"/>
                  </a:lnTo>
                  <a:lnTo>
                    <a:pt x="19040" y="748321"/>
                  </a:lnTo>
                  <a:lnTo>
                    <a:pt x="29505" y="702979"/>
                  </a:lnTo>
                  <a:lnTo>
                    <a:pt x="42134" y="658505"/>
                  </a:lnTo>
                  <a:lnTo>
                    <a:pt x="56868" y="614959"/>
                  </a:lnTo>
                  <a:lnTo>
                    <a:pt x="73649" y="572399"/>
                  </a:lnTo>
                  <a:lnTo>
                    <a:pt x="92417" y="530885"/>
                  </a:lnTo>
                  <a:lnTo>
                    <a:pt x="113114" y="490474"/>
                  </a:lnTo>
                  <a:lnTo>
                    <a:pt x="135681" y="451227"/>
                  </a:lnTo>
                  <a:lnTo>
                    <a:pt x="160058" y="413202"/>
                  </a:lnTo>
                  <a:lnTo>
                    <a:pt x="186188" y="376458"/>
                  </a:lnTo>
                  <a:lnTo>
                    <a:pt x="214010" y="341053"/>
                  </a:lnTo>
                  <a:lnTo>
                    <a:pt x="243467" y="307047"/>
                  </a:lnTo>
                  <a:lnTo>
                    <a:pt x="274499" y="274499"/>
                  </a:lnTo>
                  <a:lnTo>
                    <a:pt x="307047" y="243467"/>
                  </a:lnTo>
                  <a:lnTo>
                    <a:pt x="341053" y="214010"/>
                  </a:lnTo>
                  <a:lnTo>
                    <a:pt x="376457" y="186188"/>
                  </a:lnTo>
                  <a:lnTo>
                    <a:pt x="413202" y="160059"/>
                  </a:lnTo>
                  <a:lnTo>
                    <a:pt x="451227" y="135681"/>
                  </a:lnTo>
                  <a:lnTo>
                    <a:pt x="490474" y="113114"/>
                  </a:lnTo>
                  <a:lnTo>
                    <a:pt x="530884" y="92418"/>
                  </a:lnTo>
                  <a:lnTo>
                    <a:pt x="572399" y="73649"/>
                  </a:lnTo>
                  <a:lnTo>
                    <a:pt x="614958" y="56869"/>
                  </a:lnTo>
                  <a:lnTo>
                    <a:pt x="658505" y="42134"/>
                  </a:lnTo>
                  <a:lnTo>
                    <a:pt x="702978" y="29505"/>
                  </a:lnTo>
                  <a:lnTo>
                    <a:pt x="748321" y="19040"/>
                  </a:lnTo>
                  <a:lnTo>
                    <a:pt x="794473" y="10798"/>
                  </a:lnTo>
                  <a:lnTo>
                    <a:pt x="841376" y="4838"/>
                  </a:lnTo>
                  <a:lnTo>
                    <a:pt x="888971" y="1219"/>
                  </a:lnTo>
                  <a:lnTo>
                    <a:pt x="937199" y="0"/>
                  </a:lnTo>
                  <a:lnTo>
                    <a:pt x="986760" y="1310"/>
                  </a:lnTo>
                  <a:lnTo>
                    <a:pt x="1035956" y="5214"/>
                  </a:lnTo>
                  <a:lnTo>
                    <a:pt x="1084695" y="11675"/>
                  </a:lnTo>
                  <a:lnTo>
                    <a:pt x="1132882" y="20652"/>
                  </a:lnTo>
                  <a:lnTo>
                    <a:pt x="1180424" y="32108"/>
                  </a:lnTo>
                  <a:lnTo>
                    <a:pt x="1227230" y="46005"/>
                  </a:lnTo>
                  <a:lnTo>
                    <a:pt x="1273204" y="62302"/>
                  </a:lnTo>
                  <a:lnTo>
                    <a:pt x="1318254" y="80963"/>
                  </a:lnTo>
                  <a:lnTo>
                    <a:pt x="1362287" y="101947"/>
                  </a:lnTo>
                  <a:lnTo>
                    <a:pt x="1405209" y="125217"/>
                  </a:lnTo>
                  <a:lnTo>
                    <a:pt x="1446928" y="150734"/>
                  </a:lnTo>
                  <a:lnTo>
                    <a:pt x="1487349" y="178460"/>
                  </a:lnTo>
                  <a:lnTo>
                    <a:pt x="1526380" y="208355"/>
                  </a:lnTo>
                  <a:lnTo>
                    <a:pt x="1563928" y="240381"/>
                  </a:lnTo>
                  <a:lnTo>
                    <a:pt x="1599900" y="274499"/>
                  </a:lnTo>
                  <a:lnTo>
                    <a:pt x="1634018" y="310470"/>
                  </a:lnTo>
                  <a:lnTo>
                    <a:pt x="1666044" y="348018"/>
                  </a:lnTo>
                  <a:lnTo>
                    <a:pt x="1695939" y="387049"/>
                  </a:lnTo>
                  <a:lnTo>
                    <a:pt x="1723664" y="427471"/>
                  </a:lnTo>
                  <a:lnTo>
                    <a:pt x="1749181" y="469190"/>
                  </a:lnTo>
                  <a:lnTo>
                    <a:pt x="1772451" y="512112"/>
                  </a:lnTo>
                  <a:lnTo>
                    <a:pt x="1793436" y="556145"/>
                  </a:lnTo>
                  <a:lnTo>
                    <a:pt x="1812096" y="601195"/>
                  </a:lnTo>
                  <a:lnTo>
                    <a:pt x="1828394" y="647169"/>
                  </a:lnTo>
                  <a:lnTo>
                    <a:pt x="1842290" y="693974"/>
                  </a:lnTo>
                  <a:lnTo>
                    <a:pt x="1853747" y="741517"/>
                  </a:lnTo>
                  <a:lnTo>
                    <a:pt x="1862724" y="789704"/>
                  </a:lnTo>
                  <a:lnTo>
                    <a:pt x="1869185" y="838442"/>
                  </a:lnTo>
                  <a:lnTo>
                    <a:pt x="1873089" y="887639"/>
                  </a:lnTo>
                  <a:lnTo>
                    <a:pt x="1874399" y="937199"/>
                  </a:lnTo>
                  <a:lnTo>
                    <a:pt x="1873180" y="985428"/>
                  </a:lnTo>
                  <a:lnTo>
                    <a:pt x="1869561" y="1033023"/>
                  </a:lnTo>
                  <a:lnTo>
                    <a:pt x="1863601" y="1079926"/>
                  </a:lnTo>
                  <a:lnTo>
                    <a:pt x="1855359" y="1126078"/>
                  </a:lnTo>
                  <a:lnTo>
                    <a:pt x="1844894" y="1171420"/>
                  </a:lnTo>
                  <a:lnTo>
                    <a:pt x="1832265" y="1215894"/>
                  </a:lnTo>
                  <a:lnTo>
                    <a:pt x="1817530" y="1259440"/>
                  </a:lnTo>
                  <a:lnTo>
                    <a:pt x="1800750" y="1302000"/>
                  </a:lnTo>
                  <a:lnTo>
                    <a:pt x="1781981" y="1343515"/>
                  </a:lnTo>
                  <a:lnTo>
                    <a:pt x="1761284" y="1383925"/>
                  </a:lnTo>
                  <a:lnTo>
                    <a:pt x="1738718" y="1423172"/>
                  </a:lnTo>
                  <a:lnTo>
                    <a:pt x="1714340" y="1461197"/>
                  </a:lnTo>
                  <a:lnTo>
                    <a:pt x="1688211" y="1497941"/>
                  </a:lnTo>
                  <a:lnTo>
                    <a:pt x="1660388" y="1533346"/>
                  </a:lnTo>
                  <a:lnTo>
                    <a:pt x="1630932" y="1567352"/>
                  </a:lnTo>
                  <a:lnTo>
                    <a:pt x="1599900" y="1599900"/>
                  </a:lnTo>
                  <a:lnTo>
                    <a:pt x="1567351" y="1630932"/>
                  </a:lnTo>
                  <a:lnTo>
                    <a:pt x="1533345" y="1660389"/>
                  </a:lnTo>
                  <a:lnTo>
                    <a:pt x="1497941" y="1688211"/>
                  </a:lnTo>
                  <a:lnTo>
                    <a:pt x="1461197" y="1714341"/>
                  </a:lnTo>
                  <a:lnTo>
                    <a:pt x="1423171" y="1738718"/>
                  </a:lnTo>
                  <a:lnTo>
                    <a:pt x="1383924" y="1761285"/>
                  </a:lnTo>
                  <a:lnTo>
                    <a:pt x="1343514" y="1781981"/>
                  </a:lnTo>
                  <a:lnTo>
                    <a:pt x="1302000" y="1800750"/>
                  </a:lnTo>
                  <a:lnTo>
                    <a:pt x="1259440" y="1817530"/>
                  </a:lnTo>
                  <a:lnTo>
                    <a:pt x="1215894" y="1832265"/>
                  </a:lnTo>
                  <a:lnTo>
                    <a:pt x="1171420" y="1844894"/>
                  </a:lnTo>
                  <a:lnTo>
                    <a:pt x="1126078" y="1855359"/>
                  </a:lnTo>
                  <a:lnTo>
                    <a:pt x="1079926" y="1863601"/>
                  </a:lnTo>
                  <a:lnTo>
                    <a:pt x="1033023" y="1869561"/>
                  </a:lnTo>
                  <a:lnTo>
                    <a:pt x="985428" y="1873180"/>
                  </a:lnTo>
                  <a:lnTo>
                    <a:pt x="937199" y="18743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03200" y="4550200"/>
            <a:ext cx="507809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27025" algn="ctr">
              <a:lnSpc>
                <a:spcPct val="100000"/>
              </a:lnSpc>
              <a:spcBef>
                <a:spcPts val="1420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14" dirty="0">
                <a:latin typeface="Tahoma"/>
                <a:cs typeface="Tahoma"/>
              </a:rPr>
              <a:t>Models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ahoma"/>
              <a:cs typeface="Tahoma"/>
            </a:endParaRPr>
          </a:p>
          <a:p>
            <a:pPr marL="2253615" marR="1675130" indent="-454659">
              <a:lnSpc>
                <a:spcPct val="100400"/>
              </a:lnSpc>
            </a:pPr>
            <a:r>
              <a:rPr sz="2800" spc="-5" dirty="0">
                <a:latin typeface="Arial MT"/>
                <a:cs typeface="Arial MT"/>
              </a:rPr>
              <a:t>Optimized  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15392" y="7464300"/>
            <a:ext cx="15005685" cy="846455"/>
          </a:xfrm>
          <a:custGeom>
            <a:avLst/>
            <a:gdLst/>
            <a:ahLst/>
            <a:cxnLst/>
            <a:rect l="l" t="t" r="r" b="b"/>
            <a:pathLst>
              <a:path w="15005685" h="846454">
                <a:moveTo>
                  <a:pt x="15005400" y="845999"/>
                </a:moveTo>
                <a:lnTo>
                  <a:pt x="0" y="845999"/>
                </a:lnTo>
                <a:lnTo>
                  <a:pt x="0" y="0"/>
                </a:lnTo>
                <a:lnTo>
                  <a:pt x="15005400" y="0"/>
                </a:lnTo>
                <a:lnTo>
                  <a:pt x="15005400" y="845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15392" y="7464300"/>
            <a:ext cx="15005685" cy="84645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430"/>
              </a:spcBef>
            </a:pPr>
            <a:r>
              <a:rPr sz="2900" b="1" spc="-175" dirty="0">
                <a:latin typeface="Tahoma"/>
                <a:cs typeface="Tahoma"/>
              </a:rPr>
              <a:t>Infrastructure</a:t>
            </a:r>
            <a:r>
              <a:rPr sz="2900" b="1" spc="-270" dirty="0">
                <a:latin typeface="Tahoma"/>
                <a:cs typeface="Tahoma"/>
              </a:rPr>
              <a:t> </a:t>
            </a:r>
            <a:r>
              <a:rPr sz="2900" spc="-165" dirty="0">
                <a:latin typeface="Tahoma"/>
                <a:cs typeface="Tahoma"/>
              </a:rPr>
              <a:t>e.g.</a:t>
            </a:r>
            <a:r>
              <a:rPr sz="2900" spc="229" dirty="0">
                <a:latin typeface="Tahoma"/>
                <a:cs typeface="Tahoma"/>
              </a:rPr>
              <a:t> </a:t>
            </a:r>
            <a:r>
              <a:rPr sz="2900" spc="-45" dirty="0">
                <a:latin typeface="Tahoma"/>
                <a:cs typeface="Tahoma"/>
              </a:rPr>
              <a:t>Training/Fine-Tuning,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-30" dirty="0">
                <a:latin typeface="Tahoma"/>
                <a:cs typeface="Tahoma"/>
              </a:rPr>
              <a:t>Serving,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50" dirty="0">
                <a:latin typeface="Tahoma"/>
                <a:cs typeface="Tahoma"/>
              </a:rPr>
              <a:t>Application</a:t>
            </a:r>
            <a:r>
              <a:rPr sz="2900" spc="-345" dirty="0">
                <a:latin typeface="Tahoma"/>
                <a:cs typeface="Tahoma"/>
              </a:rPr>
              <a:t> </a:t>
            </a:r>
            <a:r>
              <a:rPr sz="2900" spc="30" dirty="0">
                <a:latin typeface="Tahoma"/>
                <a:cs typeface="Tahoma"/>
              </a:rPr>
              <a:t>Components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55750" y="4550200"/>
            <a:ext cx="14662785" cy="3934460"/>
            <a:chOff x="1955750" y="4550200"/>
            <a:chExt cx="14662785" cy="39344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5750" y="7294875"/>
              <a:ext cx="1189649" cy="11896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024249" y="4550200"/>
              <a:ext cx="5594350" cy="2703195"/>
            </a:xfrm>
            <a:custGeom>
              <a:avLst/>
              <a:gdLst/>
              <a:ahLst/>
              <a:cxnLst/>
              <a:rect l="l" t="t" r="r" b="b"/>
              <a:pathLst>
                <a:path w="5594350" h="2703195">
                  <a:moveTo>
                    <a:pt x="5593799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593799" y="0"/>
                  </a:lnTo>
                  <a:lnTo>
                    <a:pt x="5593799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024249" y="4550200"/>
            <a:ext cx="5594350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420"/>
              </a:spcBef>
            </a:pPr>
            <a:r>
              <a:rPr sz="2800" b="1" spc="-145" dirty="0">
                <a:latin typeface="Tahoma"/>
                <a:cs typeface="Tahoma"/>
              </a:rPr>
              <a:t>Gene</a:t>
            </a:r>
            <a:r>
              <a:rPr sz="2800" b="1" spc="-140" dirty="0">
                <a:latin typeface="Tahoma"/>
                <a:cs typeface="Tahoma"/>
              </a:rPr>
              <a:t>r</a:t>
            </a:r>
            <a:r>
              <a:rPr sz="2800" b="1" spc="-155" dirty="0">
                <a:latin typeface="Tahoma"/>
                <a:cs typeface="Tahoma"/>
              </a:rPr>
              <a:t>ate</a:t>
            </a:r>
            <a:r>
              <a:rPr sz="2800" b="1" spc="-180" dirty="0">
                <a:latin typeface="Tahoma"/>
                <a:cs typeface="Tahoma"/>
              </a:rPr>
              <a:t>d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5" dirty="0">
                <a:latin typeface="Tahoma"/>
                <a:cs typeface="Tahoma"/>
              </a:rPr>
              <a:t>Output</a:t>
            </a:r>
            <a:r>
              <a:rPr sz="2800" b="1" spc="-114" dirty="0">
                <a:latin typeface="Tahoma"/>
                <a:cs typeface="Tahoma"/>
              </a:rPr>
              <a:t>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F</a:t>
            </a:r>
            <a:r>
              <a:rPr sz="2800" b="1" spc="-175" dirty="0">
                <a:latin typeface="Tahoma"/>
                <a:cs typeface="Tahoma"/>
              </a:rPr>
              <a:t>eedback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20750" y="4550200"/>
            <a:ext cx="14631035" cy="2703195"/>
            <a:chOff x="1620750" y="4550200"/>
            <a:chExt cx="14631035" cy="2703195"/>
          </a:xfrm>
        </p:grpSpPr>
        <p:sp>
          <p:nvSpPr>
            <p:cNvPr id="18" name="object 18"/>
            <p:cNvSpPr/>
            <p:nvPr/>
          </p:nvSpPr>
          <p:spPr>
            <a:xfrm>
              <a:off x="11351452" y="5410500"/>
              <a:ext cx="2835275" cy="1228725"/>
            </a:xfrm>
            <a:custGeom>
              <a:avLst/>
              <a:gdLst/>
              <a:ahLst/>
              <a:cxnLst/>
              <a:rect l="l" t="t" r="r" b="b"/>
              <a:pathLst>
                <a:path w="2835275" h="1228725">
                  <a:moveTo>
                    <a:pt x="28346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12284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25071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85227"/>
                  </a:lnTo>
                  <a:lnTo>
                    <a:pt x="25071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2498648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15350"/>
                  </a:lnTo>
                  <a:lnTo>
                    <a:pt x="2513999" y="76749"/>
                  </a:lnTo>
                  <a:lnTo>
                    <a:pt x="2513999" y="85227"/>
                  </a:lnTo>
                  <a:lnTo>
                    <a:pt x="2507127" y="92099"/>
                  </a:lnTo>
                  <a:lnTo>
                    <a:pt x="24986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534323" y="5861350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22938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85227"/>
                  </a:lnTo>
                  <a:lnTo>
                    <a:pt x="22938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534323" y="5861350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49" y="0"/>
                  </a:lnTo>
                  <a:lnTo>
                    <a:pt x="2285349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6203" y="4495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15350"/>
                  </a:lnTo>
                  <a:lnTo>
                    <a:pt x="2300699" y="76749"/>
                  </a:lnTo>
                  <a:lnTo>
                    <a:pt x="2300699" y="85227"/>
                  </a:lnTo>
                  <a:lnTo>
                    <a:pt x="2293827" y="92099"/>
                  </a:lnTo>
                  <a:lnTo>
                    <a:pt x="2285349" y="92099"/>
                  </a:lnTo>
                  <a:lnTo>
                    <a:pt x="15349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29690" y="6063962"/>
              <a:ext cx="146624" cy="14752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14103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85227"/>
                  </a:lnTo>
                  <a:lnTo>
                    <a:pt x="14103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1401848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15350"/>
                  </a:lnTo>
                  <a:lnTo>
                    <a:pt x="1417199" y="76749"/>
                  </a:lnTo>
                  <a:lnTo>
                    <a:pt x="1417199" y="85227"/>
                  </a:lnTo>
                  <a:lnTo>
                    <a:pt x="1410327" y="92099"/>
                  </a:lnTo>
                  <a:lnTo>
                    <a:pt x="14018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32678" y="6294299"/>
              <a:ext cx="146624" cy="14752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760265" y="6322035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1958803" y="95099"/>
                  </a:moveTo>
                  <a:lnTo>
                    <a:pt x="7096" y="95099"/>
                  </a:lnTo>
                  <a:lnTo>
                    <a:pt x="0" y="88003"/>
                  </a:lnTo>
                  <a:lnTo>
                    <a:pt x="0" y="15850"/>
                  </a:lnTo>
                  <a:lnTo>
                    <a:pt x="0" y="7096"/>
                  </a:lnTo>
                  <a:lnTo>
                    <a:pt x="7096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88003"/>
                  </a:lnTo>
                  <a:lnTo>
                    <a:pt x="1958803" y="95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760265" y="6322035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0" y="15850"/>
                  </a:moveTo>
                  <a:lnTo>
                    <a:pt x="0" y="7096"/>
                  </a:lnTo>
                  <a:lnTo>
                    <a:pt x="7096" y="0"/>
                  </a:lnTo>
                  <a:lnTo>
                    <a:pt x="15849" y="0"/>
                  </a:lnTo>
                  <a:lnTo>
                    <a:pt x="1950049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15850"/>
                  </a:lnTo>
                  <a:lnTo>
                    <a:pt x="1965899" y="79249"/>
                  </a:lnTo>
                  <a:lnTo>
                    <a:pt x="1965899" y="88003"/>
                  </a:lnTo>
                  <a:lnTo>
                    <a:pt x="1958803" y="95099"/>
                  </a:lnTo>
                  <a:lnTo>
                    <a:pt x="1950049" y="95099"/>
                  </a:lnTo>
                  <a:lnTo>
                    <a:pt x="15849" y="95099"/>
                  </a:lnTo>
                  <a:lnTo>
                    <a:pt x="7096" y="95099"/>
                  </a:lnTo>
                  <a:lnTo>
                    <a:pt x="0" y="88003"/>
                  </a:lnTo>
                  <a:lnTo>
                    <a:pt x="0" y="79249"/>
                  </a:lnTo>
                  <a:lnTo>
                    <a:pt x="0" y="158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485074" y="5410500"/>
              <a:ext cx="1766570" cy="1228725"/>
            </a:xfrm>
            <a:custGeom>
              <a:avLst/>
              <a:gdLst/>
              <a:ahLst/>
              <a:cxnLst/>
              <a:rect l="l" t="t" r="r" b="b"/>
              <a:pathLst>
                <a:path w="1766569" h="1228725">
                  <a:moveTo>
                    <a:pt x="17663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1766399" y="0"/>
                  </a:lnTo>
                  <a:lnTo>
                    <a:pt x="1766399" y="1228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95775" y="5778746"/>
              <a:ext cx="491999" cy="4919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98975" y="5701650"/>
              <a:ext cx="646199" cy="6461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620750" y="4550200"/>
              <a:ext cx="4039235" cy="2703195"/>
            </a:xfrm>
            <a:custGeom>
              <a:avLst/>
              <a:gdLst/>
              <a:ahLst/>
              <a:cxnLst/>
              <a:rect l="l" t="t" r="r" b="b"/>
              <a:pathLst>
                <a:path w="4039235" h="2703195">
                  <a:moveTo>
                    <a:pt x="4039199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4039199" y="0"/>
                  </a:lnTo>
                  <a:lnTo>
                    <a:pt x="4039199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43900" y="5730475"/>
              <a:ext cx="973972" cy="97214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0083" y="5278542"/>
              <a:ext cx="810731" cy="80920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6824" y="5811942"/>
              <a:ext cx="810731" cy="80920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620750" y="4550200"/>
            <a:ext cx="403923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535"/>
              </a:spcBef>
            </a:pPr>
            <a:r>
              <a:rPr sz="2800" b="1" spc="-185" dirty="0">
                <a:latin typeface="Tahoma"/>
                <a:cs typeface="Tahoma"/>
              </a:rPr>
              <a:t>Information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0" dirty="0">
                <a:latin typeface="Tahoma"/>
                <a:cs typeface="Tahoma"/>
              </a:rPr>
              <a:t>Sources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Tahoma"/>
              <a:cs typeface="Tahoma"/>
            </a:endParaRPr>
          </a:p>
          <a:p>
            <a:pPr marL="449580" algn="ctr">
              <a:lnSpc>
                <a:spcPct val="100000"/>
              </a:lnSpc>
            </a:pPr>
            <a:r>
              <a:rPr sz="2400" spc="15" dirty="0">
                <a:latin typeface="Tahoma"/>
                <a:cs typeface="Tahoma"/>
              </a:rPr>
              <a:t>Database</a:t>
            </a:r>
            <a:endParaRPr sz="2400">
              <a:latin typeface="Tahoma"/>
              <a:cs typeface="Tahoma"/>
            </a:endParaRPr>
          </a:p>
          <a:p>
            <a:pPr marR="217804" algn="ctr">
              <a:lnSpc>
                <a:spcPct val="100000"/>
              </a:lnSpc>
              <a:spcBef>
                <a:spcPts val="1320"/>
              </a:spcBef>
              <a:tabLst>
                <a:tab pos="2908935" algn="l"/>
              </a:tabLst>
            </a:pPr>
            <a:r>
              <a:rPr sz="2400" spc="25" dirty="0">
                <a:latin typeface="Tahoma"/>
                <a:cs typeface="Tahoma"/>
              </a:rPr>
              <a:t>Documents	</a:t>
            </a:r>
            <a:r>
              <a:rPr sz="2400" spc="80" dirty="0">
                <a:latin typeface="Tahoma"/>
                <a:cs typeface="Tahoma"/>
              </a:rPr>
              <a:t>Web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26249" y="2536500"/>
            <a:ext cx="14986635" cy="800735"/>
          </a:xfrm>
          <a:prstGeom prst="rect">
            <a:avLst/>
          </a:prstGeom>
          <a:solidFill>
            <a:srgbClr val="EEEEEE"/>
          </a:solidFill>
          <a:ln w="9524">
            <a:solidFill>
              <a:srgbClr val="000000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1330"/>
              </a:spcBef>
            </a:pPr>
            <a:r>
              <a:rPr sz="2800" b="1" spc="-120" dirty="0">
                <a:latin typeface="Tahoma"/>
                <a:cs typeface="Tahoma"/>
              </a:rPr>
              <a:t>Application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5" dirty="0">
                <a:latin typeface="Tahoma"/>
                <a:cs typeface="Tahoma"/>
              </a:rPr>
              <a:t>Interfaces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e.g.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15" dirty="0">
                <a:latin typeface="Tahoma"/>
                <a:cs typeface="Tahoma"/>
              </a:rPr>
              <a:t>Websites,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Mobile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Applications,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APIs,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etc.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25000" y="3547824"/>
            <a:ext cx="14986635" cy="800735"/>
          </a:xfrm>
          <a:prstGeom prst="rect">
            <a:avLst/>
          </a:prstGeom>
          <a:solidFill>
            <a:srgbClr val="EEEEEE"/>
          </a:solidFill>
          <a:ln w="9524">
            <a:solidFill>
              <a:srgbClr val="000000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R="147320" algn="ctr">
              <a:lnSpc>
                <a:spcPct val="100000"/>
              </a:lnSpc>
              <a:spcBef>
                <a:spcPts val="1285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Tools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5" dirty="0">
                <a:latin typeface="Tahoma"/>
                <a:cs typeface="Tahoma"/>
              </a:rPr>
              <a:t>Frameworks</a:t>
            </a:r>
            <a:r>
              <a:rPr sz="2800" b="1" spc="-254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e.g.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LangChain,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Hubs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9212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0" dirty="0"/>
              <a:t>Building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5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applications</a:t>
            </a:r>
            <a:endParaRPr sz="5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7050" y="1582369"/>
            <a:ext cx="930799" cy="930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13525" y="1230218"/>
            <a:ext cx="3486785" cy="1096010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684655">
              <a:lnSpc>
                <a:spcPct val="100000"/>
              </a:lnSpc>
              <a:spcBef>
                <a:spcPts val="1870"/>
              </a:spcBef>
            </a:pPr>
            <a:r>
              <a:rPr sz="2800" b="1" spc="-175" dirty="0">
                <a:latin typeface="Tahoma"/>
                <a:cs typeface="Tahoma"/>
              </a:rPr>
              <a:t>Consumers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spc="30" dirty="0">
                <a:latin typeface="Tahoma"/>
                <a:cs typeface="Tahoma"/>
              </a:rPr>
              <a:t>Users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4900" y="1773120"/>
            <a:ext cx="646199" cy="64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818725" y="1932400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Systems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03200" y="4550200"/>
            <a:ext cx="5078095" cy="2703195"/>
            <a:chOff x="5803200" y="4550200"/>
            <a:chExt cx="5078095" cy="2703195"/>
          </a:xfrm>
        </p:grpSpPr>
        <p:sp>
          <p:nvSpPr>
            <p:cNvPr id="8" name="object 8"/>
            <p:cNvSpPr/>
            <p:nvPr/>
          </p:nvSpPr>
          <p:spPr>
            <a:xfrm>
              <a:off x="5803200" y="4550200"/>
              <a:ext cx="5078095" cy="2703195"/>
            </a:xfrm>
            <a:custGeom>
              <a:avLst/>
              <a:gdLst/>
              <a:ahLst/>
              <a:cxnLst/>
              <a:rect l="l" t="t" r="r" b="b"/>
              <a:pathLst>
                <a:path w="5078095" h="2703195">
                  <a:moveTo>
                    <a:pt x="5077800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077800" y="0"/>
                  </a:lnTo>
                  <a:lnTo>
                    <a:pt x="5077800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82909" y="5213350"/>
              <a:ext cx="1874520" cy="1874520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937199" y="1874399"/>
                  </a:moveTo>
                  <a:lnTo>
                    <a:pt x="888971" y="1873180"/>
                  </a:lnTo>
                  <a:lnTo>
                    <a:pt x="841376" y="1869561"/>
                  </a:lnTo>
                  <a:lnTo>
                    <a:pt x="794473" y="1863601"/>
                  </a:lnTo>
                  <a:lnTo>
                    <a:pt x="748321" y="1855359"/>
                  </a:lnTo>
                  <a:lnTo>
                    <a:pt x="702978" y="1844894"/>
                  </a:lnTo>
                  <a:lnTo>
                    <a:pt x="658505" y="1832265"/>
                  </a:lnTo>
                  <a:lnTo>
                    <a:pt x="614958" y="1817530"/>
                  </a:lnTo>
                  <a:lnTo>
                    <a:pt x="572399" y="1800750"/>
                  </a:lnTo>
                  <a:lnTo>
                    <a:pt x="530884" y="1781981"/>
                  </a:lnTo>
                  <a:lnTo>
                    <a:pt x="490474" y="1761285"/>
                  </a:lnTo>
                  <a:lnTo>
                    <a:pt x="451227" y="1738718"/>
                  </a:lnTo>
                  <a:lnTo>
                    <a:pt x="413202" y="1714341"/>
                  </a:lnTo>
                  <a:lnTo>
                    <a:pt x="376457" y="1688211"/>
                  </a:lnTo>
                  <a:lnTo>
                    <a:pt x="341053" y="1660389"/>
                  </a:lnTo>
                  <a:lnTo>
                    <a:pt x="307047" y="1630932"/>
                  </a:lnTo>
                  <a:lnTo>
                    <a:pt x="274499" y="1599900"/>
                  </a:lnTo>
                  <a:lnTo>
                    <a:pt x="243467" y="1567352"/>
                  </a:lnTo>
                  <a:lnTo>
                    <a:pt x="214010" y="1533346"/>
                  </a:lnTo>
                  <a:lnTo>
                    <a:pt x="186188" y="1497941"/>
                  </a:lnTo>
                  <a:lnTo>
                    <a:pt x="160058" y="1461197"/>
                  </a:lnTo>
                  <a:lnTo>
                    <a:pt x="135681" y="1423172"/>
                  </a:lnTo>
                  <a:lnTo>
                    <a:pt x="113114" y="1383925"/>
                  </a:lnTo>
                  <a:lnTo>
                    <a:pt x="92417" y="1343515"/>
                  </a:lnTo>
                  <a:lnTo>
                    <a:pt x="73649" y="1302000"/>
                  </a:lnTo>
                  <a:lnTo>
                    <a:pt x="56868" y="1259440"/>
                  </a:lnTo>
                  <a:lnTo>
                    <a:pt x="42134" y="1215894"/>
                  </a:lnTo>
                  <a:lnTo>
                    <a:pt x="29505" y="1171420"/>
                  </a:lnTo>
                  <a:lnTo>
                    <a:pt x="19040" y="1126078"/>
                  </a:lnTo>
                  <a:lnTo>
                    <a:pt x="10798" y="1079926"/>
                  </a:lnTo>
                  <a:lnTo>
                    <a:pt x="4838" y="1033023"/>
                  </a:lnTo>
                  <a:lnTo>
                    <a:pt x="1219" y="985428"/>
                  </a:lnTo>
                  <a:lnTo>
                    <a:pt x="0" y="937199"/>
                  </a:lnTo>
                  <a:lnTo>
                    <a:pt x="1219" y="888971"/>
                  </a:lnTo>
                  <a:lnTo>
                    <a:pt x="4838" y="841376"/>
                  </a:lnTo>
                  <a:lnTo>
                    <a:pt x="10798" y="794473"/>
                  </a:lnTo>
                  <a:lnTo>
                    <a:pt x="19040" y="748321"/>
                  </a:lnTo>
                  <a:lnTo>
                    <a:pt x="29505" y="702979"/>
                  </a:lnTo>
                  <a:lnTo>
                    <a:pt x="42134" y="658505"/>
                  </a:lnTo>
                  <a:lnTo>
                    <a:pt x="56868" y="614959"/>
                  </a:lnTo>
                  <a:lnTo>
                    <a:pt x="73649" y="572399"/>
                  </a:lnTo>
                  <a:lnTo>
                    <a:pt x="92417" y="530885"/>
                  </a:lnTo>
                  <a:lnTo>
                    <a:pt x="113114" y="490474"/>
                  </a:lnTo>
                  <a:lnTo>
                    <a:pt x="135681" y="451227"/>
                  </a:lnTo>
                  <a:lnTo>
                    <a:pt x="160058" y="413202"/>
                  </a:lnTo>
                  <a:lnTo>
                    <a:pt x="186188" y="376458"/>
                  </a:lnTo>
                  <a:lnTo>
                    <a:pt x="214010" y="341053"/>
                  </a:lnTo>
                  <a:lnTo>
                    <a:pt x="243467" y="307047"/>
                  </a:lnTo>
                  <a:lnTo>
                    <a:pt x="274499" y="274499"/>
                  </a:lnTo>
                  <a:lnTo>
                    <a:pt x="307047" y="243467"/>
                  </a:lnTo>
                  <a:lnTo>
                    <a:pt x="341053" y="214010"/>
                  </a:lnTo>
                  <a:lnTo>
                    <a:pt x="376457" y="186188"/>
                  </a:lnTo>
                  <a:lnTo>
                    <a:pt x="413202" y="160059"/>
                  </a:lnTo>
                  <a:lnTo>
                    <a:pt x="451227" y="135681"/>
                  </a:lnTo>
                  <a:lnTo>
                    <a:pt x="490474" y="113114"/>
                  </a:lnTo>
                  <a:lnTo>
                    <a:pt x="530884" y="92418"/>
                  </a:lnTo>
                  <a:lnTo>
                    <a:pt x="572399" y="73649"/>
                  </a:lnTo>
                  <a:lnTo>
                    <a:pt x="614958" y="56869"/>
                  </a:lnTo>
                  <a:lnTo>
                    <a:pt x="658505" y="42134"/>
                  </a:lnTo>
                  <a:lnTo>
                    <a:pt x="702978" y="29505"/>
                  </a:lnTo>
                  <a:lnTo>
                    <a:pt x="748321" y="19040"/>
                  </a:lnTo>
                  <a:lnTo>
                    <a:pt x="794473" y="10798"/>
                  </a:lnTo>
                  <a:lnTo>
                    <a:pt x="841376" y="4838"/>
                  </a:lnTo>
                  <a:lnTo>
                    <a:pt x="888971" y="1219"/>
                  </a:lnTo>
                  <a:lnTo>
                    <a:pt x="937199" y="0"/>
                  </a:lnTo>
                  <a:lnTo>
                    <a:pt x="986760" y="1310"/>
                  </a:lnTo>
                  <a:lnTo>
                    <a:pt x="1035956" y="5214"/>
                  </a:lnTo>
                  <a:lnTo>
                    <a:pt x="1084695" y="11675"/>
                  </a:lnTo>
                  <a:lnTo>
                    <a:pt x="1132882" y="20652"/>
                  </a:lnTo>
                  <a:lnTo>
                    <a:pt x="1180424" y="32108"/>
                  </a:lnTo>
                  <a:lnTo>
                    <a:pt x="1227230" y="46005"/>
                  </a:lnTo>
                  <a:lnTo>
                    <a:pt x="1273204" y="62302"/>
                  </a:lnTo>
                  <a:lnTo>
                    <a:pt x="1318254" y="80963"/>
                  </a:lnTo>
                  <a:lnTo>
                    <a:pt x="1362287" y="101947"/>
                  </a:lnTo>
                  <a:lnTo>
                    <a:pt x="1405209" y="125217"/>
                  </a:lnTo>
                  <a:lnTo>
                    <a:pt x="1446928" y="150734"/>
                  </a:lnTo>
                  <a:lnTo>
                    <a:pt x="1487349" y="178460"/>
                  </a:lnTo>
                  <a:lnTo>
                    <a:pt x="1526380" y="208355"/>
                  </a:lnTo>
                  <a:lnTo>
                    <a:pt x="1563928" y="240381"/>
                  </a:lnTo>
                  <a:lnTo>
                    <a:pt x="1599900" y="274499"/>
                  </a:lnTo>
                  <a:lnTo>
                    <a:pt x="1634018" y="310470"/>
                  </a:lnTo>
                  <a:lnTo>
                    <a:pt x="1666044" y="348018"/>
                  </a:lnTo>
                  <a:lnTo>
                    <a:pt x="1695939" y="387049"/>
                  </a:lnTo>
                  <a:lnTo>
                    <a:pt x="1723664" y="427471"/>
                  </a:lnTo>
                  <a:lnTo>
                    <a:pt x="1749181" y="469190"/>
                  </a:lnTo>
                  <a:lnTo>
                    <a:pt x="1772451" y="512112"/>
                  </a:lnTo>
                  <a:lnTo>
                    <a:pt x="1793436" y="556145"/>
                  </a:lnTo>
                  <a:lnTo>
                    <a:pt x="1812096" y="601195"/>
                  </a:lnTo>
                  <a:lnTo>
                    <a:pt x="1828394" y="647169"/>
                  </a:lnTo>
                  <a:lnTo>
                    <a:pt x="1842290" y="693974"/>
                  </a:lnTo>
                  <a:lnTo>
                    <a:pt x="1853747" y="741517"/>
                  </a:lnTo>
                  <a:lnTo>
                    <a:pt x="1862724" y="789704"/>
                  </a:lnTo>
                  <a:lnTo>
                    <a:pt x="1869185" y="838442"/>
                  </a:lnTo>
                  <a:lnTo>
                    <a:pt x="1873089" y="887639"/>
                  </a:lnTo>
                  <a:lnTo>
                    <a:pt x="1874399" y="937199"/>
                  </a:lnTo>
                  <a:lnTo>
                    <a:pt x="1873180" y="985428"/>
                  </a:lnTo>
                  <a:lnTo>
                    <a:pt x="1869561" y="1033023"/>
                  </a:lnTo>
                  <a:lnTo>
                    <a:pt x="1863601" y="1079926"/>
                  </a:lnTo>
                  <a:lnTo>
                    <a:pt x="1855359" y="1126078"/>
                  </a:lnTo>
                  <a:lnTo>
                    <a:pt x="1844894" y="1171420"/>
                  </a:lnTo>
                  <a:lnTo>
                    <a:pt x="1832265" y="1215894"/>
                  </a:lnTo>
                  <a:lnTo>
                    <a:pt x="1817530" y="1259440"/>
                  </a:lnTo>
                  <a:lnTo>
                    <a:pt x="1800750" y="1302000"/>
                  </a:lnTo>
                  <a:lnTo>
                    <a:pt x="1781981" y="1343515"/>
                  </a:lnTo>
                  <a:lnTo>
                    <a:pt x="1761284" y="1383925"/>
                  </a:lnTo>
                  <a:lnTo>
                    <a:pt x="1738718" y="1423172"/>
                  </a:lnTo>
                  <a:lnTo>
                    <a:pt x="1714340" y="1461197"/>
                  </a:lnTo>
                  <a:lnTo>
                    <a:pt x="1688211" y="1497941"/>
                  </a:lnTo>
                  <a:lnTo>
                    <a:pt x="1660388" y="1533346"/>
                  </a:lnTo>
                  <a:lnTo>
                    <a:pt x="1630932" y="1567352"/>
                  </a:lnTo>
                  <a:lnTo>
                    <a:pt x="1599900" y="1599900"/>
                  </a:lnTo>
                  <a:lnTo>
                    <a:pt x="1567351" y="1630932"/>
                  </a:lnTo>
                  <a:lnTo>
                    <a:pt x="1533345" y="1660389"/>
                  </a:lnTo>
                  <a:lnTo>
                    <a:pt x="1497941" y="1688211"/>
                  </a:lnTo>
                  <a:lnTo>
                    <a:pt x="1461197" y="1714341"/>
                  </a:lnTo>
                  <a:lnTo>
                    <a:pt x="1423171" y="1738718"/>
                  </a:lnTo>
                  <a:lnTo>
                    <a:pt x="1383924" y="1761285"/>
                  </a:lnTo>
                  <a:lnTo>
                    <a:pt x="1343514" y="1781981"/>
                  </a:lnTo>
                  <a:lnTo>
                    <a:pt x="1302000" y="1800750"/>
                  </a:lnTo>
                  <a:lnTo>
                    <a:pt x="1259440" y="1817530"/>
                  </a:lnTo>
                  <a:lnTo>
                    <a:pt x="1215894" y="1832265"/>
                  </a:lnTo>
                  <a:lnTo>
                    <a:pt x="1171420" y="1844894"/>
                  </a:lnTo>
                  <a:lnTo>
                    <a:pt x="1126078" y="1855359"/>
                  </a:lnTo>
                  <a:lnTo>
                    <a:pt x="1079926" y="1863601"/>
                  </a:lnTo>
                  <a:lnTo>
                    <a:pt x="1033023" y="1869561"/>
                  </a:lnTo>
                  <a:lnTo>
                    <a:pt x="985428" y="1873180"/>
                  </a:lnTo>
                  <a:lnTo>
                    <a:pt x="937199" y="18743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03200" y="4550200"/>
            <a:ext cx="5078095" cy="270319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27025" algn="ctr">
              <a:lnSpc>
                <a:spcPct val="100000"/>
              </a:lnSpc>
              <a:spcBef>
                <a:spcPts val="1420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14" dirty="0">
                <a:latin typeface="Tahoma"/>
                <a:cs typeface="Tahoma"/>
              </a:rPr>
              <a:t>Models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ahoma"/>
              <a:cs typeface="Tahoma"/>
            </a:endParaRPr>
          </a:p>
          <a:p>
            <a:pPr marL="2253615" marR="1675130" indent="-454659">
              <a:lnSpc>
                <a:spcPct val="100400"/>
              </a:lnSpc>
            </a:pPr>
            <a:r>
              <a:rPr sz="2800" spc="-5" dirty="0">
                <a:latin typeface="Arial MT"/>
                <a:cs typeface="Arial MT"/>
              </a:rPr>
              <a:t>Optimized  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15392" y="7464300"/>
            <a:ext cx="15005685" cy="846455"/>
          </a:xfrm>
          <a:custGeom>
            <a:avLst/>
            <a:gdLst/>
            <a:ahLst/>
            <a:cxnLst/>
            <a:rect l="l" t="t" r="r" b="b"/>
            <a:pathLst>
              <a:path w="15005685" h="846454">
                <a:moveTo>
                  <a:pt x="15005400" y="845999"/>
                </a:moveTo>
                <a:lnTo>
                  <a:pt x="0" y="845999"/>
                </a:lnTo>
                <a:lnTo>
                  <a:pt x="0" y="0"/>
                </a:lnTo>
                <a:lnTo>
                  <a:pt x="15005400" y="0"/>
                </a:lnTo>
                <a:lnTo>
                  <a:pt x="15005400" y="8459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15392" y="7464300"/>
            <a:ext cx="15005685" cy="84645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2387600">
              <a:lnSpc>
                <a:spcPct val="100000"/>
              </a:lnSpc>
              <a:spcBef>
                <a:spcPts val="1430"/>
              </a:spcBef>
            </a:pPr>
            <a:r>
              <a:rPr sz="2900" b="1" spc="-175" dirty="0">
                <a:latin typeface="Tahoma"/>
                <a:cs typeface="Tahoma"/>
              </a:rPr>
              <a:t>Infrastructure</a:t>
            </a:r>
            <a:r>
              <a:rPr sz="2900" b="1" spc="-270" dirty="0">
                <a:latin typeface="Tahoma"/>
                <a:cs typeface="Tahoma"/>
              </a:rPr>
              <a:t> </a:t>
            </a:r>
            <a:r>
              <a:rPr sz="2900" spc="-165" dirty="0">
                <a:latin typeface="Tahoma"/>
                <a:cs typeface="Tahoma"/>
              </a:rPr>
              <a:t>e.g.</a:t>
            </a:r>
            <a:r>
              <a:rPr sz="2900" spc="229" dirty="0">
                <a:latin typeface="Tahoma"/>
                <a:cs typeface="Tahoma"/>
              </a:rPr>
              <a:t> </a:t>
            </a:r>
            <a:r>
              <a:rPr sz="2900" spc="-45" dirty="0">
                <a:latin typeface="Tahoma"/>
                <a:cs typeface="Tahoma"/>
              </a:rPr>
              <a:t>Training/Fine-Tuning,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-30" dirty="0">
                <a:latin typeface="Tahoma"/>
                <a:cs typeface="Tahoma"/>
              </a:rPr>
              <a:t>Serving,</a:t>
            </a:r>
            <a:r>
              <a:rPr sz="2900" spc="-340" dirty="0">
                <a:latin typeface="Tahoma"/>
                <a:cs typeface="Tahoma"/>
              </a:rPr>
              <a:t> </a:t>
            </a:r>
            <a:r>
              <a:rPr sz="2900" spc="50" dirty="0">
                <a:latin typeface="Tahoma"/>
                <a:cs typeface="Tahoma"/>
              </a:rPr>
              <a:t>Application</a:t>
            </a:r>
            <a:r>
              <a:rPr sz="2900" spc="-345" dirty="0">
                <a:latin typeface="Tahoma"/>
                <a:cs typeface="Tahoma"/>
              </a:rPr>
              <a:t> </a:t>
            </a:r>
            <a:r>
              <a:rPr sz="2900" spc="30" dirty="0">
                <a:latin typeface="Tahoma"/>
                <a:cs typeface="Tahoma"/>
              </a:rPr>
              <a:t>Components</a:t>
            </a:r>
            <a:endParaRPr sz="29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55750" y="4550200"/>
            <a:ext cx="14662785" cy="3934460"/>
            <a:chOff x="1955750" y="4550200"/>
            <a:chExt cx="14662785" cy="39344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5750" y="7294875"/>
              <a:ext cx="1189649" cy="11896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024249" y="4550200"/>
              <a:ext cx="5594350" cy="2703195"/>
            </a:xfrm>
            <a:custGeom>
              <a:avLst/>
              <a:gdLst/>
              <a:ahLst/>
              <a:cxnLst/>
              <a:rect l="l" t="t" r="r" b="b"/>
              <a:pathLst>
                <a:path w="5594350" h="2703195">
                  <a:moveTo>
                    <a:pt x="5593799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5593799" y="0"/>
                  </a:lnTo>
                  <a:lnTo>
                    <a:pt x="5593799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024249" y="4550200"/>
            <a:ext cx="5594350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420"/>
              </a:spcBef>
            </a:pPr>
            <a:r>
              <a:rPr sz="2800" b="1" spc="-145" dirty="0">
                <a:latin typeface="Tahoma"/>
                <a:cs typeface="Tahoma"/>
              </a:rPr>
              <a:t>Gene</a:t>
            </a:r>
            <a:r>
              <a:rPr sz="2800" b="1" spc="-140" dirty="0">
                <a:latin typeface="Tahoma"/>
                <a:cs typeface="Tahoma"/>
              </a:rPr>
              <a:t>r</a:t>
            </a:r>
            <a:r>
              <a:rPr sz="2800" b="1" spc="-155" dirty="0">
                <a:latin typeface="Tahoma"/>
                <a:cs typeface="Tahoma"/>
              </a:rPr>
              <a:t>ate</a:t>
            </a:r>
            <a:r>
              <a:rPr sz="2800" b="1" spc="-180" dirty="0">
                <a:latin typeface="Tahoma"/>
                <a:cs typeface="Tahoma"/>
              </a:rPr>
              <a:t>d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5" dirty="0">
                <a:latin typeface="Tahoma"/>
                <a:cs typeface="Tahoma"/>
              </a:rPr>
              <a:t>Output</a:t>
            </a:r>
            <a:r>
              <a:rPr sz="2800" b="1" spc="-114" dirty="0">
                <a:latin typeface="Tahoma"/>
                <a:cs typeface="Tahoma"/>
              </a:rPr>
              <a:t>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F</a:t>
            </a:r>
            <a:r>
              <a:rPr sz="2800" b="1" spc="-175" dirty="0">
                <a:latin typeface="Tahoma"/>
                <a:cs typeface="Tahoma"/>
              </a:rPr>
              <a:t>eedback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20750" y="4550200"/>
            <a:ext cx="14631035" cy="2703195"/>
            <a:chOff x="1620750" y="4550200"/>
            <a:chExt cx="14631035" cy="2703195"/>
          </a:xfrm>
        </p:grpSpPr>
        <p:sp>
          <p:nvSpPr>
            <p:cNvPr id="18" name="object 18"/>
            <p:cNvSpPr/>
            <p:nvPr/>
          </p:nvSpPr>
          <p:spPr>
            <a:xfrm>
              <a:off x="11351452" y="5410500"/>
              <a:ext cx="2835275" cy="1228725"/>
            </a:xfrm>
            <a:custGeom>
              <a:avLst/>
              <a:gdLst/>
              <a:ahLst/>
              <a:cxnLst/>
              <a:rect l="l" t="t" r="r" b="b"/>
              <a:pathLst>
                <a:path w="2835275" h="1228725">
                  <a:moveTo>
                    <a:pt x="28346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12284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25071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85227"/>
                  </a:lnTo>
                  <a:lnTo>
                    <a:pt x="25071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534327" y="5640837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2498648" y="0"/>
                  </a:lnTo>
                  <a:lnTo>
                    <a:pt x="2502720" y="0"/>
                  </a:lnTo>
                  <a:lnTo>
                    <a:pt x="2506624" y="1617"/>
                  </a:lnTo>
                  <a:lnTo>
                    <a:pt x="2509503" y="4495"/>
                  </a:lnTo>
                  <a:lnTo>
                    <a:pt x="2512383" y="7374"/>
                  </a:lnTo>
                  <a:lnTo>
                    <a:pt x="2513999" y="11279"/>
                  </a:lnTo>
                  <a:lnTo>
                    <a:pt x="2513999" y="15350"/>
                  </a:lnTo>
                  <a:lnTo>
                    <a:pt x="2513999" y="76749"/>
                  </a:lnTo>
                  <a:lnTo>
                    <a:pt x="2513999" y="85227"/>
                  </a:lnTo>
                  <a:lnTo>
                    <a:pt x="2507127" y="92099"/>
                  </a:lnTo>
                  <a:lnTo>
                    <a:pt x="24986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534323" y="5861350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22938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85227"/>
                  </a:lnTo>
                  <a:lnTo>
                    <a:pt x="22938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534323" y="5861350"/>
              <a:ext cx="2301240" cy="92710"/>
            </a:xfrm>
            <a:custGeom>
              <a:avLst/>
              <a:gdLst/>
              <a:ahLst/>
              <a:cxnLst/>
              <a:rect l="l" t="t" r="r" b="b"/>
              <a:pathLst>
                <a:path w="2301240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49" y="0"/>
                  </a:lnTo>
                  <a:lnTo>
                    <a:pt x="2285349" y="0"/>
                  </a:lnTo>
                  <a:lnTo>
                    <a:pt x="2289420" y="0"/>
                  </a:lnTo>
                  <a:lnTo>
                    <a:pt x="2293324" y="1617"/>
                  </a:lnTo>
                  <a:lnTo>
                    <a:pt x="2296203" y="4495"/>
                  </a:lnTo>
                  <a:lnTo>
                    <a:pt x="2299082" y="7374"/>
                  </a:lnTo>
                  <a:lnTo>
                    <a:pt x="2300699" y="11279"/>
                  </a:lnTo>
                  <a:lnTo>
                    <a:pt x="2300699" y="15350"/>
                  </a:lnTo>
                  <a:lnTo>
                    <a:pt x="2300699" y="76749"/>
                  </a:lnTo>
                  <a:lnTo>
                    <a:pt x="2300699" y="85227"/>
                  </a:lnTo>
                  <a:lnTo>
                    <a:pt x="2293827" y="92099"/>
                  </a:lnTo>
                  <a:lnTo>
                    <a:pt x="2285349" y="92099"/>
                  </a:lnTo>
                  <a:lnTo>
                    <a:pt x="15349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29690" y="6063962"/>
              <a:ext cx="146624" cy="14752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1410327" y="92099"/>
                  </a:moveTo>
                  <a:lnTo>
                    <a:pt x="6872" y="92099"/>
                  </a:lnTo>
                  <a:lnTo>
                    <a:pt x="0" y="85227"/>
                  </a:lnTo>
                  <a:lnTo>
                    <a:pt x="0" y="15350"/>
                  </a:lnTo>
                  <a:lnTo>
                    <a:pt x="0" y="6872"/>
                  </a:lnTo>
                  <a:lnTo>
                    <a:pt x="6872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85227"/>
                  </a:lnTo>
                  <a:lnTo>
                    <a:pt x="1410327" y="92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757277" y="609169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19" h="92710">
                  <a:moveTo>
                    <a:pt x="0" y="15350"/>
                  </a:moveTo>
                  <a:lnTo>
                    <a:pt x="0" y="6872"/>
                  </a:lnTo>
                  <a:lnTo>
                    <a:pt x="6872" y="0"/>
                  </a:lnTo>
                  <a:lnTo>
                    <a:pt x="15350" y="0"/>
                  </a:lnTo>
                  <a:lnTo>
                    <a:pt x="1401848" y="0"/>
                  </a:lnTo>
                  <a:lnTo>
                    <a:pt x="1405920" y="0"/>
                  </a:lnTo>
                  <a:lnTo>
                    <a:pt x="1409824" y="1617"/>
                  </a:lnTo>
                  <a:lnTo>
                    <a:pt x="1412703" y="4496"/>
                  </a:lnTo>
                  <a:lnTo>
                    <a:pt x="1415583" y="7374"/>
                  </a:lnTo>
                  <a:lnTo>
                    <a:pt x="1417199" y="11279"/>
                  </a:lnTo>
                  <a:lnTo>
                    <a:pt x="1417199" y="15350"/>
                  </a:lnTo>
                  <a:lnTo>
                    <a:pt x="1417199" y="76749"/>
                  </a:lnTo>
                  <a:lnTo>
                    <a:pt x="1417199" y="85227"/>
                  </a:lnTo>
                  <a:lnTo>
                    <a:pt x="1410327" y="92099"/>
                  </a:lnTo>
                  <a:lnTo>
                    <a:pt x="1401848" y="92099"/>
                  </a:lnTo>
                  <a:lnTo>
                    <a:pt x="15350" y="92099"/>
                  </a:lnTo>
                  <a:lnTo>
                    <a:pt x="6872" y="92099"/>
                  </a:lnTo>
                  <a:lnTo>
                    <a:pt x="0" y="85227"/>
                  </a:lnTo>
                  <a:lnTo>
                    <a:pt x="0" y="76749"/>
                  </a:lnTo>
                  <a:lnTo>
                    <a:pt x="0" y="15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32678" y="6294299"/>
              <a:ext cx="146624" cy="14752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760265" y="6322035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1958803" y="95099"/>
                  </a:moveTo>
                  <a:lnTo>
                    <a:pt x="7096" y="95099"/>
                  </a:lnTo>
                  <a:lnTo>
                    <a:pt x="0" y="88003"/>
                  </a:lnTo>
                  <a:lnTo>
                    <a:pt x="0" y="15850"/>
                  </a:lnTo>
                  <a:lnTo>
                    <a:pt x="0" y="7096"/>
                  </a:lnTo>
                  <a:lnTo>
                    <a:pt x="7096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88003"/>
                  </a:lnTo>
                  <a:lnTo>
                    <a:pt x="1958803" y="95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760265" y="6322035"/>
              <a:ext cx="1965960" cy="95250"/>
            </a:xfrm>
            <a:custGeom>
              <a:avLst/>
              <a:gdLst/>
              <a:ahLst/>
              <a:cxnLst/>
              <a:rect l="l" t="t" r="r" b="b"/>
              <a:pathLst>
                <a:path w="1965959" h="95250">
                  <a:moveTo>
                    <a:pt x="0" y="15850"/>
                  </a:moveTo>
                  <a:lnTo>
                    <a:pt x="0" y="7096"/>
                  </a:lnTo>
                  <a:lnTo>
                    <a:pt x="7096" y="0"/>
                  </a:lnTo>
                  <a:lnTo>
                    <a:pt x="15849" y="0"/>
                  </a:lnTo>
                  <a:lnTo>
                    <a:pt x="1950049" y="0"/>
                  </a:lnTo>
                  <a:lnTo>
                    <a:pt x="1954253" y="0"/>
                  </a:lnTo>
                  <a:lnTo>
                    <a:pt x="1958284" y="1669"/>
                  </a:lnTo>
                  <a:lnTo>
                    <a:pt x="1961257" y="4642"/>
                  </a:lnTo>
                  <a:lnTo>
                    <a:pt x="1964229" y="7614"/>
                  </a:lnTo>
                  <a:lnTo>
                    <a:pt x="1965899" y="11646"/>
                  </a:lnTo>
                  <a:lnTo>
                    <a:pt x="1965899" y="15850"/>
                  </a:lnTo>
                  <a:lnTo>
                    <a:pt x="1965899" y="79249"/>
                  </a:lnTo>
                  <a:lnTo>
                    <a:pt x="1965899" y="88003"/>
                  </a:lnTo>
                  <a:lnTo>
                    <a:pt x="1958803" y="95099"/>
                  </a:lnTo>
                  <a:lnTo>
                    <a:pt x="1950049" y="95099"/>
                  </a:lnTo>
                  <a:lnTo>
                    <a:pt x="15849" y="95099"/>
                  </a:lnTo>
                  <a:lnTo>
                    <a:pt x="7096" y="95099"/>
                  </a:lnTo>
                  <a:lnTo>
                    <a:pt x="0" y="88003"/>
                  </a:lnTo>
                  <a:lnTo>
                    <a:pt x="0" y="79249"/>
                  </a:lnTo>
                  <a:lnTo>
                    <a:pt x="0" y="158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485074" y="5410500"/>
              <a:ext cx="1766570" cy="1228725"/>
            </a:xfrm>
            <a:custGeom>
              <a:avLst/>
              <a:gdLst/>
              <a:ahLst/>
              <a:cxnLst/>
              <a:rect l="l" t="t" r="r" b="b"/>
              <a:pathLst>
                <a:path w="1766569" h="1228725">
                  <a:moveTo>
                    <a:pt x="1766399" y="1228499"/>
                  </a:moveTo>
                  <a:lnTo>
                    <a:pt x="0" y="1228499"/>
                  </a:lnTo>
                  <a:lnTo>
                    <a:pt x="0" y="0"/>
                  </a:lnTo>
                  <a:lnTo>
                    <a:pt x="1766399" y="0"/>
                  </a:lnTo>
                  <a:lnTo>
                    <a:pt x="1766399" y="1228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95775" y="5778746"/>
              <a:ext cx="491999" cy="4919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98975" y="5701650"/>
              <a:ext cx="646199" cy="6461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620750" y="4550200"/>
              <a:ext cx="4039235" cy="2703195"/>
            </a:xfrm>
            <a:custGeom>
              <a:avLst/>
              <a:gdLst/>
              <a:ahLst/>
              <a:cxnLst/>
              <a:rect l="l" t="t" r="r" b="b"/>
              <a:pathLst>
                <a:path w="4039235" h="2703195">
                  <a:moveTo>
                    <a:pt x="4039199" y="2702999"/>
                  </a:moveTo>
                  <a:lnTo>
                    <a:pt x="0" y="2702999"/>
                  </a:lnTo>
                  <a:lnTo>
                    <a:pt x="0" y="0"/>
                  </a:lnTo>
                  <a:lnTo>
                    <a:pt x="4039199" y="0"/>
                  </a:lnTo>
                  <a:lnTo>
                    <a:pt x="4039199" y="2702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43900" y="5730475"/>
              <a:ext cx="973972" cy="97214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0083" y="5278542"/>
              <a:ext cx="810731" cy="80920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6824" y="5811942"/>
              <a:ext cx="810731" cy="80920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620750" y="4550200"/>
            <a:ext cx="4039235" cy="27031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535"/>
              </a:spcBef>
            </a:pPr>
            <a:r>
              <a:rPr sz="2800" b="1" spc="-185" dirty="0">
                <a:latin typeface="Tahoma"/>
                <a:cs typeface="Tahoma"/>
              </a:rPr>
              <a:t>Information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0" dirty="0">
                <a:latin typeface="Tahoma"/>
                <a:cs typeface="Tahoma"/>
              </a:rPr>
              <a:t>Sources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Tahoma"/>
              <a:cs typeface="Tahoma"/>
            </a:endParaRPr>
          </a:p>
          <a:p>
            <a:pPr marL="449580" algn="ctr">
              <a:lnSpc>
                <a:spcPct val="100000"/>
              </a:lnSpc>
            </a:pPr>
            <a:r>
              <a:rPr sz="2400" spc="15" dirty="0">
                <a:latin typeface="Tahoma"/>
                <a:cs typeface="Tahoma"/>
              </a:rPr>
              <a:t>Database</a:t>
            </a:r>
            <a:endParaRPr sz="2400">
              <a:latin typeface="Tahoma"/>
              <a:cs typeface="Tahoma"/>
            </a:endParaRPr>
          </a:p>
          <a:p>
            <a:pPr marR="217804" algn="ctr">
              <a:lnSpc>
                <a:spcPct val="100000"/>
              </a:lnSpc>
              <a:spcBef>
                <a:spcPts val="1320"/>
              </a:spcBef>
              <a:tabLst>
                <a:tab pos="2908935" algn="l"/>
              </a:tabLst>
            </a:pPr>
            <a:r>
              <a:rPr sz="2400" spc="25" dirty="0">
                <a:latin typeface="Tahoma"/>
                <a:cs typeface="Tahoma"/>
              </a:rPr>
              <a:t>Documents	</a:t>
            </a:r>
            <a:r>
              <a:rPr sz="2400" spc="80" dirty="0">
                <a:latin typeface="Tahoma"/>
                <a:cs typeface="Tahoma"/>
              </a:rPr>
              <a:t>Web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26249" y="2536500"/>
            <a:ext cx="14986635" cy="800735"/>
          </a:xfrm>
          <a:prstGeom prst="rect">
            <a:avLst/>
          </a:prstGeom>
          <a:solidFill>
            <a:srgbClr val="EEEEEE"/>
          </a:solidFill>
          <a:ln w="76199">
            <a:solidFill>
              <a:srgbClr val="000000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1330"/>
              </a:spcBef>
            </a:pPr>
            <a:r>
              <a:rPr sz="2800" b="1" spc="-120" dirty="0">
                <a:latin typeface="Tahoma"/>
                <a:cs typeface="Tahoma"/>
              </a:rPr>
              <a:t>Application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5" dirty="0">
                <a:latin typeface="Tahoma"/>
                <a:cs typeface="Tahoma"/>
              </a:rPr>
              <a:t>Interfaces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e.g.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15" dirty="0">
                <a:latin typeface="Tahoma"/>
                <a:cs typeface="Tahoma"/>
              </a:rPr>
              <a:t>Websites,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Mobile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Applications,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APIs,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etc.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25000" y="3547824"/>
            <a:ext cx="14986635" cy="800735"/>
          </a:xfrm>
          <a:prstGeom prst="rect">
            <a:avLst/>
          </a:prstGeom>
          <a:solidFill>
            <a:srgbClr val="EEEEEE"/>
          </a:solidFill>
          <a:ln w="76199">
            <a:solidFill>
              <a:srgbClr val="000000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R="147320" algn="ctr">
              <a:lnSpc>
                <a:spcPct val="100000"/>
              </a:lnSpc>
              <a:spcBef>
                <a:spcPts val="1285"/>
              </a:spcBef>
            </a:pPr>
            <a:r>
              <a:rPr sz="2800" b="1" spc="-70" dirty="0">
                <a:latin typeface="Tahoma"/>
                <a:cs typeface="Tahoma"/>
              </a:rPr>
              <a:t>LLM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Tools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90" dirty="0">
                <a:latin typeface="Tahoma"/>
                <a:cs typeface="Tahoma"/>
              </a:rPr>
              <a:t>&amp;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185" dirty="0">
                <a:latin typeface="Tahoma"/>
                <a:cs typeface="Tahoma"/>
              </a:rPr>
              <a:t>Frameworks</a:t>
            </a:r>
            <a:r>
              <a:rPr sz="2800" b="1" spc="-254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e.g.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LangChain,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Hubs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6654" y="1489512"/>
            <a:ext cx="7159625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400" spc="45" dirty="0">
                <a:latin typeface="Tahoma"/>
                <a:cs typeface="Tahoma"/>
              </a:rPr>
              <a:t>Conclusion, </a:t>
            </a:r>
            <a:r>
              <a:rPr sz="8400" spc="50" dirty="0">
                <a:latin typeface="Tahoma"/>
                <a:cs typeface="Tahoma"/>
              </a:rPr>
              <a:t> Responsible</a:t>
            </a:r>
            <a:r>
              <a:rPr sz="8400" spc="-1005" dirty="0">
                <a:latin typeface="Tahoma"/>
                <a:cs typeface="Tahoma"/>
              </a:rPr>
              <a:t> </a:t>
            </a:r>
            <a:r>
              <a:rPr sz="8400" spc="-195" dirty="0">
                <a:latin typeface="Tahoma"/>
                <a:cs typeface="Tahoma"/>
              </a:rPr>
              <a:t>AI,  </a:t>
            </a:r>
            <a:r>
              <a:rPr sz="8400" spc="-40" dirty="0">
                <a:latin typeface="Tahoma"/>
                <a:cs typeface="Tahoma"/>
              </a:rPr>
              <a:t>and</a:t>
            </a:r>
            <a:r>
              <a:rPr sz="8400" spc="-1005" dirty="0">
                <a:latin typeface="Tahoma"/>
                <a:cs typeface="Tahoma"/>
              </a:rPr>
              <a:t> </a:t>
            </a:r>
            <a:r>
              <a:rPr sz="8400" spc="-50" dirty="0">
                <a:latin typeface="Tahoma"/>
                <a:cs typeface="Tahoma"/>
              </a:rPr>
              <a:t>on-going  </a:t>
            </a:r>
            <a:r>
              <a:rPr sz="8400" spc="55" dirty="0">
                <a:latin typeface="Tahoma"/>
                <a:cs typeface="Tahoma"/>
              </a:rPr>
              <a:t>research</a:t>
            </a:r>
            <a:endParaRPr sz="8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1"/>
            <a:ext cx="18287999" cy="10286999"/>
            <a:chOff x="0" y="0"/>
            <a:chExt cx="18287999" cy="10286999"/>
          </a:xfrm>
        </p:grpSpPr>
        <p:sp>
          <p:nvSpPr>
            <p:cNvPr id="3" name="object 3"/>
            <p:cNvSpPr/>
            <p:nvPr/>
          </p:nvSpPr>
          <p:spPr>
            <a:xfrm>
              <a:off x="4199" y="0"/>
              <a:ext cx="9144000" cy="9126855"/>
            </a:xfrm>
            <a:custGeom>
              <a:avLst/>
              <a:gdLst/>
              <a:ahLst/>
              <a:cxnLst/>
              <a:rect l="l" t="t" r="r" b="b"/>
              <a:pathLst>
                <a:path w="9144000" h="9126855">
                  <a:moveTo>
                    <a:pt x="9143999" y="9126575"/>
                  </a:moveTo>
                  <a:lnTo>
                    <a:pt x="0" y="9126575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912657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126572"/>
              <a:ext cx="18287999" cy="11604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4775" y="2812651"/>
              <a:ext cx="3355249" cy="344594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751047" y="2279203"/>
            <a:ext cx="6346825" cy="2905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3815" marR="5080" indent="-2571750">
              <a:lnSpc>
                <a:spcPct val="100000"/>
              </a:lnSpc>
              <a:spcBef>
                <a:spcPts val="100"/>
              </a:spcBef>
            </a:pPr>
            <a:r>
              <a:rPr sz="9400" spc="50"/>
              <a:t>Responsible  </a:t>
            </a:r>
            <a:r>
              <a:rPr sz="9400" spc="65" smtClean="0"/>
              <a:t>AI</a:t>
            </a:r>
            <a:endParaRPr sz="9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578802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5" dirty="0"/>
              <a:t>On-going</a:t>
            </a:r>
            <a:r>
              <a:rPr sz="5600" spc="-670" dirty="0"/>
              <a:t> </a:t>
            </a:r>
            <a:r>
              <a:rPr sz="5600" spc="35" dirty="0"/>
              <a:t>research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744124" y="1915955"/>
            <a:ext cx="38195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890" indent="-504825">
              <a:lnSpc>
                <a:spcPct val="100000"/>
              </a:lnSpc>
              <a:spcBef>
                <a:spcPts val="10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20" dirty="0">
                <a:latin typeface="Tahoma"/>
                <a:cs typeface="Tahoma"/>
              </a:rPr>
              <a:t>Responsible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5" dirty="0">
                <a:latin typeface="Tahoma"/>
                <a:cs typeface="Tahoma"/>
              </a:rPr>
              <a:t>AI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44202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5" dirty="0"/>
              <a:t>Special</a:t>
            </a:r>
            <a:r>
              <a:rPr sz="5600" spc="-665" dirty="0"/>
              <a:t> </a:t>
            </a:r>
            <a:r>
              <a:rPr sz="5600" spc="-15" dirty="0"/>
              <a:t>challenges</a:t>
            </a:r>
            <a:r>
              <a:rPr sz="5600" spc="-660" dirty="0"/>
              <a:t> </a:t>
            </a:r>
            <a:r>
              <a:rPr sz="5600" spc="85" dirty="0"/>
              <a:t>of</a:t>
            </a:r>
            <a:r>
              <a:rPr sz="5600" spc="-665" dirty="0"/>
              <a:t> </a:t>
            </a:r>
            <a:r>
              <a:rPr sz="5600" spc="40" dirty="0"/>
              <a:t>responsible</a:t>
            </a:r>
            <a:r>
              <a:rPr sz="5600" spc="-660" dirty="0"/>
              <a:t> </a:t>
            </a:r>
            <a:r>
              <a:rPr sz="5600" spc="10" dirty="0"/>
              <a:t>generative</a:t>
            </a:r>
            <a:r>
              <a:rPr sz="5600" spc="-665" dirty="0"/>
              <a:t> </a:t>
            </a:r>
            <a:r>
              <a:rPr sz="5600" spc="40" dirty="0"/>
              <a:t>AI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744124" y="2163040"/>
            <a:ext cx="5144135" cy="212852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16890" indent="-504825">
              <a:lnSpc>
                <a:spcPct val="100000"/>
              </a:lnSpc>
              <a:spcBef>
                <a:spcPts val="819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dirty="0">
                <a:latin typeface="Tahoma"/>
                <a:cs typeface="Tahoma"/>
              </a:rPr>
              <a:t>Toxicity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55" dirty="0">
                <a:latin typeface="Tahoma"/>
                <a:cs typeface="Tahoma"/>
              </a:rPr>
              <a:t>Hallucinations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20" dirty="0">
                <a:latin typeface="Tahoma"/>
                <a:cs typeface="Tahoma"/>
              </a:rPr>
              <a:t>Intellectual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0" dirty="0">
                <a:latin typeface="Tahoma"/>
                <a:cs typeface="Tahoma"/>
              </a:rPr>
              <a:t>Property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24288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dirty="0"/>
              <a:t>Toxicity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744124" y="2163040"/>
            <a:ext cx="14795500" cy="493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>
              <a:lnSpc>
                <a:spcPct val="114999"/>
              </a:lnSpc>
              <a:spcBef>
                <a:spcPts val="100"/>
              </a:spcBef>
            </a:pPr>
            <a:r>
              <a:rPr sz="4000" i="1" spc="20" dirty="0">
                <a:latin typeface="Trebuchet MS"/>
                <a:cs typeface="Trebuchet MS"/>
              </a:rPr>
              <a:t>LLM</a:t>
            </a:r>
            <a:r>
              <a:rPr sz="4000" i="1" spc="-440" dirty="0">
                <a:latin typeface="Trebuchet MS"/>
                <a:cs typeface="Trebuchet MS"/>
              </a:rPr>
              <a:t> </a:t>
            </a:r>
            <a:r>
              <a:rPr sz="4000" i="1" spc="-215" dirty="0">
                <a:latin typeface="Trebuchet MS"/>
                <a:cs typeface="Trebuchet MS"/>
              </a:rPr>
              <a:t>returns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170" dirty="0">
                <a:latin typeface="Trebuchet MS"/>
                <a:cs typeface="Trebuchet MS"/>
              </a:rPr>
              <a:t>responses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210" dirty="0">
                <a:latin typeface="Trebuchet MS"/>
                <a:cs typeface="Trebuchet MS"/>
              </a:rPr>
              <a:t>that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95" dirty="0">
                <a:latin typeface="Trebuchet MS"/>
                <a:cs typeface="Trebuchet MS"/>
              </a:rPr>
              <a:t>can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220" dirty="0">
                <a:latin typeface="Trebuchet MS"/>
                <a:cs typeface="Trebuchet MS"/>
              </a:rPr>
              <a:t>be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215" dirty="0">
                <a:latin typeface="Trebuchet MS"/>
                <a:cs typeface="Trebuchet MS"/>
              </a:rPr>
              <a:t>potentially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215" dirty="0">
                <a:latin typeface="Trebuchet MS"/>
                <a:cs typeface="Trebuchet MS"/>
              </a:rPr>
              <a:t>harmful</a:t>
            </a:r>
            <a:r>
              <a:rPr sz="4000" i="1" spc="-430" dirty="0">
                <a:latin typeface="Trebuchet MS"/>
                <a:cs typeface="Trebuchet MS"/>
              </a:rPr>
              <a:t> </a:t>
            </a:r>
            <a:r>
              <a:rPr sz="4000" i="1" spc="-204" dirty="0">
                <a:latin typeface="Trebuchet MS"/>
                <a:cs typeface="Trebuchet MS"/>
              </a:rPr>
              <a:t>or</a:t>
            </a:r>
            <a:r>
              <a:rPr sz="4000" i="1" spc="-440" dirty="0">
                <a:latin typeface="Trebuchet MS"/>
                <a:cs typeface="Trebuchet MS"/>
              </a:rPr>
              <a:t> </a:t>
            </a:r>
            <a:r>
              <a:rPr sz="4000" i="1" spc="-175" dirty="0">
                <a:latin typeface="Trebuchet MS"/>
                <a:cs typeface="Trebuchet MS"/>
              </a:rPr>
              <a:t>discriminatory </a:t>
            </a:r>
            <a:r>
              <a:rPr sz="4000" i="1" spc="-1190" dirty="0">
                <a:latin typeface="Trebuchet MS"/>
                <a:cs typeface="Trebuchet MS"/>
              </a:rPr>
              <a:t> </a:t>
            </a:r>
            <a:r>
              <a:rPr sz="4000" i="1" spc="-175" dirty="0">
                <a:latin typeface="Trebuchet MS"/>
                <a:cs typeface="Trebuchet MS"/>
              </a:rPr>
              <a:t>towards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240" dirty="0">
                <a:latin typeface="Trebuchet MS"/>
                <a:cs typeface="Trebuchet MS"/>
              </a:rPr>
              <a:t>protected</a:t>
            </a:r>
            <a:r>
              <a:rPr sz="4000" i="1" spc="-440" dirty="0">
                <a:latin typeface="Trebuchet MS"/>
                <a:cs typeface="Trebuchet MS"/>
              </a:rPr>
              <a:t> </a:t>
            </a:r>
            <a:r>
              <a:rPr sz="4000" i="1" spc="-170" dirty="0">
                <a:latin typeface="Trebuchet MS"/>
                <a:cs typeface="Trebuchet MS"/>
              </a:rPr>
              <a:t>groups</a:t>
            </a:r>
            <a:r>
              <a:rPr sz="4000" i="1" spc="-440" dirty="0">
                <a:latin typeface="Trebuchet MS"/>
                <a:cs typeface="Trebuchet MS"/>
              </a:rPr>
              <a:t> </a:t>
            </a:r>
            <a:r>
              <a:rPr sz="4000" i="1" spc="-204" dirty="0">
                <a:latin typeface="Trebuchet MS"/>
                <a:cs typeface="Trebuchet MS"/>
              </a:rPr>
              <a:t>or</a:t>
            </a:r>
            <a:r>
              <a:rPr sz="4000" i="1" spc="-440" dirty="0">
                <a:latin typeface="Trebuchet MS"/>
                <a:cs typeface="Trebuchet MS"/>
              </a:rPr>
              <a:t> </a:t>
            </a:r>
            <a:r>
              <a:rPr sz="4000" i="1" spc="-240" dirty="0">
                <a:latin typeface="Trebuchet MS"/>
                <a:cs typeface="Trebuchet MS"/>
              </a:rPr>
              <a:t>protected</a:t>
            </a:r>
            <a:r>
              <a:rPr sz="4000" i="1" spc="-440" dirty="0">
                <a:latin typeface="Trebuchet MS"/>
                <a:cs typeface="Trebuchet MS"/>
              </a:rPr>
              <a:t> </a:t>
            </a:r>
            <a:r>
              <a:rPr sz="4000" i="1" spc="-215" dirty="0">
                <a:latin typeface="Trebuchet MS"/>
                <a:cs typeface="Trebuchet MS"/>
              </a:rPr>
              <a:t>attributes</a:t>
            </a:r>
            <a:endParaRPr sz="4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5350">
              <a:latin typeface="Trebuchet MS"/>
              <a:cs typeface="Trebuchet MS"/>
            </a:endParaRPr>
          </a:p>
          <a:p>
            <a:pPr marL="59690">
              <a:lnSpc>
                <a:spcPct val="100000"/>
              </a:lnSpc>
            </a:pPr>
            <a:r>
              <a:rPr sz="4000" spc="155" dirty="0">
                <a:latin typeface="Tahoma"/>
                <a:cs typeface="Tahoma"/>
              </a:rPr>
              <a:t>How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0" dirty="0">
                <a:latin typeface="Tahoma"/>
                <a:cs typeface="Tahoma"/>
              </a:rPr>
              <a:t>to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5" dirty="0">
                <a:latin typeface="Tahoma"/>
                <a:cs typeface="Tahoma"/>
              </a:rPr>
              <a:t>mitigate?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85" dirty="0">
                <a:latin typeface="Tahoma"/>
                <a:cs typeface="Tahoma"/>
              </a:rPr>
              <a:t>Careful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5" dirty="0">
                <a:latin typeface="Tahoma"/>
                <a:cs typeface="Tahoma"/>
              </a:rPr>
              <a:t>cu</a:t>
            </a:r>
            <a:r>
              <a:rPr sz="4000" spc="-35" dirty="0">
                <a:latin typeface="Tahoma"/>
                <a:cs typeface="Tahoma"/>
              </a:rPr>
              <a:t>r</a:t>
            </a:r>
            <a:r>
              <a:rPr sz="4000" spc="45" dirty="0">
                <a:latin typeface="Tahoma"/>
                <a:cs typeface="Tahoma"/>
              </a:rPr>
              <a:t>ation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0" dirty="0">
                <a:latin typeface="Tahoma"/>
                <a:cs typeface="Tahoma"/>
              </a:rPr>
              <a:t>of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55" dirty="0">
                <a:latin typeface="Tahoma"/>
                <a:cs typeface="Tahoma"/>
              </a:rPr>
              <a:t>t</a:t>
            </a:r>
            <a:r>
              <a:rPr sz="4000" spc="85" dirty="0">
                <a:latin typeface="Tahoma"/>
                <a:cs typeface="Tahoma"/>
              </a:rPr>
              <a:t>r</a:t>
            </a:r>
            <a:r>
              <a:rPr sz="4000" spc="-10" dirty="0">
                <a:latin typeface="Tahoma"/>
                <a:cs typeface="Tahoma"/>
              </a:rPr>
              <a:t>aining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data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-300" dirty="0">
                <a:latin typeface="Tahoma"/>
                <a:cs typeface="Tahoma"/>
              </a:rPr>
              <a:t>T</a:t>
            </a:r>
            <a:r>
              <a:rPr sz="4000" spc="90" dirty="0">
                <a:latin typeface="Tahoma"/>
                <a:cs typeface="Tahoma"/>
              </a:rPr>
              <a:t>r</a:t>
            </a:r>
            <a:r>
              <a:rPr sz="4000" spc="10" dirty="0">
                <a:latin typeface="Tahoma"/>
                <a:cs typeface="Tahoma"/>
              </a:rPr>
              <a:t>ain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0" dirty="0">
                <a:latin typeface="Tahoma"/>
                <a:cs typeface="Tahoma"/>
              </a:rPr>
              <a:t>guard</a:t>
            </a:r>
            <a:r>
              <a:rPr sz="4000" spc="-65" dirty="0">
                <a:latin typeface="Tahoma"/>
                <a:cs typeface="Tahoma"/>
              </a:rPr>
              <a:t>r</a:t>
            </a:r>
            <a:r>
              <a:rPr sz="4000" spc="45" dirty="0">
                <a:latin typeface="Tahoma"/>
                <a:cs typeface="Tahoma"/>
              </a:rPr>
              <a:t>ail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models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0" dirty="0">
                <a:latin typeface="Tahoma"/>
                <a:cs typeface="Tahoma"/>
              </a:rPr>
              <a:t>to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10" dirty="0">
                <a:latin typeface="Tahoma"/>
                <a:cs typeface="Tahoma"/>
              </a:rPr>
              <a:t>ﬁlter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5" dirty="0">
                <a:latin typeface="Tahoma"/>
                <a:cs typeface="Tahoma"/>
              </a:rPr>
              <a:t>out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u</a:t>
            </a:r>
            <a:r>
              <a:rPr sz="4000" spc="-45" dirty="0">
                <a:latin typeface="Tahoma"/>
                <a:cs typeface="Tahoma"/>
              </a:rPr>
              <a:t>n</a:t>
            </a:r>
            <a:r>
              <a:rPr sz="4000" spc="30" dirty="0">
                <a:latin typeface="Tahoma"/>
                <a:cs typeface="Tahoma"/>
              </a:rPr>
              <a:t>wanted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content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150" dirty="0">
                <a:latin typeface="Tahoma"/>
                <a:cs typeface="Tahoma"/>
              </a:rPr>
              <a:t>Di</a:t>
            </a:r>
            <a:r>
              <a:rPr sz="4000" spc="105" dirty="0">
                <a:latin typeface="Tahoma"/>
                <a:cs typeface="Tahoma"/>
              </a:rPr>
              <a:t>v</a:t>
            </a:r>
            <a:r>
              <a:rPr sz="4000" spc="25" dirty="0">
                <a:latin typeface="Tahoma"/>
                <a:cs typeface="Tahoma"/>
              </a:rPr>
              <a:t>erse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group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0" dirty="0">
                <a:latin typeface="Tahoma"/>
                <a:cs typeface="Tahoma"/>
              </a:rPr>
              <a:t>of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35" dirty="0">
                <a:latin typeface="Tahoma"/>
                <a:cs typeface="Tahoma"/>
              </a:rPr>
              <a:t>human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5" dirty="0">
                <a:latin typeface="Tahoma"/>
                <a:cs typeface="Tahoma"/>
              </a:rPr>
              <a:t>annotators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50088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75" dirty="0"/>
              <a:t>Hallucinations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736390" y="2254480"/>
            <a:ext cx="13914119" cy="486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00"/>
              </a:spcBef>
            </a:pPr>
            <a:r>
              <a:rPr sz="4000" i="1" spc="15" dirty="0">
                <a:latin typeface="Trebuchet MS"/>
                <a:cs typeface="Trebuchet MS"/>
              </a:rPr>
              <a:t>LL</a:t>
            </a:r>
            <a:r>
              <a:rPr sz="4000" i="1" spc="35" dirty="0">
                <a:latin typeface="Trebuchet MS"/>
                <a:cs typeface="Trebuchet MS"/>
              </a:rPr>
              <a:t>M</a:t>
            </a:r>
            <a:r>
              <a:rPr sz="4000" i="1" spc="-440" dirty="0">
                <a:latin typeface="Trebuchet MS"/>
                <a:cs typeface="Trebuchet MS"/>
              </a:rPr>
              <a:t> </a:t>
            </a:r>
            <a:r>
              <a:rPr sz="4000" i="1" spc="-240" dirty="0">
                <a:latin typeface="Trebuchet MS"/>
                <a:cs typeface="Trebuchet MS"/>
              </a:rPr>
              <a:t>gene</a:t>
            </a:r>
            <a:r>
              <a:rPr sz="4000" i="1" spc="-270" dirty="0">
                <a:latin typeface="Trebuchet MS"/>
                <a:cs typeface="Trebuchet MS"/>
              </a:rPr>
              <a:t>r</a:t>
            </a:r>
            <a:r>
              <a:rPr sz="4000" i="1" spc="-190" dirty="0">
                <a:latin typeface="Trebuchet MS"/>
                <a:cs typeface="Trebuchet MS"/>
              </a:rPr>
              <a:t>ates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210" dirty="0">
                <a:latin typeface="Trebuchet MS"/>
                <a:cs typeface="Trebuchet MS"/>
              </a:rPr>
              <a:t>factuall</a:t>
            </a:r>
            <a:r>
              <a:rPr sz="4000" i="1" spc="-225" dirty="0">
                <a:latin typeface="Trebuchet MS"/>
                <a:cs typeface="Trebuchet MS"/>
              </a:rPr>
              <a:t>y</a:t>
            </a:r>
            <a:r>
              <a:rPr sz="4000" i="1" spc="-440" dirty="0">
                <a:latin typeface="Trebuchet MS"/>
                <a:cs typeface="Trebuchet MS"/>
              </a:rPr>
              <a:t> </a:t>
            </a:r>
            <a:r>
              <a:rPr sz="4000" i="1" spc="-195" dirty="0">
                <a:latin typeface="Trebuchet MS"/>
                <a:cs typeface="Trebuchet MS"/>
              </a:rPr>
              <a:t>incor</a:t>
            </a:r>
            <a:r>
              <a:rPr sz="4000" i="1" spc="-254" dirty="0">
                <a:latin typeface="Trebuchet MS"/>
                <a:cs typeface="Trebuchet MS"/>
              </a:rPr>
              <a:t>r</a:t>
            </a:r>
            <a:r>
              <a:rPr sz="4000" i="1" spc="-245" dirty="0">
                <a:latin typeface="Trebuchet MS"/>
                <a:cs typeface="Trebuchet MS"/>
              </a:rPr>
              <a:t>ect</a:t>
            </a:r>
            <a:r>
              <a:rPr sz="4000" i="1" spc="-434" dirty="0">
                <a:latin typeface="Trebuchet MS"/>
                <a:cs typeface="Trebuchet MS"/>
              </a:rPr>
              <a:t> </a:t>
            </a:r>
            <a:r>
              <a:rPr sz="4000" i="1" spc="-195" dirty="0">
                <a:latin typeface="Trebuchet MS"/>
                <a:cs typeface="Trebuchet MS"/>
              </a:rPr>
              <a:t>content</a:t>
            </a:r>
            <a:endParaRPr sz="4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500">
              <a:latin typeface="Trebuchet MS"/>
              <a:cs typeface="Trebuchet MS"/>
            </a:endParaRPr>
          </a:p>
          <a:p>
            <a:pPr marL="59690">
              <a:lnSpc>
                <a:spcPct val="100000"/>
              </a:lnSpc>
            </a:pPr>
            <a:r>
              <a:rPr sz="4000" spc="155" dirty="0">
                <a:latin typeface="Tahoma"/>
                <a:cs typeface="Tahoma"/>
              </a:rPr>
              <a:t>How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0" dirty="0">
                <a:latin typeface="Tahoma"/>
                <a:cs typeface="Tahoma"/>
              </a:rPr>
              <a:t>to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5" dirty="0">
                <a:latin typeface="Tahoma"/>
                <a:cs typeface="Tahoma"/>
              </a:rPr>
              <a:t>mitigate?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25" dirty="0">
                <a:latin typeface="Tahoma"/>
                <a:cs typeface="Tahoma"/>
              </a:rPr>
              <a:t>Educate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" dirty="0">
                <a:latin typeface="Tahoma"/>
                <a:cs typeface="Tahoma"/>
              </a:rPr>
              <a:t>users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about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5" dirty="0">
                <a:latin typeface="Tahoma"/>
                <a:cs typeface="Tahoma"/>
              </a:rPr>
              <a:t>how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5" dirty="0">
                <a:latin typeface="Tahoma"/>
                <a:cs typeface="Tahoma"/>
              </a:rPr>
              <a:t>gene</a:t>
            </a:r>
            <a:r>
              <a:rPr sz="4000" spc="-85" dirty="0">
                <a:latin typeface="Tahoma"/>
                <a:cs typeface="Tahoma"/>
              </a:rPr>
              <a:t>r</a:t>
            </a:r>
            <a:r>
              <a:rPr sz="4000" spc="55" dirty="0">
                <a:latin typeface="Tahoma"/>
                <a:cs typeface="Tahoma"/>
              </a:rPr>
              <a:t>ati</a:t>
            </a:r>
            <a:r>
              <a:rPr sz="4000" spc="20" dirty="0">
                <a:latin typeface="Tahoma"/>
                <a:cs typeface="Tahoma"/>
              </a:rPr>
              <a:t>v</a:t>
            </a:r>
            <a:r>
              <a:rPr sz="4000" spc="-10" dirty="0">
                <a:latin typeface="Tahoma"/>
                <a:cs typeface="Tahoma"/>
              </a:rPr>
              <a:t>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5" dirty="0">
                <a:latin typeface="Tahoma"/>
                <a:cs typeface="Tahoma"/>
              </a:rPr>
              <a:t>AI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70" dirty="0">
                <a:latin typeface="Tahoma"/>
                <a:cs typeface="Tahoma"/>
              </a:rPr>
              <a:t>works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120" dirty="0">
                <a:latin typeface="Tahoma"/>
                <a:cs typeface="Tahoma"/>
              </a:rPr>
              <a:t>Add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5" dirty="0">
                <a:latin typeface="Tahoma"/>
                <a:cs typeface="Tahoma"/>
              </a:rPr>
              <a:t>disclaimers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30" dirty="0">
                <a:latin typeface="Tahoma"/>
                <a:cs typeface="Tahoma"/>
              </a:rPr>
              <a:t>Augment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70" dirty="0">
                <a:latin typeface="Tahoma"/>
                <a:cs typeface="Tahoma"/>
              </a:rPr>
              <a:t>LLMs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85" dirty="0">
                <a:latin typeface="Tahoma"/>
                <a:cs typeface="Tahoma"/>
              </a:rPr>
              <a:t>with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independent,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v</a:t>
            </a:r>
            <a:r>
              <a:rPr sz="4000" spc="70" dirty="0">
                <a:latin typeface="Tahoma"/>
                <a:cs typeface="Tahoma"/>
              </a:rPr>
              <a:t>eriﬁed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5" dirty="0">
                <a:latin typeface="Tahoma"/>
                <a:cs typeface="Tahoma"/>
              </a:rPr>
              <a:t>citation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5" dirty="0">
                <a:latin typeface="Tahoma"/>
                <a:cs typeface="Tahoma"/>
              </a:rPr>
              <a:t>databases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80" dirty="0">
                <a:latin typeface="Tahoma"/>
                <a:cs typeface="Tahoma"/>
              </a:rPr>
              <a:t>Deﬁne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5" dirty="0">
                <a:latin typeface="Tahoma"/>
                <a:cs typeface="Tahoma"/>
              </a:rPr>
              <a:t>intended</a:t>
            </a:r>
            <a:r>
              <a:rPr sz="4000" spc="-220" dirty="0">
                <a:latin typeface="Tahoma"/>
                <a:cs typeface="Tahoma"/>
              </a:rPr>
              <a:t>/</a:t>
            </a:r>
            <a:r>
              <a:rPr sz="4000" spc="25" dirty="0">
                <a:latin typeface="Tahoma"/>
                <a:cs typeface="Tahoma"/>
              </a:rPr>
              <a:t>unintended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use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35" dirty="0">
                <a:latin typeface="Tahoma"/>
                <a:cs typeface="Tahoma"/>
              </a:rPr>
              <a:t>cases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648462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30" dirty="0"/>
              <a:t>Intellectual</a:t>
            </a:r>
            <a:r>
              <a:rPr sz="5600" spc="-670" dirty="0"/>
              <a:t> </a:t>
            </a:r>
            <a:r>
              <a:rPr sz="5600" spc="145" dirty="0"/>
              <a:t>Property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744124" y="2254480"/>
            <a:ext cx="15724505" cy="4164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sz="4000" i="1" spc="-160" dirty="0">
                <a:latin typeface="Trebuchet MS"/>
                <a:cs typeface="Trebuchet MS"/>
              </a:rPr>
              <a:t>Ensure</a:t>
            </a:r>
            <a:r>
              <a:rPr sz="4000" i="1" spc="-430" dirty="0">
                <a:latin typeface="Trebuchet MS"/>
                <a:cs typeface="Trebuchet MS"/>
              </a:rPr>
              <a:t> </a:t>
            </a:r>
            <a:r>
              <a:rPr sz="4000" i="1" spc="-235" dirty="0">
                <a:latin typeface="Trebuchet MS"/>
                <a:cs typeface="Trebuchet MS"/>
              </a:rPr>
              <a:t>people</a:t>
            </a:r>
            <a:r>
              <a:rPr sz="4000" i="1" spc="-430" dirty="0">
                <a:latin typeface="Trebuchet MS"/>
                <a:cs typeface="Trebuchet MS"/>
              </a:rPr>
              <a:t> </a:t>
            </a:r>
            <a:r>
              <a:rPr sz="4000" i="1" spc="-175" dirty="0">
                <a:latin typeface="Trebuchet MS"/>
                <a:cs typeface="Trebuchet MS"/>
              </a:rPr>
              <a:t>aren't</a:t>
            </a:r>
            <a:r>
              <a:rPr sz="4000" i="1" spc="-425" dirty="0">
                <a:latin typeface="Trebuchet MS"/>
                <a:cs typeface="Trebuchet MS"/>
              </a:rPr>
              <a:t> </a:t>
            </a:r>
            <a:r>
              <a:rPr sz="4000" i="1" spc="-220" dirty="0">
                <a:latin typeface="Trebuchet MS"/>
                <a:cs typeface="Trebuchet MS"/>
              </a:rPr>
              <a:t>plagiarizing,</a:t>
            </a:r>
            <a:r>
              <a:rPr sz="4000" i="1" spc="-430" dirty="0">
                <a:latin typeface="Trebuchet MS"/>
                <a:cs typeface="Trebuchet MS"/>
              </a:rPr>
              <a:t> </a:t>
            </a:r>
            <a:r>
              <a:rPr sz="4000" i="1" spc="-200" dirty="0">
                <a:latin typeface="Trebuchet MS"/>
                <a:cs typeface="Trebuchet MS"/>
              </a:rPr>
              <a:t>make</a:t>
            </a:r>
            <a:r>
              <a:rPr sz="4000" i="1" spc="-430" dirty="0">
                <a:latin typeface="Trebuchet MS"/>
                <a:cs typeface="Trebuchet MS"/>
              </a:rPr>
              <a:t> </a:t>
            </a:r>
            <a:r>
              <a:rPr sz="4000" i="1" spc="-210" dirty="0">
                <a:latin typeface="Trebuchet MS"/>
                <a:cs typeface="Trebuchet MS"/>
              </a:rPr>
              <a:t>sure</a:t>
            </a:r>
            <a:r>
              <a:rPr sz="4000" i="1" spc="-425" dirty="0">
                <a:latin typeface="Trebuchet MS"/>
                <a:cs typeface="Trebuchet MS"/>
              </a:rPr>
              <a:t> </a:t>
            </a:r>
            <a:r>
              <a:rPr sz="4000" i="1" spc="-280" dirty="0">
                <a:latin typeface="Trebuchet MS"/>
                <a:cs typeface="Trebuchet MS"/>
              </a:rPr>
              <a:t>there</a:t>
            </a:r>
            <a:r>
              <a:rPr sz="4000" i="1" spc="-430" dirty="0">
                <a:latin typeface="Trebuchet MS"/>
                <a:cs typeface="Trebuchet MS"/>
              </a:rPr>
              <a:t> </a:t>
            </a:r>
            <a:r>
              <a:rPr sz="4000" i="1" spc="-175" dirty="0">
                <a:latin typeface="Trebuchet MS"/>
                <a:cs typeface="Trebuchet MS"/>
              </a:rPr>
              <a:t>aren't</a:t>
            </a:r>
            <a:r>
              <a:rPr sz="4000" i="1" spc="-430" dirty="0">
                <a:latin typeface="Trebuchet MS"/>
                <a:cs typeface="Trebuchet MS"/>
              </a:rPr>
              <a:t> </a:t>
            </a:r>
            <a:r>
              <a:rPr sz="4000" i="1" spc="-105" dirty="0">
                <a:latin typeface="Trebuchet MS"/>
                <a:cs typeface="Trebuchet MS"/>
              </a:rPr>
              <a:t>any</a:t>
            </a:r>
            <a:r>
              <a:rPr sz="4000" i="1" spc="-425" dirty="0">
                <a:latin typeface="Trebuchet MS"/>
                <a:cs typeface="Trebuchet MS"/>
              </a:rPr>
              <a:t> </a:t>
            </a:r>
            <a:r>
              <a:rPr sz="4000" i="1" spc="-175" dirty="0">
                <a:latin typeface="Trebuchet MS"/>
                <a:cs typeface="Trebuchet MS"/>
              </a:rPr>
              <a:t>copyright</a:t>
            </a:r>
            <a:r>
              <a:rPr sz="4000" i="1" spc="-430" dirty="0">
                <a:latin typeface="Trebuchet MS"/>
                <a:cs typeface="Trebuchet MS"/>
              </a:rPr>
              <a:t> </a:t>
            </a:r>
            <a:r>
              <a:rPr sz="4000" i="1" spc="-155" dirty="0">
                <a:latin typeface="Trebuchet MS"/>
                <a:cs typeface="Trebuchet MS"/>
              </a:rPr>
              <a:t>issues</a:t>
            </a:r>
            <a:endParaRPr sz="4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500">
              <a:latin typeface="Trebuchet MS"/>
              <a:cs typeface="Trebuchet MS"/>
            </a:endParaRPr>
          </a:p>
          <a:p>
            <a:pPr marL="59690">
              <a:lnSpc>
                <a:spcPct val="100000"/>
              </a:lnSpc>
              <a:spcBef>
                <a:spcPts val="5"/>
              </a:spcBef>
            </a:pPr>
            <a:r>
              <a:rPr sz="4000" spc="155" dirty="0">
                <a:latin typeface="Tahoma"/>
                <a:cs typeface="Tahoma"/>
              </a:rPr>
              <a:t>How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0" dirty="0">
                <a:latin typeface="Tahoma"/>
                <a:cs typeface="Tahoma"/>
              </a:rPr>
              <a:t>to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5" dirty="0">
                <a:latin typeface="Tahoma"/>
                <a:cs typeface="Tahoma"/>
              </a:rPr>
              <a:t>mitigate?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245" dirty="0">
                <a:latin typeface="Tahoma"/>
                <a:cs typeface="Tahoma"/>
              </a:rPr>
              <a:t>Mix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0" dirty="0">
                <a:latin typeface="Tahoma"/>
                <a:cs typeface="Tahoma"/>
              </a:rPr>
              <a:t>of</a:t>
            </a:r>
            <a:r>
              <a:rPr sz="4000" spc="-475" dirty="0">
                <a:latin typeface="Tahoma"/>
                <a:cs typeface="Tahoma"/>
              </a:rPr>
              <a:t> </a:t>
            </a:r>
            <a:r>
              <a:rPr sz="4000" spc="-35" dirty="0">
                <a:latin typeface="Tahoma"/>
                <a:cs typeface="Tahoma"/>
              </a:rPr>
              <a:t>technology,</a:t>
            </a:r>
            <a:r>
              <a:rPr sz="4000" spc="-475" dirty="0">
                <a:latin typeface="Tahoma"/>
                <a:cs typeface="Tahoma"/>
              </a:rPr>
              <a:t> </a:t>
            </a:r>
            <a:r>
              <a:rPr sz="4000" spc="-45" dirty="0">
                <a:latin typeface="Tahoma"/>
                <a:cs typeface="Tahoma"/>
              </a:rPr>
              <a:t>policy,</a:t>
            </a:r>
            <a:r>
              <a:rPr sz="4000" spc="-475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and</a:t>
            </a:r>
            <a:r>
              <a:rPr sz="4000" spc="-475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legal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mechanisms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90" dirty="0">
                <a:latin typeface="Tahoma"/>
                <a:cs typeface="Tahoma"/>
              </a:rPr>
              <a:t>Machine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"unlearning"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70" dirty="0">
                <a:latin typeface="Tahoma"/>
                <a:cs typeface="Tahoma"/>
              </a:rPr>
              <a:t>Filtering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and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blocking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approaches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46462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40" dirty="0"/>
              <a:t>Responsibly</a:t>
            </a:r>
            <a:r>
              <a:rPr sz="5600" spc="-670" dirty="0"/>
              <a:t> </a:t>
            </a:r>
            <a:r>
              <a:rPr sz="5600" spc="70" dirty="0"/>
              <a:t>build</a:t>
            </a:r>
            <a:r>
              <a:rPr sz="5600" spc="-670" dirty="0"/>
              <a:t> </a:t>
            </a:r>
            <a:r>
              <a:rPr sz="5600" spc="-25" dirty="0"/>
              <a:t>and</a:t>
            </a:r>
            <a:r>
              <a:rPr sz="5600" spc="-670" dirty="0"/>
              <a:t> </a:t>
            </a:r>
            <a:r>
              <a:rPr sz="5600" spc="-35" dirty="0"/>
              <a:t>use</a:t>
            </a:r>
            <a:r>
              <a:rPr sz="5600" spc="-670" dirty="0"/>
              <a:t> </a:t>
            </a:r>
            <a:r>
              <a:rPr sz="5600" spc="-70" dirty="0"/>
              <a:t>gene</a:t>
            </a:r>
            <a:r>
              <a:rPr sz="5600" spc="125" dirty="0"/>
              <a:t>r</a:t>
            </a:r>
            <a:r>
              <a:rPr sz="5600" spc="75" dirty="0"/>
              <a:t>ati</a:t>
            </a:r>
            <a:r>
              <a:rPr sz="5600" spc="30" dirty="0"/>
              <a:t>v</a:t>
            </a:r>
            <a:r>
              <a:rPr sz="5600" spc="-15" dirty="0"/>
              <a:t>e</a:t>
            </a:r>
            <a:r>
              <a:rPr sz="5600" spc="-670" dirty="0"/>
              <a:t> </a:t>
            </a:r>
            <a:r>
              <a:rPr sz="5600" spc="40" dirty="0"/>
              <a:t>AI</a:t>
            </a:r>
            <a:r>
              <a:rPr sz="5600" spc="-670" dirty="0"/>
              <a:t> </a:t>
            </a:r>
            <a:r>
              <a:rPr sz="5600" spc="10" dirty="0"/>
              <a:t>models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744124" y="1822439"/>
            <a:ext cx="12391390" cy="28295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16890" indent="-504825">
              <a:lnSpc>
                <a:spcPct val="100000"/>
              </a:lnSpc>
              <a:spcBef>
                <a:spcPts val="819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80" dirty="0">
                <a:latin typeface="Tahoma"/>
                <a:cs typeface="Tahoma"/>
              </a:rPr>
              <a:t>Deﬁne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use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95" dirty="0">
                <a:latin typeface="Tahoma"/>
                <a:cs typeface="Tahoma"/>
              </a:rPr>
              <a:t>cases: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5" dirty="0">
                <a:latin typeface="Tahoma"/>
                <a:cs typeface="Tahoma"/>
              </a:rPr>
              <a:t>the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more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speciﬁc</a:t>
            </a:r>
            <a:r>
              <a:rPr sz="4000" spc="-220" dirty="0">
                <a:latin typeface="Tahoma"/>
                <a:cs typeface="Tahoma"/>
              </a:rPr>
              <a:t>/</a:t>
            </a:r>
            <a:r>
              <a:rPr sz="4000" spc="60" dirty="0">
                <a:latin typeface="Tahoma"/>
                <a:cs typeface="Tahoma"/>
              </a:rPr>
              <a:t>narro</a:t>
            </a:r>
            <a:r>
              <a:rPr sz="4000" spc="-25" dirty="0">
                <a:latin typeface="Tahoma"/>
                <a:cs typeface="Tahoma"/>
              </a:rPr>
              <a:t>w</a:t>
            </a:r>
            <a:r>
              <a:rPr sz="4000" spc="-365" dirty="0">
                <a:latin typeface="Tahoma"/>
                <a:cs typeface="Tahoma"/>
              </a:rPr>
              <a:t>,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5" dirty="0">
                <a:latin typeface="Tahoma"/>
                <a:cs typeface="Tahoma"/>
              </a:rPr>
              <a:t>the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80" dirty="0">
                <a:latin typeface="Tahoma"/>
                <a:cs typeface="Tahoma"/>
              </a:rPr>
              <a:t>better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15" dirty="0">
                <a:latin typeface="Tahoma"/>
                <a:cs typeface="Tahoma"/>
              </a:rPr>
              <a:t>Assess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risks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95" dirty="0">
                <a:latin typeface="Tahoma"/>
                <a:cs typeface="Tahoma"/>
              </a:rPr>
              <a:t>for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each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use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30" dirty="0">
                <a:latin typeface="Tahoma"/>
                <a:cs typeface="Tahoma"/>
              </a:rPr>
              <a:t>case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30" dirty="0">
                <a:latin typeface="Tahoma"/>
                <a:cs typeface="Tahoma"/>
              </a:rPr>
              <a:t>Evaluate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5" dirty="0">
                <a:latin typeface="Tahoma"/>
                <a:cs typeface="Tahoma"/>
              </a:rPr>
              <a:t>performance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95" dirty="0">
                <a:latin typeface="Tahoma"/>
                <a:cs typeface="Tahoma"/>
              </a:rPr>
              <a:t>for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each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use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30" dirty="0">
                <a:latin typeface="Tahoma"/>
                <a:cs typeface="Tahoma"/>
              </a:rPr>
              <a:t>case</a:t>
            </a:r>
            <a:endParaRPr sz="4000">
              <a:latin typeface="Tahoma"/>
              <a:cs typeface="Tahoma"/>
            </a:endParaRPr>
          </a:p>
          <a:p>
            <a:pPr marL="516890" indent="-504825">
              <a:lnSpc>
                <a:spcPct val="100000"/>
              </a:lnSpc>
              <a:spcBef>
                <a:spcPts val="720"/>
              </a:spcBef>
              <a:buSzPct val="90000"/>
              <a:buFont typeface="Arial MT"/>
              <a:buChar char="●"/>
              <a:tabLst>
                <a:tab pos="516890" algn="l"/>
                <a:tab pos="517525" algn="l"/>
              </a:tabLst>
            </a:pPr>
            <a:r>
              <a:rPr sz="4000" spc="10" dirty="0">
                <a:latin typeface="Tahoma"/>
                <a:cs typeface="Tahoma"/>
              </a:rPr>
              <a:t>Ite</a:t>
            </a:r>
            <a:r>
              <a:rPr sz="4000" spc="-70" dirty="0">
                <a:latin typeface="Tahoma"/>
                <a:cs typeface="Tahoma"/>
              </a:rPr>
              <a:t>r</a:t>
            </a:r>
            <a:r>
              <a:rPr sz="4000" spc="20" dirty="0">
                <a:latin typeface="Tahoma"/>
                <a:cs typeface="Tahoma"/>
              </a:rPr>
              <a:t>ate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5" dirty="0">
                <a:latin typeface="Tahoma"/>
                <a:cs typeface="Tahoma"/>
              </a:rPr>
              <a:t>o</a:t>
            </a:r>
            <a:r>
              <a:rPr sz="4000" dirty="0">
                <a:latin typeface="Tahoma"/>
                <a:cs typeface="Tahoma"/>
              </a:rPr>
              <a:t>v</a:t>
            </a:r>
            <a:r>
              <a:rPr sz="4000" spc="80" dirty="0">
                <a:latin typeface="Tahoma"/>
                <a:cs typeface="Tahoma"/>
              </a:rPr>
              <a:t>er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5" dirty="0">
                <a:latin typeface="Tahoma"/>
                <a:cs typeface="Tahoma"/>
              </a:rPr>
              <a:t>entire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5" dirty="0">
                <a:latin typeface="Tahoma"/>
                <a:cs typeface="Tahoma"/>
              </a:rPr>
              <a:t>AI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lifec</a:t>
            </a:r>
            <a:r>
              <a:rPr sz="4000" spc="25" dirty="0">
                <a:latin typeface="Tahoma"/>
                <a:cs typeface="Tahoma"/>
              </a:rPr>
              <a:t>y</a:t>
            </a:r>
            <a:r>
              <a:rPr sz="4000" spc="40" dirty="0">
                <a:latin typeface="Tahoma"/>
                <a:cs typeface="Tahoma"/>
              </a:rPr>
              <a:t>cle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578802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15" dirty="0"/>
              <a:t>On-going</a:t>
            </a:r>
            <a:r>
              <a:rPr sz="5600" spc="-670" dirty="0"/>
              <a:t> </a:t>
            </a:r>
            <a:r>
              <a:rPr sz="5600" spc="35" dirty="0"/>
              <a:t>research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713470" y="1611155"/>
            <a:ext cx="12304395" cy="3683000"/>
          </a:xfrm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548005" indent="-535940">
              <a:lnSpc>
                <a:spcPct val="100000"/>
              </a:lnSpc>
              <a:spcBef>
                <a:spcPts val="2500"/>
              </a:spcBef>
              <a:buFont typeface="Arial MT"/>
              <a:buChar char="●"/>
              <a:tabLst>
                <a:tab pos="548005" algn="l"/>
                <a:tab pos="548640" algn="l"/>
              </a:tabLst>
            </a:pPr>
            <a:r>
              <a:rPr sz="4000" spc="20" dirty="0">
                <a:latin typeface="Tahoma"/>
                <a:cs typeface="Tahoma"/>
              </a:rPr>
              <a:t>Responsible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5" dirty="0">
                <a:latin typeface="Tahoma"/>
                <a:cs typeface="Tahoma"/>
              </a:rPr>
              <a:t>AI</a:t>
            </a:r>
            <a:endParaRPr sz="4000">
              <a:latin typeface="Tahoma"/>
              <a:cs typeface="Tahoma"/>
            </a:endParaRPr>
          </a:p>
          <a:p>
            <a:pPr marL="548005" indent="-535940">
              <a:lnSpc>
                <a:spcPct val="100000"/>
              </a:lnSpc>
              <a:spcBef>
                <a:spcPts val="2400"/>
              </a:spcBef>
              <a:buFont typeface="Arial MT"/>
              <a:buChar char="●"/>
              <a:tabLst>
                <a:tab pos="548005" algn="l"/>
                <a:tab pos="548640" algn="l"/>
              </a:tabLst>
            </a:pPr>
            <a:r>
              <a:rPr sz="4000" spc="-15" dirty="0">
                <a:latin typeface="Tahoma"/>
                <a:cs typeface="Tahoma"/>
              </a:rPr>
              <a:t>Scale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models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and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65" dirty="0">
                <a:latin typeface="Tahoma"/>
                <a:cs typeface="Tahoma"/>
              </a:rPr>
              <a:t>predict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5" dirty="0">
                <a:latin typeface="Tahoma"/>
                <a:cs typeface="Tahoma"/>
              </a:rPr>
              <a:t>performance</a:t>
            </a:r>
            <a:endParaRPr sz="4000">
              <a:latin typeface="Tahoma"/>
              <a:cs typeface="Tahoma"/>
            </a:endParaRPr>
          </a:p>
          <a:p>
            <a:pPr marL="548005" indent="-535940">
              <a:lnSpc>
                <a:spcPct val="100000"/>
              </a:lnSpc>
              <a:spcBef>
                <a:spcPts val="2400"/>
              </a:spcBef>
              <a:buFont typeface="Arial MT"/>
              <a:buChar char="●"/>
              <a:tabLst>
                <a:tab pos="548005" algn="l"/>
                <a:tab pos="548640" algn="l"/>
              </a:tabLst>
            </a:pPr>
            <a:r>
              <a:rPr sz="4000" spc="200" dirty="0">
                <a:latin typeface="Tahoma"/>
                <a:cs typeface="Tahoma"/>
              </a:rPr>
              <a:t>More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5" dirty="0">
                <a:latin typeface="Tahoma"/>
                <a:cs typeface="Tahoma"/>
              </a:rPr>
              <a:t>efﬁciencies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" dirty="0">
                <a:latin typeface="Tahoma"/>
                <a:cs typeface="Tahoma"/>
              </a:rPr>
              <a:t>across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0" dirty="0">
                <a:latin typeface="Tahoma"/>
                <a:cs typeface="Tahoma"/>
              </a:rPr>
              <a:t>model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d</a:t>
            </a:r>
            <a:r>
              <a:rPr sz="4000" spc="-50" dirty="0">
                <a:latin typeface="Tahoma"/>
                <a:cs typeface="Tahoma"/>
              </a:rPr>
              <a:t>e</a:t>
            </a:r>
            <a:r>
              <a:rPr sz="4000" dirty="0">
                <a:latin typeface="Tahoma"/>
                <a:cs typeface="Tahoma"/>
              </a:rPr>
              <a:t>v</a:t>
            </a:r>
            <a:r>
              <a:rPr sz="4000" spc="25" dirty="0">
                <a:latin typeface="Tahoma"/>
                <a:cs typeface="Tahoma"/>
              </a:rPr>
              <a:t>elopment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lifec</a:t>
            </a:r>
            <a:r>
              <a:rPr sz="4000" spc="25" dirty="0">
                <a:latin typeface="Tahoma"/>
                <a:cs typeface="Tahoma"/>
              </a:rPr>
              <a:t>y</a:t>
            </a:r>
            <a:r>
              <a:rPr sz="4000" spc="40" dirty="0">
                <a:latin typeface="Tahoma"/>
                <a:cs typeface="Tahoma"/>
              </a:rPr>
              <a:t>cle</a:t>
            </a:r>
            <a:endParaRPr sz="4000">
              <a:latin typeface="Tahoma"/>
              <a:cs typeface="Tahoma"/>
            </a:endParaRPr>
          </a:p>
          <a:p>
            <a:pPr marL="548005" indent="-535940">
              <a:lnSpc>
                <a:spcPct val="100000"/>
              </a:lnSpc>
              <a:spcBef>
                <a:spcPts val="2400"/>
              </a:spcBef>
              <a:buFont typeface="Arial MT"/>
              <a:buChar char="●"/>
              <a:tabLst>
                <a:tab pos="548005" algn="l"/>
                <a:tab pos="548640" algn="l"/>
              </a:tabLst>
            </a:pPr>
            <a:r>
              <a:rPr sz="4000" spc="-25" dirty="0">
                <a:latin typeface="Tahoma"/>
                <a:cs typeface="Tahoma"/>
              </a:rPr>
              <a:t>Increased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and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" dirty="0">
                <a:latin typeface="Tahoma"/>
                <a:cs typeface="Tahoma"/>
              </a:rPr>
              <a:t>emergent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240" dirty="0">
                <a:latin typeface="Tahoma"/>
                <a:cs typeface="Tahoma"/>
              </a:rPr>
              <a:t>LLM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5" dirty="0">
                <a:latin typeface="Tahoma"/>
                <a:cs typeface="Tahoma"/>
              </a:rPr>
              <a:t>capabilities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1172</Words>
  <Application>Microsoft Office PowerPoint</Application>
  <PresentationFormat>Custom</PresentationFormat>
  <Paragraphs>374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Using the LLM in  applications</vt:lpstr>
      <vt:lpstr>Models having difﬁculty</vt:lpstr>
      <vt:lpstr>Generative AI project lifecycle</vt:lpstr>
      <vt:lpstr>LLM-powered applications</vt:lpstr>
      <vt:lpstr>LLM-powered applications</vt:lpstr>
      <vt:lpstr>Retrieval augmented  generation (RAG)</vt:lpstr>
      <vt:lpstr>Knowledge cut-offs in LLMs</vt:lpstr>
      <vt:lpstr>LLM-powered applications</vt:lpstr>
      <vt:lpstr>Retrieval Augmented Generation (RAG)</vt:lpstr>
      <vt:lpstr>Example: Searching legal documents</vt:lpstr>
      <vt:lpstr>Example: Searching legal documents</vt:lpstr>
      <vt:lpstr>RAG integrates with many types of data sources</vt:lpstr>
      <vt:lpstr>Data preparation for vector store for RAG</vt:lpstr>
      <vt:lpstr>Data preparation for RAG</vt:lpstr>
      <vt:lpstr>Data preparation for RAG</vt:lpstr>
      <vt:lpstr>Vector database search</vt:lpstr>
      <vt:lpstr>Enabling interactions with  external applications</vt:lpstr>
      <vt:lpstr>Having an LLM initiate a clothing return</vt:lpstr>
      <vt:lpstr>Having an LLM initiate a clothing return</vt:lpstr>
      <vt:lpstr>LLM-powered applications</vt:lpstr>
      <vt:lpstr>LangChain</vt:lpstr>
      <vt:lpstr>The signiﬁcance of scale: application building</vt:lpstr>
      <vt:lpstr>LLM powered application  architectures</vt:lpstr>
      <vt:lpstr>Building generative applications</vt:lpstr>
      <vt:lpstr>Building generative applications</vt:lpstr>
      <vt:lpstr>Building generative applications</vt:lpstr>
      <vt:lpstr>Building generative applications</vt:lpstr>
      <vt:lpstr>Building generative applications</vt:lpstr>
      <vt:lpstr>Building generative applications</vt:lpstr>
      <vt:lpstr>Building generative applications</vt:lpstr>
      <vt:lpstr>Building generative applications</vt:lpstr>
      <vt:lpstr>Slide 32</vt:lpstr>
      <vt:lpstr>Responsible  AI</vt:lpstr>
      <vt:lpstr>On-going research</vt:lpstr>
      <vt:lpstr>Special challenges of responsible generative AI</vt:lpstr>
      <vt:lpstr>Toxicity</vt:lpstr>
      <vt:lpstr>Hallucinations</vt:lpstr>
      <vt:lpstr>Intellectual Property</vt:lpstr>
      <vt:lpstr>Responsibly build and use generative AI models</vt:lpstr>
      <vt:lpstr>On-going research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</dc:title>
  <cp:lastModifiedBy>Admin</cp:lastModifiedBy>
  <cp:revision>3</cp:revision>
  <dcterms:created xsi:type="dcterms:W3CDTF">2023-08-31T02:39:48Z</dcterms:created>
  <dcterms:modified xsi:type="dcterms:W3CDTF">2026-08-06T16:45:57Z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