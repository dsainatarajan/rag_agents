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71" r:id="rId12"/>
    <p:sldId id="272" r:id="rId13"/>
    <p:sldId id="416" r:id="rId14"/>
    <p:sldId id="417" r:id="rId15"/>
    <p:sldId id="418" r:id="rId16"/>
    <p:sldId id="273" r:id="rId17"/>
    <p:sldId id="280" r:id="rId18"/>
    <p:sldId id="281" r:id="rId19"/>
    <p:sldId id="282" r:id="rId20"/>
    <p:sldId id="289" r:id="rId21"/>
    <p:sldId id="293" r:id="rId22"/>
    <p:sldId id="294" r:id="rId23"/>
    <p:sldId id="295" r:id="rId24"/>
    <p:sldId id="296" r:id="rId25"/>
    <p:sldId id="297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2" r:id="rId57"/>
    <p:sldId id="343" r:id="rId58"/>
    <p:sldId id="344" r:id="rId59"/>
    <p:sldId id="345" r:id="rId60"/>
    <p:sldId id="348" r:id="rId61"/>
    <p:sldId id="349" r:id="rId62"/>
    <p:sldId id="350" r:id="rId63"/>
    <p:sldId id="366" r:id="rId64"/>
    <p:sldId id="367" r:id="rId65"/>
    <p:sldId id="368" r:id="rId66"/>
    <p:sldId id="374" r:id="rId67"/>
    <p:sldId id="375" r:id="rId68"/>
    <p:sldId id="376" r:id="rId69"/>
    <p:sldId id="377" r:id="rId70"/>
    <p:sldId id="378" r:id="rId71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6915" y="322706"/>
            <a:ext cx="16854169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89299" y="2600399"/>
            <a:ext cx="7667625" cy="6218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2040058" y="2730367"/>
            <a:ext cx="4865369" cy="6155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0" y="0"/>
            <a:ext cx="9144000" cy="9613265"/>
          </a:xfrm>
          <a:custGeom>
            <a:avLst/>
            <a:gdLst/>
            <a:ahLst/>
            <a:cxnLst/>
            <a:rect l="l" t="t" r="r" b="b"/>
            <a:pathLst>
              <a:path w="9144000" h="9613265">
                <a:moveTo>
                  <a:pt x="9143999" y="9613199"/>
                </a:moveTo>
                <a:lnTo>
                  <a:pt x="0" y="96131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6131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38800" y="2685401"/>
            <a:ext cx="3355249" cy="34459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11143" y="9473050"/>
            <a:ext cx="3265714" cy="8139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6924" y="322726"/>
            <a:ext cx="13629005" cy="193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7959" y="3523816"/>
            <a:ext cx="8192080" cy="4592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bitsandbytes" TargetMode="External"/><Relationship Id="rId2" Type="http://schemas.openxmlformats.org/officeDocument/2006/relationships/hyperlink" Target="https://huggingface.co/docs/transformers/v4.20.1/en/perf_train_gpu_one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bitsandbytes" TargetMode="External"/><Relationship Id="rId2" Type="http://schemas.openxmlformats.org/officeDocument/2006/relationships/hyperlink" Target="https://huggingface.co/docs/transformers/v4.20.1/en/perf_train_gpu_one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bitsandbytes" TargetMode="External"/><Relationship Id="rId2" Type="http://schemas.openxmlformats.org/officeDocument/2006/relationships/hyperlink" Target="https://huggingface.co/docs/transformers/v4.20.1/en/perf_train_gpu_one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bitsandbytes" TargetMode="External"/><Relationship Id="rId2" Type="http://schemas.openxmlformats.org/officeDocument/2006/relationships/hyperlink" Target="https://huggingface.co/docs/transformers/v4.20.1/en/perf_train_gpu_one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386152" cy="10286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09500" y="6012000"/>
            <a:ext cx="11419840" cy="92075"/>
          </a:xfrm>
          <a:custGeom>
            <a:avLst/>
            <a:gdLst/>
            <a:ahLst/>
            <a:cxnLst/>
            <a:rect l="l" t="t" r="r" b="b"/>
            <a:pathLst>
              <a:path w="11419840" h="92075">
                <a:moveTo>
                  <a:pt x="11419799" y="91799"/>
                </a:moveTo>
                <a:lnTo>
                  <a:pt x="0" y="91799"/>
                </a:lnTo>
                <a:lnTo>
                  <a:pt x="0" y="0"/>
                </a:lnTo>
                <a:lnTo>
                  <a:pt x="11419799" y="0"/>
                </a:lnTo>
                <a:lnTo>
                  <a:pt x="11419799" y="91799"/>
                </a:lnTo>
                <a:close/>
              </a:path>
            </a:pathLst>
          </a:custGeom>
          <a:solidFill>
            <a:srgbClr val="A12F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1697" y="897762"/>
            <a:ext cx="9214485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0400" spc="155" dirty="0"/>
              <a:t>Gene</a:t>
            </a:r>
            <a:r>
              <a:rPr sz="10400" spc="240" dirty="0"/>
              <a:t>r</a:t>
            </a:r>
            <a:r>
              <a:rPr sz="10400" spc="165" dirty="0"/>
              <a:t>ati</a:t>
            </a:r>
            <a:r>
              <a:rPr sz="10400" spc="5" dirty="0"/>
              <a:t>v</a:t>
            </a:r>
            <a:r>
              <a:rPr sz="10400" spc="-25" dirty="0"/>
              <a:t>e</a:t>
            </a:r>
            <a:r>
              <a:rPr sz="10400" spc="-1245" dirty="0"/>
              <a:t> </a:t>
            </a:r>
            <a:r>
              <a:rPr sz="10400" spc="70" dirty="0"/>
              <a:t>AI</a:t>
            </a:r>
            <a:r>
              <a:rPr sz="10400" spc="-1245" dirty="0"/>
              <a:t> </a:t>
            </a:r>
            <a:r>
              <a:rPr sz="10400" spc="190" dirty="0"/>
              <a:t>&amp;  </a:t>
            </a:r>
            <a:r>
              <a:rPr sz="10400" spc="-10" dirty="0"/>
              <a:t>Large</a:t>
            </a:r>
            <a:r>
              <a:rPr sz="10400" spc="-1245" dirty="0"/>
              <a:t> </a:t>
            </a:r>
            <a:r>
              <a:rPr sz="10400" spc="-130" dirty="0"/>
              <a:t>Language  </a:t>
            </a:r>
            <a:r>
              <a:rPr sz="10400" spc="310" dirty="0"/>
              <a:t>Models</a:t>
            </a:r>
            <a:r>
              <a:rPr sz="10400" spc="-1245" dirty="0"/>
              <a:t> </a:t>
            </a:r>
            <a:r>
              <a:rPr sz="10400" spc="5" dirty="0"/>
              <a:t>(LLMs)</a:t>
            </a:r>
            <a:endParaRPr sz="10400"/>
          </a:p>
        </p:txBody>
      </p:sp>
      <p:sp>
        <p:nvSpPr>
          <p:cNvPr id="8" name="object 8"/>
          <p:cNvSpPr txBox="1"/>
          <p:nvPr/>
        </p:nvSpPr>
        <p:spPr>
          <a:xfrm>
            <a:off x="6971299" y="6883613"/>
            <a:ext cx="990663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97175">
              <a:lnSpc>
                <a:spcPct val="100000"/>
              </a:lnSpc>
              <a:spcBef>
                <a:spcPts val="100"/>
              </a:spcBef>
            </a:pPr>
            <a:r>
              <a:rPr sz="6400" b="1" spc="-325" dirty="0">
                <a:latin typeface="Tahoma"/>
                <a:cs typeface="Tahoma"/>
              </a:rPr>
              <a:t>USE</a:t>
            </a:r>
            <a:r>
              <a:rPr sz="6400" b="1" spc="-640" dirty="0">
                <a:latin typeface="Tahoma"/>
                <a:cs typeface="Tahoma"/>
              </a:rPr>
              <a:t> </a:t>
            </a:r>
            <a:r>
              <a:rPr sz="6400" b="1" spc="-290" dirty="0">
                <a:latin typeface="Tahoma"/>
                <a:cs typeface="Tahoma"/>
              </a:rPr>
              <a:t>CASES,  </a:t>
            </a:r>
            <a:r>
              <a:rPr sz="6400" b="1" spc="-210" dirty="0">
                <a:latin typeface="Tahoma"/>
                <a:cs typeface="Tahoma"/>
              </a:rPr>
              <a:t>P</a:t>
            </a:r>
            <a:r>
              <a:rPr sz="6400" b="1" spc="-610" dirty="0">
                <a:latin typeface="Tahoma"/>
                <a:cs typeface="Tahoma"/>
              </a:rPr>
              <a:t>R</a:t>
            </a:r>
            <a:r>
              <a:rPr sz="6400" b="1" spc="-130" dirty="0">
                <a:latin typeface="Tahoma"/>
                <a:cs typeface="Tahoma"/>
              </a:rPr>
              <a:t>OJEC</a:t>
            </a:r>
            <a:r>
              <a:rPr sz="6400" b="1" spc="-114" dirty="0">
                <a:latin typeface="Tahoma"/>
                <a:cs typeface="Tahoma"/>
              </a:rPr>
              <a:t>T</a:t>
            </a:r>
            <a:r>
              <a:rPr sz="6400" b="1" spc="-650" dirty="0">
                <a:latin typeface="Tahoma"/>
                <a:cs typeface="Tahoma"/>
              </a:rPr>
              <a:t> </a:t>
            </a:r>
            <a:r>
              <a:rPr sz="6400" b="1" spc="-365" dirty="0">
                <a:latin typeface="Tahoma"/>
                <a:cs typeface="Tahoma"/>
              </a:rPr>
              <a:t>LIFEC</a:t>
            </a:r>
            <a:r>
              <a:rPr sz="6400" b="1" spc="-355" dirty="0">
                <a:latin typeface="Tahoma"/>
                <a:cs typeface="Tahoma"/>
              </a:rPr>
              <a:t>Y</a:t>
            </a:r>
            <a:r>
              <a:rPr sz="6400" b="1" spc="-345" dirty="0">
                <a:latin typeface="Tahoma"/>
                <a:cs typeface="Tahoma"/>
              </a:rPr>
              <a:t>CLE</a:t>
            </a:r>
            <a:r>
              <a:rPr sz="6400" b="1" spc="-170" dirty="0">
                <a:latin typeface="Tahoma"/>
                <a:cs typeface="Tahoma"/>
              </a:rPr>
              <a:t>,</a:t>
            </a:r>
            <a:r>
              <a:rPr sz="6400" b="1" spc="-650" dirty="0">
                <a:latin typeface="Tahoma"/>
                <a:cs typeface="Tahoma"/>
              </a:rPr>
              <a:t> </a:t>
            </a:r>
            <a:r>
              <a:rPr sz="6400" b="1" dirty="0">
                <a:latin typeface="Tahoma"/>
                <a:cs typeface="Tahoma"/>
              </a:rPr>
              <a:t>AND</a:t>
            </a:r>
            <a:endParaRPr sz="6400">
              <a:latin typeface="Tahoma"/>
              <a:cs typeface="Tahoma"/>
            </a:endParaRPr>
          </a:p>
          <a:p>
            <a:pPr marL="605790">
              <a:lnSpc>
                <a:spcPct val="100000"/>
              </a:lnSpc>
            </a:pPr>
            <a:r>
              <a:rPr sz="6400" b="1" spc="-55" dirty="0">
                <a:latin typeface="Tahoma"/>
                <a:cs typeface="Tahoma"/>
              </a:rPr>
              <a:t>MODEL</a:t>
            </a:r>
            <a:r>
              <a:rPr sz="6400" b="1" spc="-640" dirty="0">
                <a:latin typeface="Tahoma"/>
                <a:cs typeface="Tahoma"/>
              </a:rPr>
              <a:t> </a:t>
            </a:r>
            <a:r>
              <a:rPr sz="6400" b="1" spc="-315" dirty="0">
                <a:latin typeface="Tahoma"/>
                <a:cs typeface="Tahoma"/>
              </a:rPr>
              <a:t>PRE</a:t>
            </a:r>
            <a:r>
              <a:rPr sz="6400" b="1" spc="-1045" dirty="0">
                <a:latin typeface="Tahoma"/>
                <a:cs typeface="Tahoma"/>
              </a:rPr>
              <a:t>-</a:t>
            </a:r>
            <a:r>
              <a:rPr sz="6400" b="1" spc="-365" dirty="0">
                <a:latin typeface="Tahoma"/>
                <a:cs typeface="Tahoma"/>
              </a:rPr>
              <a:t>TRAINING</a:t>
            </a:r>
            <a:endParaRPr sz="6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7889" y="2846280"/>
            <a:ext cx="627761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6940">
              <a:lnSpc>
                <a:spcPct val="100000"/>
              </a:lnSpc>
              <a:spcBef>
                <a:spcPts val="100"/>
              </a:spcBef>
            </a:pPr>
            <a:r>
              <a:rPr sz="5000" spc="110" dirty="0">
                <a:latin typeface="Tahoma"/>
                <a:cs typeface="Tahoma"/>
              </a:rPr>
              <a:t>Gene</a:t>
            </a:r>
            <a:r>
              <a:rPr sz="5000" spc="-25" dirty="0">
                <a:latin typeface="Tahoma"/>
                <a:cs typeface="Tahoma"/>
              </a:rPr>
              <a:t>r</a:t>
            </a:r>
            <a:r>
              <a:rPr sz="5000" spc="70" dirty="0">
                <a:latin typeface="Tahoma"/>
                <a:cs typeface="Tahoma"/>
              </a:rPr>
              <a:t>ati</a:t>
            </a:r>
            <a:r>
              <a:rPr sz="5000" spc="30" dirty="0">
                <a:latin typeface="Tahoma"/>
                <a:cs typeface="Tahoma"/>
              </a:rPr>
              <a:t>v</a:t>
            </a:r>
            <a:r>
              <a:rPr sz="5000" spc="-15" dirty="0">
                <a:latin typeface="Tahoma"/>
                <a:cs typeface="Tahoma"/>
              </a:rPr>
              <a:t>e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35" dirty="0">
                <a:latin typeface="Tahoma"/>
                <a:cs typeface="Tahoma"/>
              </a:rPr>
              <a:t>AI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90" dirty="0">
                <a:latin typeface="Tahoma"/>
                <a:cs typeface="Tahoma"/>
              </a:rPr>
              <a:t>&amp;  </a:t>
            </a:r>
            <a:r>
              <a:rPr sz="5000" spc="-5" dirty="0">
                <a:latin typeface="Tahoma"/>
                <a:cs typeface="Tahoma"/>
              </a:rPr>
              <a:t>Large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-70" dirty="0">
                <a:latin typeface="Tahoma"/>
                <a:cs typeface="Tahoma"/>
              </a:rPr>
              <a:t>Language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190" dirty="0">
                <a:latin typeface="Tahoma"/>
                <a:cs typeface="Tahoma"/>
              </a:rPr>
              <a:t>Model</a:t>
            </a:r>
            <a:endParaRPr sz="5000">
              <a:latin typeface="Tahoma"/>
              <a:cs typeface="Tahoma"/>
            </a:endParaRPr>
          </a:p>
          <a:p>
            <a:pPr marL="1917700" marR="473709" indent="-1437005">
              <a:lnSpc>
                <a:spcPct val="100000"/>
              </a:lnSpc>
            </a:pPr>
            <a:r>
              <a:rPr sz="5000" spc="95" dirty="0">
                <a:latin typeface="Tahoma"/>
                <a:cs typeface="Tahoma"/>
              </a:rPr>
              <a:t>Use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35" dirty="0">
                <a:latin typeface="Tahoma"/>
                <a:cs typeface="Tahoma"/>
              </a:rPr>
              <a:t>Cases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145" dirty="0">
                <a:latin typeface="Tahoma"/>
                <a:cs typeface="Tahoma"/>
              </a:rPr>
              <a:t>&amp;</a:t>
            </a:r>
            <a:r>
              <a:rPr sz="5000" spc="-600" dirty="0">
                <a:latin typeface="Tahoma"/>
                <a:cs typeface="Tahoma"/>
              </a:rPr>
              <a:t> </a:t>
            </a:r>
            <a:r>
              <a:rPr sz="5000" spc="170" dirty="0">
                <a:latin typeface="Tahoma"/>
                <a:cs typeface="Tahoma"/>
              </a:rPr>
              <a:t>Model  </a:t>
            </a:r>
            <a:r>
              <a:rPr sz="5000" spc="50" dirty="0">
                <a:latin typeface="Tahoma"/>
                <a:cs typeface="Tahoma"/>
              </a:rPr>
              <a:t>Lifecycle</a:t>
            </a:r>
            <a:endParaRPr sz="5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1275" y="3996944"/>
            <a:ext cx="942594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18920">
              <a:lnSpc>
                <a:spcPct val="100000"/>
              </a:lnSpc>
              <a:spcBef>
                <a:spcPts val="100"/>
              </a:spcBef>
            </a:pPr>
            <a:r>
              <a:rPr sz="7200" spc="105" dirty="0"/>
              <a:t>Gene</a:t>
            </a:r>
            <a:r>
              <a:rPr sz="7200" spc="175" dirty="0"/>
              <a:t>r</a:t>
            </a:r>
            <a:r>
              <a:rPr sz="7200" spc="100" dirty="0"/>
              <a:t>ati</a:t>
            </a:r>
            <a:r>
              <a:rPr sz="7200" spc="45" dirty="0"/>
              <a:t>v</a:t>
            </a:r>
            <a:r>
              <a:rPr sz="7200" spc="-20" dirty="0"/>
              <a:t>e</a:t>
            </a:r>
            <a:r>
              <a:rPr sz="7200" spc="-865" dirty="0"/>
              <a:t> </a:t>
            </a:r>
            <a:r>
              <a:rPr sz="7200" spc="50" dirty="0"/>
              <a:t>AI</a:t>
            </a:r>
            <a:r>
              <a:rPr sz="7200" spc="-865" dirty="0"/>
              <a:t> </a:t>
            </a:r>
            <a:r>
              <a:rPr sz="7200" spc="130" dirty="0"/>
              <a:t>&amp;  </a:t>
            </a:r>
            <a:r>
              <a:rPr sz="7200" spc="-5" dirty="0"/>
              <a:t>Large</a:t>
            </a:r>
            <a:r>
              <a:rPr sz="7200" spc="-865" dirty="0"/>
              <a:t> </a:t>
            </a:r>
            <a:r>
              <a:rPr sz="7200" spc="-100" dirty="0"/>
              <a:t>Language</a:t>
            </a:r>
            <a:r>
              <a:rPr sz="7200" spc="-865" dirty="0"/>
              <a:t> </a:t>
            </a:r>
            <a:r>
              <a:rPr sz="7200" spc="215" dirty="0"/>
              <a:t>Models</a:t>
            </a:r>
            <a:endParaRPr sz="7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99052"/>
            <a:ext cx="18288000" cy="8488045"/>
            <a:chOff x="0" y="1799052"/>
            <a:chExt cx="18288000" cy="8488045"/>
          </a:xfrm>
        </p:grpSpPr>
        <p:sp>
          <p:nvSpPr>
            <p:cNvPr id="3" name="object 3"/>
            <p:cNvSpPr/>
            <p:nvPr/>
          </p:nvSpPr>
          <p:spPr>
            <a:xfrm>
              <a:off x="4679250" y="3219815"/>
              <a:ext cx="8930005" cy="5896610"/>
            </a:xfrm>
            <a:custGeom>
              <a:avLst/>
              <a:gdLst/>
              <a:ahLst/>
              <a:cxnLst/>
              <a:rect l="l" t="t" r="r" b="b"/>
              <a:pathLst>
                <a:path w="8930005" h="5896609">
                  <a:moveTo>
                    <a:pt x="0" y="5896200"/>
                  </a:moveTo>
                  <a:lnTo>
                    <a:pt x="8929799" y="5896200"/>
                  </a:lnTo>
                  <a:lnTo>
                    <a:pt x="8929799" y="0"/>
                  </a:lnTo>
                  <a:lnTo>
                    <a:pt x="0" y="0"/>
                  </a:lnTo>
                  <a:lnTo>
                    <a:pt x="0" y="58962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79250" y="1803815"/>
              <a:ext cx="8930005" cy="1416050"/>
            </a:xfrm>
            <a:custGeom>
              <a:avLst/>
              <a:gdLst/>
              <a:ahLst/>
              <a:cxnLst/>
              <a:rect l="l" t="t" r="r" b="b"/>
              <a:pathLst>
                <a:path w="8930005" h="1416050">
                  <a:moveTo>
                    <a:pt x="8929799" y="1415999"/>
                  </a:moveTo>
                  <a:lnTo>
                    <a:pt x="0" y="1415999"/>
                  </a:lnTo>
                  <a:lnTo>
                    <a:pt x="0" y="0"/>
                  </a:lnTo>
                  <a:lnTo>
                    <a:pt x="8929799" y="0"/>
                  </a:lnTo>
                  <a:lnTo>
                    <a:pt x="8929799" y="14159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79250" y="1803815"/>
              <a:ext cx="8930005" cy="1416050"/>
            </a:xfrm>
            <a:custGeom>
              <a:avLst/>
              <a:gdLst/>
              <a:ahLst/>
              <a:cxnLst/>
              <a:rect l="l" t="t" r="r" b="b"/>
              <a:pathLst>
                <a:path w="8930005" h="1416050">
                  <a:moveTo>
                    <a:pt x="0" y="0"/>
                  </a:moveTo>
                  <a:lnTo>
                    <a:pt x="8929799" y="0"/>
                  </a:lnTo>
                  <a:lnTo>
                    <a:pt x="8929799" y="1415999"/>
                  </a:lnTo>
                  <a:lnTo>
                    <a:pt x="0" y="1415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8" y="322726"/>
            <a:ext cx="43364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79250" y="1803815"/>
            <a:ext cx="8930005" cy="141605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398145" rIns="0" bIns="0" rtlCol="0">
            <a:spAutoFit/>
          </a:bodyPr>
          <a:lstStyle/>
          <a:p>
            <a:pPr marL="1666875">
              <a:lnSpc>
                <a:spcPct val="100000"/>
              </a:lnSpc>
              <a:spcBef>
                <a:spcPts val="3135"/>
              </a:spcBef>
            </a:pPr>
            <a:r>
              <a:rPr sz="3800" spc="-5" dirty="0">
                <a:solidFill>
                  <a:srgbClr val="FFFFFF"/>
                </a:solidFill>
                <a:latin typeface="Arial MT"/>
                <a:cs typeface="Arial MT"/>
              </a:rPr>
              <a:t>ChatBot</a:t>
            </a:r>
            <a:endParaRPr sz="3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8687" y="2004252"/>
            <a:ext cx="1015365" cy="1015365"/>
            <a:chOff x="4958687" y="2004252"/>
            <a:chExt cx="1015365" cy="1015365"/>
          </a:xfrm>
        </p:grpSpPr>
        <p:sp>
          <p:nvSpPr>
            <p:cNvPr id="9" name="object 9"/>
            <p:cNvSpPr/>
            <p:nvPr/>
          </p:nvSpPr>
          <p:spPr>
            <a:xfrm>
              <a:off x="4963450" y="2009015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799" y="1005599"/>
                  </a:moveTo>
                  <a:lnTo>
                    <a:pt x="454377" y="1003298"/>
                  </a:lnTo>
                  <a:lnTo>
                    <a:pt x="407256" y="996533"/>
                  </a:lnTo>
                  <a:lnTo>
                    <a:pt x="361648" y="985517"/>
                  </a:lnTo>
                  <a:lnTo>
                    <a:pt x="317764" y="970458"/>
                  </a:lnTo>
                  <a:lnTo>
                    <a:pt x="275814" y="951569"/>
                  </a:lnTo>
                  <a:lnTo>
                    <a:pt x="236010" y="929060"/>
                  </a:lnTo>
                  <a:lnTo>
                    <a:pt x="198561" y="903142"/>
                  </a:lnTo>
                  <a:lnTo>
                    <a:pt x="163679" y="874025"/>
                  </a:lnTo>
                  <a:lnTo>
                    <a:pt x="131574" y="841920"/>
                  </a:lnTo>
                  <a:lnTo>
                    <a:pt x="102457" y="807038"/>
                  </a:lnTo>
                  <a:lnTo>
                    <a:pt x="76539" y="769589"/>
                  </a:lnTo>
                  <a:lnTo>
                    <a:pt x="54030" y="729785"/>
                  </a:lnTo>
                  <a:lnTo>
                    <a:pt x="35141" y="687835"/>
                  </a:lnTo>
                  <a:lnTo>
                    <a:pt x="20082" y="643951"/>
                  </a:lnTo>
                  <a:lnTo>
                    <a:pt x="9066" y="598343"/>
                  </a:lnTo>
                  <a:lnTo>
                    <a:pt x="2301" y="551223"/>
                  </a:lnTo>
                  <a:lnTo>
                    <a:pt x="0" y="502799"/>
                  </a:lnTo>
                  <a:lnTo>
                    <a:pt x="2301" y="454377"/>
                  </a:lnTo>
                  <a:lnTo>
                    <a:pt x="9066" y="407256"/>
                  </a:lnTo>
                  <a:lnTo>
                    <a:pt x="20082" y="361648"/>
                  </a:lnTo>
                  <a:lnTo>
                    <a:pt x="35141" y="317764"/>
                  </a:lnTo>
                  <a:lnTo>
                    <a:pt x="54030" y="275814"/>
                  </a:lnTo>
                  <a:lnTo>
                    <a:pt x="76539" y="236010"/>
                  </a:lnTo>
                  <a:lnTo>
                    <a:pt x="102457" y="198561"/>
                  </a:lnTo>
                  <a:lnTo>
                    <a:pt x="131574" y="163679"/>
                  </a:lnTo>
                  <a:lnTo>
                    <a:pt x="163679" y="131574"/>
                  </a:lnTo>
                  <a:lnTo>
                    <a:pt x="198561" y="102457"/>
                  </a:lnTo>
                  <a:lnTo>
                    <a:pt x="236010" y="76539"/>
                  </a:lnTo>
                  <a:lnTo>
                    <a:pt x="275814" y="54030"/>
                  </a:lnTo>
                  <a:lnTo>
                    <a:pt x="317764" y="35141"/>
                  </a:lnTo>
                  <a:lnTo>
                    <a:pt x="361648" y="20082"/>
                  </a:lnTo>
                  <a:lnTo>
                    <a:pt x="407256" y="9066"/>
                  </a:lnTo>
                  <a:lnTo>
                    <a:pt x="454377" y="2301"/>
                  </a:lnTo>
                  <a:lnTo>
                    <a:pt x="502799" y="0"/>
                  </a:lnTo>
                  <a:lnTo>
                    <a:pt x="551222" y="2301"/>
                  </a:lnTo>
                  <a:lnTo>
                    <a:pt x="598343" y="9066"/>
                  </a:lnTo>
                  <a:lnTo>
                    <a:pt x="643951" y="20082"/>
                  </a:lnTo>
                  <a:lnTo>
                    <a:pt x="687835" y="35141"/>
                  </a:lnTo>
                  <a:lnTo>
                    <a:pt x="729785" y="54030"/>
                  </a:lnTo>
                  <a:lnTo>
                    <a:pt x="769589" y="76539"/>
                  </a:lnTo>
                  <a:lnTo>
                    <a:pt x="807038" y="102457"/>
                  </a:lnTo>
                  <a:lnTo>
                    <a:pt x="841920" y="131574"/>
                  </a:lnTo>
                  <a:lnTo>
                    <a:pt x="874025" y="163679"/>
                  </a:lnTo>
                  <a:lnTo>
                    <a:pt x="903142" y="198561"/>
                  </a:lnTo>
                  <a:lnTo>
                    <a:pt x="929060" y="236010"/>
                  </a:lnTo>
                  <a:lnTo>
                    <a:pt x="951569" y="275814"/>
                  </a:lnTo>
                  <a:lnTo>
                    <a:pt x="970458" y="317764"/>
                  </a:lnTo>
                  <a:lnTo>
                    <a:pt x="985517" y="361648"/>
                  </a:lnTo>
                  <a:lnTo>
                    <a:pt x="996533" y="407256"/>
                  </a:lnTo>
                  <a:lnTo>
                    <a:pt x="1003298" y="454377"/>
                  </a:lnTo>
                  <a:lnTo>
                    <a:pt x="1005599" y="502799"/>
                  </a:lnTo>
                  <a:lnTo>
                    <a:pt x="1003298" y="551223"/>
                  </a:lnTo>
                  <a:lnTo>
                    <a:pt x="996533" y="598343"/>
                  </a:lnTo>
                  <a:lnTo>
                    <a:pt x="985517" y="643951"/>
                  </a:lnTo>
                  <a:lnTo>
                    <a:pt x="970458" y="687835"/>
                  </a:lnTo>
                  <a:lnTo>
                    <a:pt x="951569" y="729785"/>
                  </a:lnTo>
                  <a:lnTo>
                    <a:pt x="929060" y="769589"/>
                  </a:lnTo>
                  <a:lnTo>
                    <a:pt x="903142" y="807038"/>
                  </a:lnTo>
                  <a:lnTo>
                    <a:pt x="874025" y="841920"/>
                  </a:lnTo>
                  <a:lnTo>
                    <a:pt x="841920" y="874025"/>
                  </a:lnTo>
                  <a:lnTo>
                    <a:pt x="807038" y="903142"/>
                  </a:lnTo>
                  <a:lnTo>
                    <a:pt x="769589" y="929060"/>
                  </a:lnTo>
                  <a:lnTo>
                    <a:pt x="729785" y="951569"/>
                  </a:lnTo>
                  <a:lnTo>
                    <a:pt x="687835" y="970458"/>
                  </a:lnTo>
                  <a:lnTo>
                    <a:pt x="643951" y="985517"/>
                  </a:lnTo>
                  <a:lnTo>
                    <a:pt x="598343" y="996533"/>
                  </a:lnTo>
                  <a:lnTo>
                    <a:pt x="551222" y="1003298"/>
                  </a:lnTo>
                  <a:lnTo>
                    <a:pt x="502799" y="1005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2793" y="2309065"/>
              <a:ext cx="427355" cy="104775"/>
            </a:xfrm>
            <a:custGeom>
              <a:avLst/>
              <a:gdLst/>
              <a:ahLst/>
              <a:cxnLst/>
              <a:rect l="l" t="t" r="r" b="b"/>
              <a:pathLst>
                <a:path w="427354" h="104775">
                  <a:moveTo>
                    <a:pt x="52374" y="104749"/>
                  </a:moveTo>
                  <a:lnTo>
                    <a:pt x="31988" y="100634"/>
                  </a:lnTo>
                  <a:lnTo>
                    <a:pt x="15340" y="89409"/>
                  </a:lnTo>
                  <a:lnTo>
                    <a:pt x="4115" y="72761"/>
                  </a:lnTo>
                  <a:lnTo>
                    <a:pt x="0" y="52374"/>
                  </a:lnTo>
                  <a:lnTo>
                    <a:pt x="4115" y="31988"/>
                  </a:lnTo>
                  <a:lnTo>
                    <a:pt x="15340" y="15340"/>
                  </a:lnTo>
                  <a:lnTo>
                    <a:pt x="31988" y="4115"/>
                  </a:lnTo>
                  <a:lnTo>
                    <a:pt x="52374" y="0"/>
                  </a:lnTo>
                  <a:lnTo>
                    <a:pt x="72761" y="4115"/>
                  </a:lnTo>
                  <a:lnTo>
                    <a:pt x="89409" y="15340"/>
                  </a:lnTo>
                  <a:lnTo>
                    <a:pt x="100634" y="31988"/>
                  </a:lnTo>
                  <a:lnTo>
                    <a:pt x="104749" y="52374"/>
                  </a:lnTo>
                  <a:lnTo>
                    <a:pt x="100634" y="72761"/>
                  </a:lnTo>
                  <a:lnTo>
                    <a:pt x="89409" y="89409"/>
                  </a:lnTo>
                  <a:lnTo>
                    <a:pt x="72761" y="100634"/>
                  </a:lnTo>
                  <a:lnTo>
                    <a:pt x="52374" y="104749"/>
                  </a:lnTo>
                  <a:close/>
                </a:path>
                <a:path w="427354" h="104775">
                  <a:moveTo>
                    <a:pt x="374538" y="104749"/>
                  </a:moveTo>
                  <a:lnTo>
                    <a:pt x="354152" y="100634"/>
                  </a:lnTo>
                  <a:lnTo>
                    <a:pt x="337504" y="89409"/>
                  </a:lnTo>
                  <a:lnTo>
                    <a:pt x="326279" y="72761"/>
                  </a:lnTo>
                  <a:lnTo>
                    <a:pt x="322163" y="52374"/>
                  </a:lnTo>
                  <a:lnTo>
                    <a:pt x="326279" y="31988"/>
                  </a:lnTo>
                  <a:lnTo>
                    <a:pt x="337504" y="15340"/>
                  </a:lnTo>
                  <a:lnTo>
                    <a:pt x="354152" y="4115"/>
                  </a:lnTo>
                  <a:lnTo>
                    <a:pt x="374538" y="0"/>
                  </a:lnTo>
                  <a:lnTo>
                    <a:pt x="394925" y="4115"/>
                  </a:lnTo>
                  <a:lnTo>
                    <a:pt x="411573" y="15340"/>
                  </a:lnTo>
                  <a:lnTo>
                    <a:pt x="422798" y="31988"/>
                  </a:lnTo>
                  <a:lnTo>
                    <a:pt x="426913" y="52374"/>
                  </a:lnTo>
                  <a:lnTo>
                    <a:pt x="422798" y="72761"/>
                  </a:lnTo>
                  <a:lnTo>
                    <a:pt x="411573" y="89409"/>
                  </a:lnTo>
                  <a:lnTo>
                    <a:pt x="394925" y="100634"/>
                  </a:lnTo>
                  <a:lnTo>
                    <a:pt x="374538" y="10474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8030" y="2304303"/>
              <a:ext cx="114274" cy="1142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94" y="2304303"/>
              <a:ext cx="114274" cy="1142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63450" y="2009015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230279" y="722074"/>
                  </a:moveTo>
                  <a:lnTo>
                    <a:pt x="275694" y="750668"/>
                  </a:lnTo>
                  <a:lnTo>
                    <a:pt x="321101" y="774063"/>
                  </a:lnTo>
                  <a:lnTo>
                    <a:pt x="366499" y="792260"/>
                  </a:lnTo>
                  <a:lnTo>
                    <a:pt x="411889" y="805257"/>
                  </a:lnTo>
                  <a:lnTo>
                    <a:pt x="457269" y="813056"/>
                  </a:lnTo>
                  <a:lnTo>
                    <a:pt x="502640" y="815655"/>
                  </a:lnTo>
                  <a:lnTo>
                    <a:pt x="548003" y="813056"/>
                  </a:lnTo>
                  <a:lnTo>
                    <a:pt x="593357" y="805257"/>
                  </a:lnTo>
                  <a:lnTo>
                    <a:pt x="638702" y="792260"/>
                  </a:lnTo>
                  <a:lnTo>
                    <a:pt x="684038" y="774063"/>
                  </a:lnTo>
                  <a:lnTo>
                    <a:pt x="729365" y="750668"/>
                  </a:lnTo>
                  <a:lnTo>
                    <a:pt x="774684" y="722074"/>
                  </a:lnTo>
                </a:path>
                <a:path w="1005839" h="1005839">
                  <a:moveTo>
                    <a:pt x="0" y="502799"/>
                  </a:moveTo>
                  <a:lnTo>
                    <a:pt x="2301" y="454377"/>
                  </a:lnTo>
                  <a:lnTo>
                    <a:pt x="9066" y="407256"/>
                  </a:lnTo>
                  <a:lnTo>
                    <a:pt x="20082" y="361648"/>
                  </a:lnTo>
                  <a:lnTo>
                    <a:pt x="35141" y="317764"/>
                  </a:lnTo>
                  <a:lnTo>
                    <a:pt x="54030" y="275814"/>
                  </a:lnTo>
                  <a:lnTo>
                    <a:pt x="76539" y="236010"/>
                  </a:lnTo>
                  <a:lnTo>
                    <a:pt x="102457" y="198561"/>
                  </a:lnTo>
                  <a:lnTo>
                    <a:pt x="131574" y="163679"/>
                  </a:lnTo>
                  <a:lnTo>
                    <a:pt x="163679" y="131574"/>
                  </a:lnTo>
                  <a:lnTo>
                    <a:pt x="198561" y="102457"/>
                  </a:lnTo>
                  <a:lnTo>
                    <a:pt x="236010" y="76539"/>
                  </a:lnTo>
                  <a:lnTo>
                    <a:pt x="275814" y="54030"/>
                  </a:lnTo>
                  <a:lnTo>
                    <a:pt x="317764" y="35141"/>
                  </a:lnTo>
                  <a:lnTo>
                    <a:pt x="361648" y="20082"/>
                  </a:lnTo>
                  <a:lnTo>
                    <a:pt x="407256" y="9066"/>
                  </a:lnTo>
                  <a:lnTo>
                    <a:pt x="454377" y="2301"/>
                  </a:lnTo>
                  <a:lnTo>
                    <a:pt x="502799" y="0"/>
                  </a:lnTo>
                  <a:lnTo>
                    <a:pt x="551222" y="2301"/>
                  </a:lnTo>
                  <a:lnTo>
                    <a:pt x="598343" y="9066"/>
                  </a:lnTo>
                  <a:lnTo>
                    <a:pt x="643951" y="20082"/>
                  </a:lnTo>
                  <a:lnTo>
                    <a:pt x="687835" y="35141"/>
                  </a:lnTo>
                  <a:lnTo>
                    <a:pt x="729785" y="54030"/>
                  </a:lnTo>
                  <a:lnTo>
                    <a:pt x="769589" y="76539"/>
                  </a:lnTo>
                  <a:lnTo>
                    <a:pt x="807038" y="102457"/>
                  </a:lnTo>
                  <a:lnTo>
                    <a:pt x="841920" y="131574"/>
                  </a:lnTo>
                  <a:lnTo>
                    <a:pt x="874025" y="163679"/>
                  </a:lnTo>
                  <a:lnTo>
                    <a:pt x="903142" y="198561"/>
                  </a:lnTo>
                  <a:lnTo>
                    <a:pt x="929060" y="236010"/>
                  </a:lnTo>
                  <a:lnTo>
                    <a:pt x="951569" y="275814"/>
                  </a:lnTo>
                  <a:lnTo>
                    <a:pt x="970458" y="317764"/>
                  </a:lnTo>
                  <a:lnTo>
                    <a:pt x="985517" y="361648"/>
                  </a:lnTo>
                  <a:lnTo>
                    <a:pt x="996533" y="407256"/>
                  </a:lnTo>
                  <a:lnTo>
                    <a:pt x="1003298" y="454377"/>
                  </a:lnTo>
                  <a:lnTo>
                    <a:pt x="1005599" y="502799"/>
                  </a:lnTo>
                  <a:lnTo>
                    <a:pt x="1003298" y="551223"/>
                  </a:lnTo>
                  <a:lnTo>
                    <a:pt x="996533" y="598343"/>
                  </a:lnTo>
                  <a:lnTo>
                    <a:pt x="985517" y="643951"/>
                  </a:lnTo>
                  <a:lnTo>
                    <a:pt x="970458" y="687835"/>
                  </a:lnTo>
                  <a:lnTo>
                    <a:pt x="951569" y="729785"/>
                  </a:lnTo>
                  <a:lnTo>
                    <a:pt x="929060" y="769589"/>
                  </a:lnTo>
                  <a:lnTo>
                    <a:pt x="903142" y="807038"/>
                  </a:lnTo>
                  <a:lnTo>
                    <a:pt x="874025" y="841920"/>
                  </a:lnTo>
                  <a:lnTo>
                    <a:pt x="841920" y="874025"/>
                  </a:lnTo>
                  <a:lnTo>
                    <a:pt x="807038" y="903142"/>
                  </a:lnTo>
                  <a:lnTo>
                    <a:pt x="769589" y="929060"/>
                  </a:lnTo>
                  <a:lnTo>
                    <a:pt x="729785" y="951569"/>
                  </a:lnTo>
                  <a:lnTo>
                    <a:pt x="687835" y="970458"/>
                  </a:lnTo>
                  <a:lnTo>
                    <a:pt x="643951" y="985517"/>
                  </a:lnTo>
                  <a:lnTo>
                    <a:pt x="598343" y="996533"/>
                  </a:lnTo>
                  <a:lnTo>
                    <a:pt x="551222" y="1003298"/>
                  </a:lnTo>
                  <a:lnTo>
                    <a:pt x="502799" y="1005599"/>
                  </a:lnTo>
                  <a:lnTo>
                    <a:pt x="454377" y="1003298"/>
                  </a:lnTo>
                  <a:lnTo>
                    <a:pt x="407256" y="996533"/>
                  </a:lnTo>
                  <a:lnTo>
                    <a:pt x="361648" y="985517"/>
                  </a:lnTo>
                  <a:lnTo>
                    <a:pt x="317764" y="970458"/>
                  </a:lnTo>
                  <a:lnTo>
                    <a:pt x="275814" y="951569"/>
                  </a:lnTo>
                  <a:lnTo>
                    <a:pt x="236010" y="929060"/>
                  </a:lnTo>
                  <a:lnTo>
                    <a:pt x="198561" y="903142"/>
                  </a:lnTo>
                  <a:lnTo>
                    <a:pt x="163679" y="874025"/>
                  </a:lnTo>
                  <a:lnTo>
                    <a:pt x="131574" y="841920"/>
                  </a:lnTo>
                  <a:lnTo>
                    <a:pt x="102457" y="807038"/>
                  </a:lnTo>
                  <a:lnTo>
                    <a:pt x="76539" y="769589"/>
                  </a:lnTo>
                  <a:lnTo>
                    <a:pt x="54030" y="729785"/>
                  </a:lnTo>
                  <a:lnTo>
                    <a:pt x="35141" y="687835"/>
                  </a:lnTo>
                  <a:lnTo>
                    <a:pt x="20082" y="643951"/>
                  </a:lnTo>
                  <a:lnTo>
                    <a:pt x="9066" y="598343"/>
                  </a:lnTo>
                  <a:lnTo>
                    <a:pt x="2301" y="551223"/>
                  </a:lnTo>
                  <a:lnTo>
                    <a:pt x="0" y="502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958687" y="8581614"/>
            <a:ext cx="466725" cy="466725"/>
            <a:chOff x="4958687" y="8581614"/>
            <a:chExt cx="466725" cy="466725"/>
          </a:xfrm>
        </p:grpSpPr>
        <p:sp>
          <p:nvSpPr>
            <p:cNvPr id="15" name="object 15"/>
            <p:cNvSpPr/>
            <p:nvPr/>
          </p:nvSpPr>
          <p:spPr>
            <a:xfrm>
              <a:off x="4963450" y="85863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95000" y="8722796"/>
              <a:ext cx="194310" cy="47625"/>
            </a:xfrm>
            <a:custGeom>
              <a:avLst/>
              <a:gdLst/>
              <a:ahLst/>
              <a:cxnLst/>
              <a:rect l="l" t="t" r="r" b="b"/>
              <a:pathLst>
                <a:path w="194310" h="47625">
                  <a:moveTo>
                    <a:pt x="23812" y="47624"/>
                  </a:moveTo>
                  <a:lnTo>
                    <a:pt x="14543" y="45753"/>
                  </a:lnTo>
                  <a:lnTo>
                    <a:pt x="6974" y="40650"/>
                  </a:lnTo>
                  <a:lnTo>
                    <a:pt x="1871" y="33081"/>
                  </a:lnTo>
                  <a:lnTo>
                    <a:pt x="0" y="23812"/>
                  </a:lnTo>
                  <a:lnTo>
                    <a:pt x="1871" y="14543"/>
                  </a:lnTo>
                  <a:lnTo>
                    <a:pt x="6974" y="6974"/>
                  </a:lnTo>
                  <a:lnTo>
                    <a:pt x="14543" y="1871"/>
                  </a:lnTo>
                  <a:lnTo>
                    <a:pt x="23812" y="0"/>
                  </a:lnTo>
                  <a:lnTo>
                    <a:pt x="33081" y="1871"/>
                  </a:lnTo>
                  <a:lnTo>
                    <a:pt x="40650" y="6974"/>
                  </a:lnTo>
                  <a:lnTo>
                    <a:pt x="45753" y="14543"/>
                  </a:lnTo>
                  <a:lnTo>
                    <a:pt x="47624" y="23812"/>
                  </a:lnTo>
                  <a:lnTo>
                    <a:pt x="45753" y="33081"/>
                  </a:lnTo>
                  <a:lnTo>
                    <a:pt x="40650" y="40650"/>
                  </a:lnTo>
                  <a:lnTo>
                    <a:pt x="33081" y="45753"/>
                  </a:lnTo>
                  <a:lnTo>
                    <a:pt x="23812" y="47624"/>
                  </a:lnTo>
                  <a:close/>
                </a:path>
                <a:path w="194310" h="47625">
                  <a:moveTo>
                    <a:pt x="170285" y="47624"/>
                  </a:moveTo>
                  <a:lnTo>
                    <a:pt x="161017" y="45753"/>
                  </a:lnTo>
                  <a:lnTo>
                    <a:pt x="153448" y="40650"/>
                  </a:lnTo>
                  <a:lnTo>
                    <a:pt x="148344" y="33081"/>
                  </a:lnTo>
                  <a:lnTo>
                    <a:pt x="146473" y="23812"/>
                  </a:lnTo>
                  <a:lnTo>
                    <a:pt x="148344" y="14543"/>
                  </a:lnTo>
                  <a:lnTo>
                    <a:pt x="153448" y="6974"/>
                  </a:lnTo>
                  <a:lnTo>
                    <a:pt x="161017" y="1871"/>
                  </a:lnTo>
                  <a:lnTo>
                    <a:pt x="170285" y="0"/>
                  </a:lnTo>
                  <a:lnTo>
                    <a:pt x="179554" y="1871"/>
                  </a:lnTo>
                  <a:lnTo>
                    <a:pt x="187123" y="6974"/>
                  </a:lnTo>
                  <a:lnTo>
                    <a:pt x="192227" y="14543"/>
                  </a:lnTo>
                  <a:lnTo>
                    <a:pt x="194098" y="23812"/>
                  </a:lnTo>
                  <a:lnTo>
                    <a:pt x="192227" y="33081"/>
                  </a:lnTo>
                  <a:lnTo>
                    <a:pt x="187123" y="40650"/>
                  </a:lnTo>
                  <a:lnTo>
                    <a:pt x="179554" y="45753"/>
                  </a:lnTo>
                  <a:lnTo>
                    <a:pt x="170285" y="47624"/>
                  </a:lnTo>
                  <a:close/>
                </a:path>
              </a:pathLst>
            </a:custGeom>
            <a:solidFill>
              <a:srgbClr val="523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3450" y="85863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31550" y="160231"/>
                  </a:moveTo>
                  <a:lnTo>
                    <a:pt x="133422" y="150963"/>
                  </a:lnTo>
                  <a:lnTo>
                    <a:pt x="138525" y="143393"/>
                  </a:lnTo>
                  <a:lnTo>
                    <a:pt x="146094" y="138290"/>
                  </a:lnTo>
                  <a:lnTo>
                    <a:pt x="155363" y="136419"/>
                  </a:lnTo>
                  <a:lnTo>
                    <a:pt x="164632" y="138290"/>
                  </a:lnTo>
                  <a:lnTo>
                    <a:pt x="172201" y="143393"/>
                  </a:lnTo>
                  <a:lnTo>
                    <a:pt x="177304" y="150963"/>
                  </a:lnTo>
                  <a:lnTo>
                    <a:pt x="179175" y="160231"/>
                  </a:lnTo>
                  <a:lnTo>
                    <a:pt x="177304" y="169500"/>
                  </a:lnTo>
                  <a:lnTo>
                    <a:pt x="172201" y="177070"/>
                  </a:lnTo>
                  <a:lnTo>
                    <a:pt x="164632" y="182173"/>
                  </a:lnTo>
                  <a:lnTo>
                    <a:pt x="155363" y="184044"/>
                  </a:lnTo>
                  <a:lnTo>
                    <a:pt x="146094" y="182173"/>
                  </a:lnTo>
                  <a:lnTo>
                    <a:pt x="138525" y="177070"/>
                  </a:lnTo>
                  <a:lnTo>
                    <a:pt x="133422" y="169500"/>
                  </a:lnTo>
                  <a:lnTo>
                    <a:pt x="131550" y="160231"/>
                  </a:lnTo>
                </a:path>
                <a:path w="457200" h="457200">
                  <a:moveTo>
                    <a:pt x="278024" y="160231"/>
                  </a:moveTo>
                  <a:lnTo>
                    <a:pt x="279895" y="150963"/>
                  </a:lnTo>
                  <a:lnTo>
                    <a:pt x="284998" y="143393"/>
                  </a:lnTo>
                  <a:lnTo>
                    <a:pt x="292567" y="138290"/>
                  </a:lnTo>
                  <a:lnTo>
                    <a:pt x="301836" y="136419"/>
                  </a:lnTo>
                  <a:lnTo>
                    <a:pt x="311105" y="138290"/>
                  </a:lnTo>
                  <a:lnTo>
                    <a:pt x="318674" y="143393"/>
                  </a:lnTo>
                  <a:lnTo>
                    <a:pt x="323777" y="150963"/>
                  </a:lnTo>
                  <a:lnTo>
                    <a:pt x="325649" y="160231"/>
                  </a:lnTo>
                  <a:lnTo>
                    <a:pt x="323777" y="169500"/>
                  </a:lnTo>
                  <a:lnTo>
                    <a:pt x="318674" y="177070"/>
                  </a:lnTo>
                  <a:lnTo>
                    <a:pt x="311105" y="182173"/>
                  </a:lnTo>
                  <a:lnTo>
                    <a:pt x="301836" y="184044"/>
                  </a:lnTo>
                  <a:lnTo>
                    <a:pt x="292567" y="182173"/>
                  </a:lnTo>
                  <a:lnTo>
                    <a:pt x="284998" y="177070"/>
                  </a:lnTo>
                  <a:lnTo>
                    <a:pt x="279895" y="169500"/>
                  </a:lnTo>
                  <a:lnTo>
                    <a:pt x="278024" y="160231"/>
                  </a:lnTo>
                </a:path>
                <a:path w="457200" h="457200">
                  <a:moveTo>
                    <a:pt x="104697" y="328294"/>
                  </a:moveTo>
                  <a:lnTo>
                    <a:pt x="145990" y="351931"/>
                  </a:lnTo>
                  <a:lnTo>
                    <a:pt x="187267" y="366113"/>
                  </a:lnTo>
                  <a:lnTo>
                    <a:pt x="228527" y="370841"/>
                  </a:lnTo>
                  <a:lnTo>
                    <a:pt x="269772" y="366113"/>
                  </a:lnTo>
                  <a:lnTo>
                    <a:pt x="311000" y="351931"/>
                  </a:lnTo>
                  <a:lnTo>
                    <a:pt x="352213" y="328294"/>
                  </a:lnTo>
                </a:path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58687" y="3471802"/>
            <a:ext cx="8403590" cy="5208905"/>
            <a:chOff x="4958687" y="3471802"/>
            <a:chExt cx="8403590" cy="5208905"/>
          </a:xfrm>
        </p:grpSpPr>
        <p:sp>
          <p:nvSpPr>
            <p:cNvPr id="19" name="object 19"/>
            <p:cNvSpPr/>
            <p:nvPr/>
          </p:nvSpPr>
          <p:spPr>
            <a:xfrm>
              <a:off x="4963450" y="5091769"/>
              <a:ext cx="4425950" cy="3584575"/>
            </a:xfrm>
            <a:custGeom>
              <a:avLst/>
              <a:gdLst/>
              <a:ahLst/>
              <a:cxnLst/>
              <a:rect l="l" t="t" r="r" b="b"/>
              <a:pathLst>
                <a:path w="4425950" h="3584575">
                  <a:moveTo>
                    <a:pt x="531071" y="3584113"/>
                  </a:moveTo>
                  <a:lnTo>
                    <a:pt x="737599" y="3054000"/>
                  </a:lnTo>
                  <a:lnTo>
                    <a:pt x="0" y="3054000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3054000"/>
                  </a:lnTo>
                  <a:lnTo>
                    <a:pt x="1843999" y="3054000"/>
                  </a:lnTo>
                  <a:lnTo>
                    <a:pt x="531071" y="3584113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3450" y="5091769"/>
              <a:ext cx="4425950" cy="3584575"/>
            </a:xfrm>
            <a:custGeom>
              <a:avLst/>
              <a:gdLst/>
              <a:ahLst/>
              <a:cxnLst/>
              <a:rect l="l" t="t" r="r" b="b"/>
              <a:pathLst>
                <a:path w="4425950" h="3584575">
                  <a:moveTo>
                    <a:pt x="0" y="0"/>
                  </a:moveTo>
                  <a:lnTo>
                    <a:pt x="737599" y="0"/>
                  </a:lnTo>
                  <a:lnTo>
                    <a:pt x="1843999" y="0"/>
                  </a:lnTo>
                  <a:lnTo>
                    <a:pt x="4425599" y="0"/>
                  </a:lnTo>
                  <a:lnTo>
                    <a:pt x="4425599" y="1781500"/>
                  </a:lnTo>
                  <a:lnTo>
                    <a:pt x="4425599" y="2545000"/>
                  </a:lnTo>
                  <a:lnTo>
                    <a:pt x="4425599" y="3054000"/>
                  </a:lnTo>
                  <a:lnTo>
                    <a:pt x="1843999" y="3054000"/>
                  </a:lnTo>
                  <a:lnTo>
                    <a:pt x="531071" y="3584113"/>
                  </a:lnTo>
                  <a:lnTo>
                    <a:pt x="737599" y="3054000"/>
                  </a:lnTo>
                  <a:lnTo>
                    <a:pt x="0" y="3054000"/>
                  </a:lnTo>
                  <a:lnTo>
                    <a:pt x="0" y="2545000"/>
                  </a:lnTo>
                  <a:lnTo>
                    <a:pt x="0" y="178150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31500" y="3476565"/>
              <a:ext cx="4425950" cy="1180465"/>
            </a:xfrm>
            <a:custGeom>
              <a:avLst/>
              <a:gdLst/>
              <a:ahLst/>
              <a:cxnLst/>
              <a:rect l="l" t="t" r="r" b="b"/>
              <a:pathLst>
                <a:path w="4425950" h="1180464">
                  <a:moveTo>
                    <a:pt x="3894527" y="1180151"/>
                  </a:moveTo>
                  <a:lnTo>
                    <a:pt x="2581599" y="1005599"/>
                  </a:lnTo>
                  <a:lnTo>
                    <a:pt x="0" y="1005599"/>
                  </a:lnTo>
                  <a:lnTo>
                    <a:pt x="0" y="0"/>
                  </a:lnTo>
                  <a:lnTo>
                    <a:pt x="4425599" y="0"/>
                  </a:lnTo>
                  <a:lnTo>
                    <a:pt x="4425599" y="1005599"/>
                  </a:lnTo>
                  <a:lnTo>
                    <a:pt x="3687999" y="1005599"/>
                  </a:lnTo>
                  <a:lnTo>
                    <a:pt x="3894527" y="1180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31500" y="3476565"/>
              <a:ext cx="4425950" cy="1180465"/>
            </a:xfrm>
            <a:custGeom>
              <a:avLst/>
              <a:gdLst/>
              <a:ahLst/>
              <a:cxnLst/>
              <a:rect l="l" t="t" r="r" b="b"/>
              <a:pathLst>
                <a:path w="4425950" h="1180464">
                  <a:moveTo>
                    <a:pt x="4425599" y="0"/>
                  </a:moveTo>
                  <a:lnTo>
                    <a:pt x="3687999" y="0"/>
                  </a:lnTo>
                  <a:lnTo>
                    <a:pt x="2581599" y="0"/>
                  </a:lnTo>
                  <a:lnTo>
                    <a:pt x="0" y="0"/>
                  </a:lnTo>
                  <a:lnTo>
                    <a:pt x="0" y="586599"/>
                  </a:lnTo>
                  <a:lnTo>
                    <a:pt x="0" y="837999"/>
                  </a:lnTo>
                  <a:lnTo>
                    <a:pt x="0" y="1005599"/>
                  </a:lnTo>
                  <a:lnTo>
                    <a:pt x="2581599" y="1005599"/>
                  </a:lnTo>
                  <a:lnTo>
                    <a:pt x="3894527" y="1180151"/>
                  </a:lnTo>
                  <a:lnTo>
                    <a:pt x="3687999" y="1005599"/>
                  </a:lnTo>
                  <a:lnTo>
                    <a:pt x="4425599" y="1005599"/>
                  </a:lnTo>
                  <a:lnTo>
                    <a:pt x="4425599" y="837999"/>
                  </a:lnTo>
                  <a:lnTo>
                    <a:pt x="4425599" y="586599"/>
                  </a:lnTo>
                  <a:lnTo>
                    <a:pt x="442559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899899" y="472506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899899" y="472506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0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674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63365" marR="5080">
              <a:lnSpc>
                <a:spcPct val="100400"/>
              </a:lnSpc>
              <a:spcBef>
                <a:spcPts val="85"/>
              </a:spcBef>
            </a:pPr>
            <a:r>
              <a:rPr spc="-5" dirty="0"/>
              <a:t>Who designed the </a:t>
            </a:r>
            <a:r>
              <a:rPr dirty="0"/>
              <a:t>street </a:t>
            </a:r>
            <a:r>
              <a:rPr spc="5" dirty="0"/>
              <a:t> </a:t>
            </a:r>
            <a:r>
              <a:rPr spc="-5" dirty="0"/>
              <a:t>layout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15" dirty="0"/>
              <a:t>Washington</a:t>
            </a:r>
            <a:r>
              <a:rPr spc="-35" dirty="0"/>
              <a:t> </a:t>
            </a:r>
            <a:r>
              <a:rPr spc="-5" dirty="0"/>
              <a:t>DC?</a:t>
            </a:r>
          </a:p>
          <a:p>
            <a:pPr marL="83185" marR="32384" algn="r">
              <a:lnSpc>
                <a:spcPts val="3175"/>
              </a:lnSpc>
              <a:spcBef>
                <a:spcPts val="2625"/>
              </a:spcBef>
            </a:pPr>
            <a:r>
              <a:rPr dirty="0">
                <a:solidFill>
                  <a:srgbClr val="674EA7"/>
                </a:solidFill>
              </a:rPr>
              <a:t>T</a:t>
            </a:r>
          </a:p>
          <a:p>
            <a:pPr marL="95885">
              <a:lnSpc>
                <a:spcPts val="3175"/>
              </a:lnSpc>
            </a:pPr>
            <a:r>
              <a:rPr spc="-5" dirty="0"/>
              <a:t>The</a:t>
            </a:r>
            <a:r>
              <a:rPr spc="-35" dirty="0"/>
              <a:t> </a:t>
            </a:r>
            <a:r>
              <a:rPr dirty="0"/>
              <a:t>street</a:t>
            </a:r>
            <a:r>
              <a:rPr spc="-25" dirty="0"/>
              <a:t> </a:t>
            </a:r>
            <a:r>
              <a:rPr spc="-5" dirty="0"/>
              <a:t>layout</a:t>
            </a:r>
            <a:r>
              <a:rPr spc="-25" dirty="0"/>
              <a:t> </a:t>
            </a:r>
            <a:r>
              <a:rPr spc="-5" dirty="0"/>
              <a:t>of</a:t>
            </a:r>
          </a:p>
          <a:p>
            <a:pPr marL="95885" marR="4582160">
              <a:lnSpc>
                <a:spcPct val="100400"/>
              </a:lnSpc>
            </a:pPr>
            <a:r>
              <a:rPr spc="-15" dirty="0"/>
              <a:t>Washington </a:t>
            </a:r>
            <a:r>
              <a:rPr spc="-5" dirty="0"/>
              <a:t>D.C. was </a:t>
            </a:r>
            <a:r>
              <a:rPr dirty="0"/>
              <a:t> </a:t>
            </a:r>
            <a:r>
              <a:rPr spc="-5" dirty="0"/>
              <a:t>designed by </a:t>
            </a:r>
            <a:r>
              <a:rPr spc="-10" dirty="0"/>
              <a:t>Pierre </a:t>
            </a:r>
            <a:r>
              <a:rPr spc="-5" dirty="0"/>
              <a:t> Charles L'Enfant, </a:t>
            </a:r>
            <a:r>
              <a:rPr dirty="0"/>
              <a:t>a </a:t>
            </a:r>
            <a:r>
              <a:rPr spc="5" dirty="0"/>
              <a:t> </a:t>
            </a:r>
            <a:r>
              <a:rPr spc="-5" dirty="0"/>
              <a:t>French-bor</a:t>
            </a:r>
            <a:r>
              <a:rPr dirty="0"/>
              <a:t>n</a:t>
            </a:r>
            <a:r>
              <a:rPr spc="-165" dirty="0"/>
              <a:t> </a:t>
            </a:r>
            <a:r>
              <a:rPr spc="-10" dirty="0"/>
              <a:t>American  </a:t>
            </a:r>
            <a:r>
              <a:rPr spc="-5" dirty="0"/>
              <a:t>architect and </a:t>
            </a:r>
            <a:r>
              <a:rPr dirty="0"/>
              <a:t>civil </a:t>
            </a:r>
            <a:r>
              <a:rPr spc="5" dirty="0"/>
              <a:t> </a:t>
            </a:r>
            <a:r>
              <a:rPr spc="-25" dirty="0"/>
              <a:t>engineer.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48412"/>
            <a:ext cx="18288000" cy="8239125"/>
            <a:chOff x="0" y="2048412"/>
            <a:chExt cx="18288000" cy="8239125"/>
          </a:xfrm>
        </p:grpSpPr>
        <p:sp>
          <p:nvSpPr>
            <p:cNvPr id="3" name="object 3"/>
            <p:cNvSpPr/>
            <p:nvPr/>
          </p:nvSpPr>
          <p:spPr>
            <a:xfrm>
              <a:off x="2286037" y="3002975"/>
              <a:ext cx="13716000" cy="6099175"/>
            </a:xfrm>
            <a:custGeom>
              <a:avLst/>
              <a:gdLst/>
              <a:ahLst/>
              <a:cxnLst/>
              <a:rect l="l" t="t" r="r" b="b"/>
              <a:pathLst>
                <a:path w="13716000" h="6099175">
                  <a:moveTo>
                    <a:pt x="0" y="6098699"/>
                  </a:moveTo>
                  <a:lnTo>
                    <a:pt x="13715999" y="6098699"/>
                  </a:lnTo>
                  <a:lnTo>
                    <a:pt x="13715999" y="0"/>
                  </a:lnTo>
                  <a:lnTo>
                    <a:pt x="0" y="0"/>
                  </a:lnTo>
                  <a:lnTo>
                    <a:pt x="0" y="6098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37" y="2053175"/>
              <a:ext cx="13716000" cy="7048500"/>
            </a:xfrm>
            <a:custGeom>
              <a:avLst/>
              <a:gdLst/>
              <a:ahLst/>
              <a:cxnLst/>
              <a:rect l="l" t="t" r="r" b="b"/>
              <a:pathLst>
                <a:path w="13716000" h="7048500">
                  <a:moveTo>
                    <a:pt x="0" y="0"/>
                  </a:moveTo>
                  <a:lnTo>
                    <a:pt x="13715999" y="0"/>
                  </a:lnTo>
                  <a:lnTo>
                    <a:pt x="13715999" y="7048499"/>
                  </a:lnTo>
                  <a:lnTo>
                    <a:pt x="0" y="7048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6918" y="322726"/>
            <a:ext cx="43364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04587" y="3475408"/>
            <a:ext cx="38277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Tahoma"/>
                <a:cs typeface="Tahoma"/>
              </a:rPr>
              <a:t>What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do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y</a:t>
            </a:r>
            <a:r>
              <a:rPr sz="2400" spc="10" dirty="0">
                <a:latin typeface="Tahoma"/>
                <a:cs typeface="Tahoma"/>
              </a:rPr>
              <a:t>ou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5" dirty="0">
                <a:latin typeface="Tahoma"/>
                <a:cs typeface="Tahoma"/>
              </a:rPr>
              <a:t>want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to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create?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81199" y="2048412"/>
            <a:ext cx="13725525" cy="959485"/>
            <a:chOff x="2281199" y="2048412"/>
            <a:chExt cx="13725525" cy="959485"/>
          </a:xfrm>
        </p:grpSpPr>
        <p:sp>
          <p:nvSpPr>
            <p:cNvPr id="8" name="object 8"/>
            <p:cNvSpPr/>
            <p:nvPr/>
          </p:nvSpPr>
          <p:spPr>
            <a:xfrm>
              <a:off x="2285962" y="2053175"/>
              <a:ext cx="13716000" cy="949960"/>
            </a:xfrm>
            <a:custGeom>
              <a:avLst/>
              <a:gdLst/>
              <a:ahLst/>
              <a:cxnLst/>
              <a:rect l="l" t="t" r="r" b="b"/>
              <a:pathLst>
                <a:path w="13716000" h="949960">
                  <a:moveTo>
                    <a:pt x="13715999" y="949799"/>
                  </a:moveTo>
                  <a:lnTo>
                    <a:pt x="0" y="949799"/>
                  </a:lnTo>
                  <a:lnTo>
                    <a:pt x="0" y="0"/>
                  </a:lnTo>
                  <a:lnTo>
                    <a:pt x="13715999" y="0"/>
                  </a:lnTo>
                  <a:lnTo>
                    <a:pt x="13715999" y="949799"/>
                  </a:lnTo>
                  <a:close/>
                </a:path>
              </a:pathLst>
            </a:custGeom>
            <a:solidFill>
              <a:srgbClr val="674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62" y="2053175"/>
              <a:ext cx="13716000" cy="949960"/>
            </a:xfrm>
            <a:custGeom>
              <a:avLst/>
              <a:gdLst/>
              <a:ahLst/>
              <a:cxnLst/>
              <a:rect l="l" t="t" r="r" b="b"/>
              <a:pathLst>
                <a:path w="13716000" h="949960">
                  <a:moveTo>
                    <a:pt x="0" y="0"/>
                  </a:moveTo>
                  <a:lnTo>
                    <a:pt x="13715999" y="0"/>
                  </a:lnTo>
                  <a:lnTo>
                    <a:pt x="13715999" y="949799"/>
                  </a:lnTo>
                  <a:lnTo>
                    <a:pt x="0" y="949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4237" y="2205558"/>
            <a:ext cx="1983739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5" dirty="0">
                <a:solidFill>
                  <a:srgbClr val="FFFFFF"/>
                </a:solidFill>
                <a:latin typeface="Arial MT"/>
                <a:cs typeface="Arial MT"/>
              </a:rPr>
              <a:t>pAIntBox</a:t>
            </a:r>
            <a:endParaRPr sz="3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98774" y="4016912"/>
            <a:ext cx="5643880" cy="2719070"/>
            <a:chOff x="2598774" y="4016912"/>
            <a:chExt cx="5643880" cy="2719070"/>
          </a:xfrm>
        </p:grpSpPr>
        <p:sp>
          <p:nvSpPr>
            <p:cNvPr id="12" name="object 12"/>
            <p:cNvSpPr/>
            <p:nvPr/>
          </p:nvSpPr>
          <p:spPr>
            <a:xfrm>
              <a:off x="2603537" y="4021675"/>
              <a:ext cx="5634355" cy="2709545"/>
            </a:xfrm>
            <a:custGeom>
              <a:avLst/>
              <a:gdLst/>
              <a:ahLst/>
              <a:cxnLst/>
              <a:rect l="l" t="t" r="r" b="b"/>
              <a:pathLst>
                <a:path w="5634355" h="2709545">
                  <a:moveTo>
                    <a:pt x="5633999" y="2709299"/>
                  </a:moveTo>
                  <a:lnTo>
                    <a:pt x="0" y="2709299"/>
                  </a:lnTo>
                  <a:lnTo>
                    <a:pt x="0" y="0"/>
                  </a:lnTo>
                  <a:lnTo>
                    <a:pt x="5633999" y="0"/>
                  </a:lnTo>
                  <a:lnTo>
                    <a:pt x="5633999" y="270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3537" y="4021675"/>
              <a:ext cx="5634355" cy="2709545"/>
            </a:xfrm>
            <a:custGeom>
              <a:avLst/>
              <a:gdLst/>
              <a:ahLst/>
              <a:cxnLst/>
              <a:rect l="l" t="t" r="r" b="b"/>
              <a:pathLst>
                <a:path w="5634355" h="2709545">
                  <a:moveTo>
                    <a:pt x="0" y="0"/>
                  </a:moveTo>
                  <a:lnTo>
                    <a:pt x="5633999" y="0"/>
                  </a:lnTo>
                  <a:lnTo>
                    <a:pt x="5633999" y="2709299"/>
                  </a:lnTo>
                  <a:lnTo>
                    <a:pt x="0" y="270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657512" y="4152732"/>
          <a:ext cx="4970780" cy="8314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/>
                <a:gridCol w="2133600"/>
                <a:gridCol w="1493520"/>
                <a:gridCol w="778510"/>
              </a:tblGrid>
              <a:tr h="415726">
                <a:tc>
                  <a:txBody>
                    <a:bodyPr/>
                    <a:lstStyle/>
                    <a:p>
                      <a:pPr marL="31750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An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imaginary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subway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map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415726">
                <a:tc>
                  <a:txBody>
                    <a:bodyPr/>
                    <a:lstStyle/>
                    <a:p>
                      <a:pPr marL="31750">
                        <a:lnSpc>
                          <a:spcPts val="299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in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99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800" b="1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coastal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99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city.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4103425" y="7856579"/>
            <a:ext cx="2634615" cy="687070"/>
            <a:chOff x="4103425" y="7856579"/>
            <a:chExt cx="2634615" cy="687070"/>
          </a:xfrm>
        </p:grpSpPr>
        <p:sp>
          <p:nvSpPr>
            <p:cNvPr id="16" name="object 16"/>
            <p:cNvSpPr/>
            <p:nvPr/>
          </p:nvSpPr>
          <p:spPr>
            <a:xfrm>
              <a:off x="4108187" y="7861341"/>
              <a:ext cx="2625090" cy="677545"/>
            </a:xfrm>
            <a:custGeom>
              <a:avLst/>
              <a:gdLst/>
              <a:ahLst/>
              <a:cxnLst/>
              <a:rect l="l" t="t" r="r" b="b"/>
              <a:pathLst>
                <a:path w="2625090" h="677545">
                  <a:moveTo>
                    <a:pt x="2511797" y="677399"/>
                  </a:moveTo>
                  <a:lnTo>
                    <a:pt x="112902" y="677399"/>
                  </a:lnTo>
                  <a:lnTo>
                    <a:pt x="68955" y="668527"/>
                  </a:lnTo>
                  <a:lnTo>
                    <a:pt x="33068" y="644331"/>
                  </a:lnTo>
                  <a:lnTo>
                    <a:pt x="8872" y="608444"/>
                  </a:lnTo>
                  <a:lnTo>
                    <a:pt x="0" y="564497"/>
                  </a:lnTo>
                  <a:lnTo>
                    <a:pt x="0" y="112902"/>
                  </a:lnTo>
                  <a:lnTo>
                    <a:pt x="8872" y="68955"/>
                  </a:lnTo>
                  <a:lnTo>
                    <a:pt x="33068" y="33068"/>
                  </a:lnTo>
                  <a:lnTo>
                    <a:pt x="68955" y="8872"/>
                  </a:lnTo>
                  <a:lnTo>
                    <a:pt x="112902" y="0"/>
                  </a:lnTo>
                  <a:lnTo>
                    <a:pt x="2511797" y="0"/>
                  </a:lnTo>
                  <a:lnTo>
                    <a:pt x="2555003" y="8594"/>
                  </a:lnTo>
                  <a:lnTo>
                    <a:pt x="2591631" y="33068"/>
                  </a:lnTo>
                  <a:lnTo>
                    <a:pt x="2616105" y="69696"/>
                  </a:lnTo>
                  <a:lnTo>
                    <a:pt x="2624699" y="112902"/>
                  </a:lnTo>
                  <a:lnTo>
                    <a:pt x="2624699" y="564497"/>
                  </a:lnTo>
                  <a:lnTo>
                    <a:pt x="2615827" y="608444"/>
                  </a:lnTo>
                  <a:lnTo>
                    <a:pt x="2591631" y="644331"/>
                  </a:lnTo>
                  <a:lnTo>
                    <a:pt x="2555744" y="668527"/>
                  </a:lnTo>
                  <a:lnTo>
                    <a:pt x="2511797" y="677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8187" y="7861341"/>
              <a:ext cx="2625090" cy="677545"/>
            </a:xfrm>
            <a:custGeom>
              <a:avLst/>
              <a:gdLst/>
              <a:ahLst/>
              <a:cxnLst/>
              <a:rect l="l" t="t" r="r" b="b"/>
              <a:pathLst>
                <a:path w="2625090" h="677545">
                  <a:moveTo>
                    <a:pt x="0" y="112902"/>
                  </a:moveTo>
                  <a:lnTo>
                    <a:pt x="8872" y="68955"/>
                  </a:lnTo>
                  <a:lnTo>
                    <a:pt x="33068" y="33068"/>
                  </a:lnTo>
                  <a:lnTo>
                    <a:pt x="68955" y="8872"/>
                  </a:lnTo>
                  <a:lnTo>
                    <a:pt x="112902" y="0"/>
                  </a:lnTo>
                  <a:lnTo>
                    <a:pt x="2511797" y="0"/>
                  </a:lnTo>
                  <a:lnTo>
                    <a:pt x="2555003" y="8594"/>
                  </a:lnTo>
                  <a:lnTo>
                    <a:pt x="2591631" y="33068"/>
                  </a:lnTo>
                  <a:lnTo>
                    <a:pt x="2616105" y="69696"/>
                  </a:lnTo>
                  <a:lnTo>
                    <a:pt x="2624699" y="112902"/>
                  </a:lnTo>
                  <a:lnTo>
                    <a:pt x="2624699" y="564497"/>
                  </a:lnTo>
                  <a:lnTo>
                    <a:pt x="2615827" y="608444"/>
                  </a:lnTo>
                  <a:lnTo>
                    <a:pt x="2591631" y="644331"/>
                  </a:lnTo>
                  <a:lnTo>
                    <a:pt x="2555744" y="668527"/>
                  </a:lnTo>
                  <a:lnTo>
                    <a:pt x="2511797" y="677399"/>
                  </a:lnTo>
                  <a:lnTo>
                    <a:pt x="112902" y="677399"/>
                  </a:lnTo>
                  <a:lnTo>
                    <a:pt x="68955" y="668527"/>
                  </a:lnTo>
                  <a:lnTo>
                    <a:pt x="33068" y="644331"/>
                  </a:lnTo>
                  <a:lnTo>
                    <a:pt x="8872" y="608444"/>
                  </a:lnTo>
                  <a:lnTo>
                    <a:pt x="0" y="564497"/>
                  </a:lnTo>
                  <a:lnTo>
                    <a:pt x="0" y="1129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72416" y="7994174"/>
            <a:ext cx="1294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Generate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1366" y="7007064"/>
            <a:ext cx="17672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latin typeface="Tahoma"/>
                <a:cs typeface="Tahoma"/>
              </a:rPr>
              <a:t>Image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-15" dirty="0">
                <a:latin typeface="Tahoma"/>
                <a:cs typeface="Tahoma"/>
              </a:rPr>
              <a:t>dimensions: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75208" y="7014112"/>
            <a:ext cx="1089025" cy="390525"/>
            <a:chOff x="4475208" y="7014112"/>
            <a:chExt cx="1089025" cy="390525"/>
          </a:xfrm>
        </p:grpSpPr>
        <p:sp>
          <p:nvSpPr>
            <p:cNvPr id="21" name="object 21"/>
            <p:cNvSpPr/>
            <p:nvPr/>
          </p:nvSpPr>
          <p:spPr>
            <a:xfrm>
              <a:off x="4479970" y="7018874"/>
              <a:ext cx="1079500" cy="381000"/>
            </a:xfrm>
            <a:custGeom>
              <a:avLst/>
              <a:gdLst/>
              <a:ahLst/>
              <a:cxnLst/>
              <a:rect l="l" t="t" r="r" b="b"/>
              <a:pathLst>
                <a:path w="1079500" h="381000">
                  <a:moveTo>
                    <a:pt x="10793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1079399" y="0"/>
                  </a:lnTo>
                  <a:lnTo>
                    <a:pt x="10793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9970" y="7018874"/>
              <a:ext cx="1079500" cy="381000"/>
            </a:xfrm>
            <a:custGeom>
              <a:avLst/>
              <a:gdLst/>
              <a:ahLst/>
              <a:cxnLst/>
              <a:rect l="l" t="t" r="r" b="b"/>
              <a:pathLst>
                <a:path w="1079500" h="381000">
                  <a:moveTo>
                    <a:pt x="0" y="0"/>
                  </a:moveTo>
                  <a:lnTo>
                    <a:pt x="1079399" y="0"/>
                  </a:lnTo>
                  <a:lnTo>
                    <a:pt x="10793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947350" y="7014112"/>
            <a:ext cx="1089025" cy="390525"/>
            <a:chOff x="5947350" y="7014112"/>
            <a:chExt cx="1089025" cy="390525"/>
          </a:xfrm>
        </p:grpSpPr>
        <p:sp>
          <p:nvSpPr>
            <p:cNvPr id="24" name="object 24"/>
            <p:cNvSpPr/>
            <p:nvPr/>
          </p:nvSpPr>
          <p:spPr>
            <a:xfrm>
              <a:off x="5952112" y="7018874"/>
              <a:ext cx="1079500" cy="381000"/>
            </a:xfrm>
            <a:custGeom>
              <a:avLst/>
              <a:gdLst/>
              <a:ahLst/>
              <a:cxnLst/>
              <a:rect l="l" t="t" r="r" b="b"/>
              <a:pathLst>
                <a:path w="1079500" h="381000">
                  <a:moveTo>
                    <a:pt x="10793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1079399" y="0"/>
                  </a:lnTo>
                  <a:lnTo>
                    <a:pt x="10793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52112" y="7018874"/>
              <a:ext cx="1079500" cy="381000"/>
            </a:xfrm>
            <a:custGeom>
              <a:avLst/>
              <a:gdLst/>
              <a:ahLst/>
              <a:cxnLst/>
              <a:rect l="l" t="t" r="r" b="b"/>
              <a:pathLst>
                <a:path w="1079500" h="381000">
                  <a:moveTo>
                    <a:pt x="0" y="0"/>
                  </a:moveTo>
                  <a:lnTo>
                    <a:pt x="1079399" y="0"/>
                  </a:lnTo>
                  <a:lnTo>
                    <a:pt x="10793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105150" y="7007064"/>
            <a:ext cx="11144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20" dirty="0">
                <a:latin typeface="Tahoma"/>
                <a:cs typeface="Tahoma"/>
              </a:rPr>
              <a:t>(Max</a:t>
            </a:r>
            <a:r>
              <a:rPr sz="1700" spc="-204" dirty="0">
                <a:latin typeface="Tahoma"/>
                <a:cs typeface="Tahoma"/>
              </a:rPr>
              <a:t> </a:t>
            </a:r>
            <a:r>
              <a:rPr sz="1700" spc="15" dirty="0">
                <a:latin typeface="Tahoma"/>
                <a:cs typeface="Tahoma"/>
              </a:rPr>
              <a:t>2048)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13958" y="7007064"/>
            <a:ext cx="2540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latin typeface="Tahoma"/>
                <a:cs typeface="Tahoma"/>
              </a:rPr>
              <a:t>b</a:t>
            </a:r>
            <a:r>
              <a:rPr sz="1700" spc="20" dirty="0">
                <a:latin typeface="Tahoma"/>
                <a:cs typeface="Tahoma"/>
              </a:rPr>
              <a:t>y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5453" y="3338375"/>
            <a:ext cx="5539449" cy="5539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43" y="302727"/>
            <a:ext cx="43364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1722" y="2168655"/>
            <a:ext cx="18478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spc="-105" dirty="0">
                <a:latin typeface="Arial MT"/>
                <a:cs typeface="Arial MT"/>
              </a:rPr>
              <a:t>1</a:t>
            </a:r>
            <a:r>
              <a:rPr sz="140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56383" y="2068437"/>
          <a:ext cx="13731240" cy="7048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985"/>
                <a:gridCol w="11460480"/>
                <a:gridCol w="1628775"/>
              </a:tblGrid>
              <a:tr h="949798">
                <a:tc gridSpan="3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3800" spc="-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CodeAId</a:t>
                      </a:r>
                      <a:endParaRPr sz="3800">
                        <a:latin typeface="Arial MT"/>
                        <a:cs typeface="Arial MT"/>
                      </a:endParaRPr>
                    </a:p>
                  </a:txBody>
                  <a:tcPr marL="0" marR="0" marT="16510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674E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97">
                <a:tc>
                  <a:txBody>
                    <a:bodyPr/>
                    <a:lstStyle/>
                    <a:p>
                      <a:pPr marL="85090" marR="30480">
                        <a:lnSpc>
                          <a:spcPts val="3304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EEEE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735330" marR="4316095" indent="-640080">
                        <a:lnSpc>
                          <a:spcPct val="100400"/>
                        </a:lnSpc>
                        <a:spcBef>
                          <a:spcPts val="550"/>
                        </a:spcBef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def binary_search(arr, x, l, r):</a:t>
                      </a:r>
                      <a:r>
                        <a:rPr sz="2800" b="1" spc="-5" dirty="0">
                          <a:solidFill>
                            <a:srgbClr val="757575"/>
                          </a:solidFill>
                          <a:latin typeface="Courier New"/>
                          <a:cs typeface="Courier New"/>
                        </a:rPr>
                        <a:t>_ </a:t>
                      </a:r>
                      <a:r>
                        <a:rPr sz="2800" b="1" spc="-1670" dirty="0">
                          <a:solidFill>
                            <a:srgbClr val="75757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8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28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&gt;=</a:t>
                      </a:r>
                      <a:r>
                        <a:rPr sz="28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l:</a:t>
                      </a:r>
                      <a:endParaRPr sz="2800">
                        <a:latin typeface="Courier New"/>
                        <a:cs typeface="Courier New"/>
                      </a:endParaRPr>
                    </a:p>
                    <a:p>
                      <a:pPr marL="1802130" marR="4956175">
                        <a:lnSpc>
                          <a:spcPct val="1004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mid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(r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l)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2 </a:t>
                      </a:r>
                      <a:r>
                        <a:rPr sz="2800" b="1" spc="-166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8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arr[mid]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x:</a:t>
                      </a:r>
                      <a:endParaRPr sz="2800">
                        <a:latin typeface="Courier New"/>
                        <a:cs typeface="Courier New"/>
                      </a:endParaRPr>
                    </a:p>
                    <a:p>
                      <a:pPr marL="1802130" marR="5810250" indent="853440">
                        <a:lnSpc>
                          <a:spcPct val="1004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2800" b="1" spc="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mid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elif</a:t>
                      </a:r>
                      <a:r>
                        <a:rPr sz="2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arr[mid]</a:t>
                      </a:r>
                      <a:r>
                        <a:rPr sz="2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sz="2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x:</a:t>
                      </a:r>
                      <a:endParaRPr sz="2800">
                        <a:latin typeface="Courier New"/>
                        <a:cs typeface="Courier New"/>
                      </a:endParaRPr>
                    </a:p>
                    <a:p>
                      <a:pPr marL="1802130" marR="263525" indent="853440">
                        <a:lnSpc>
                          <a:spcPct val="100400"/>
                        </a:lnSpc>
                        <a:spcBef>
                          <a:spcPts val="5"/>
                        </a:spcBef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return binary_search(arr, x, l, mid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1) </a:t>
                      </a:r>
                      <a:r>
                        <a:rPr sz="2800" b="1" spc="-16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else:</a:t>
                      </a:r>
                      <a:endParaRPr sz="2800">
                        <a:latin typeface="Courier New"/>
                        <a:cs typeface="Courier New"/>
                      </a:endParaRPr>
                    </a:p>
                    <a:p>
                      <a:pPr marL="26555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28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binary_search(arr,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x,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mid</a:t>
                      </a:r>
                      <a:r>
                        <a:rPr sz="28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1,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r)</a:t>
                      </a:r>
                      <a:endParaRPr sz="2800">
                        <a:latin typeface="Courier New"/>
                        <a:cs typeface="Courier New"/>
                      </a:endParaRPr>
                    </a:p>
                    <a:p>
                      <a:pPr marL="948690">
                        <a:lnSpc>
                          <a:spcPts val="2940"/>
                        </a:lnSpc>
                        <a:spcBef>
                          <a:spcPts val="15"/>
                        </a:spcBef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else:</a:t>
                      </a:r>
                      <a:endParaRPr sz="2800">
                        <a:latin typeface="Courier New"/>
                        <a:cs typeface="Courier New"/>
                      </a:endParaRPr>
                    </a:p>
                    <a:p>
                      <a:pPr marL="1802130">
                        <a:lnSpc>
                          <a:spcPts val="2940"/>
                        </a:lnSpc>
                        <a:tabLst>
                          <a:tab pos="9040495" algn="l"/>
                          <a:tab pos="10231120" algn="l"/>
                        </a:tabLst>
                      </a:pPr>
                      <a:r>
                        <a:rPr sz="4200" b="1" spc="-7" baseline="-16865" dirty="0">
                          <a:latin typeface="Courier New"/>
                          <a:cs typeface="Courier New"/>
                        </a:rPr>
                        <a:t>return -1	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&lt;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 1/2 </a:t>
                      </a:r>
                      <a:r>
                        <a:rPr sz="2600" dirty="0">
                          <a:latin typeface="Arial MT"/>
                          <a:cs typeface="Arial MT"/>
                        </a:rPr>
                        <a:t>&gt;	</a:t>
                      </a:r>
                      <a:r>
                        <a:rPr sz="2600" spc="-5" dirty="0">
                          <a:latin typeface="Arial MT"/>
                          <a:cs typeface="Arial MT"/>
                        </a:rPr>
                        <a:t>Accept</a:t>
                      </a:r>
                      <a:endParaRPr sz="2600">
                        <a:latin typeface="Arial MT"/>
                        <a:cs typeface="Arial MT"/>
                      </a:endParaRPr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20979">
                        <a:lnSpc>
                          <a:spcPct val="100000"/>
                        </a:lnSpc>
                      </a:pPr>
                      <a:r>
                        <a:rPr sz="1400" spc="-60" dirty="0">
                          <a:latin typeface="Arial MT"/>
                          <a:cs typeface="Arial MT"/>
                        </a:rPr>
                        <a:t>Tab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85090" marR="30480">
                        <a:lnSpc>
                          <a:spcPts val="3275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2213903">
                <a:tc>
                  <a:txBody>
                    <a:bodyPr/>
                    <a:lstStyle/>
                    <a:p>
                      <a:pPr marL="85090" marR="30480">
                        <a:lnSpc>
                          <a:spcPts val="3329"/>
                        </a:lnSpc>
                      </a:pPr>
                      <a:r>
                        <a:rPr sz="2800" dirty="0">
                          <a:solidFill>
                            <a:srgbClr val="595959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0" marB="0">
                    <a:lnL w="9525">
                      <a:solidFill>
                        <a:srgbClr val="595959"/>
                      </a:solidFill>
                      <a:prstDash val="solid"/>
                    </a:lnL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380661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AI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Con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1255395" algn="l"/>
                        </a:tabLst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nected	Run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14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scan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2857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780949" y="3022997"/>
            <a:ext cx="13079730" cy="5718175"/>
            <a:chOff x="2780949" y="3022997"/>
            <a:chExt cx="13079730" cy="5718175"/>
          </a:xfrm>
        </p:grpSpPr>
        <p:sp>
          <p:nvSpPr>
            <p:cNvPr id="6" name="object 6"/>
            <p:cNvSpPr/>
            <p:nvPr/>
          </p:nvSpPr>
          <p:spPr>
            <a:xfrm>
              <a:off x="2780949" y="3022997"/>
              <a:ext cx="13079730" cy="5718175"/>
            </a:xfrm>
            <a:custGeom>
              <a:avLst/>
              <a:gdLst/>
              <a:ahLst/>
              <a:cxnLst/>
              <a:rect l="l" t="t" r="r" b="b"/>
              <a:pathLst>
                <a:path w="13079730" h="5718175">
                  <a:moveTo>
                    <a:pt x="0" y="5718077"/>
                  </a:moveTo>
                  <a:lnTo>
                    <a:pt x="13079139" y="5718077"/>
                  </a:lnTo>
                  <a:lnTo>
                    <a:pt x="13079139" y="0"/>
                  </a:lnTo>
                  <a:lnTo>
                    <a:pt x="0" y="0"/>
                  </a:lnTo>
                  <a:lnTo>
                    <a:pt x="0" y="5718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66669" y="3537356"/>
              <a:ext cx="11095355" cy="4284345"/>
            </a:xfrm>
            <a:custGeom>
              <a:avLst/>
              <a:gdLst/>
              <a:ahLst/>
              <a:cxnLst/>
              <a:rect l="l" t="t" r="r" b="b"/>
              <a:pathLst>
                <a:path w="11095355" h="4284345">
                  <a:moveTo>
                    <a:pt x="1920278" y="3429000"/>
                  </a:moveTo>
                  <a:lnTo>
                    <a:pt x="0" y="3429000"/>
                  </a:lnTo>
                  <a:lnTo>
                    <a:pt x="0" y="3855720"/>
                  </a:lnTo>
                  <a:lnTo>
                    <a:pt x="1920278" y="3855720"/>
                  </a:lnTo>
                  <a:lnTo>
                    <a:pt x="1920278" y="3429000"/>
                  </a:lnTo>
                  <a:close/>
                </a:path>
                <a:path w="11095355" h="4284345">
                  <a:moveTo>
                    <a:pt x="2773743" y="2571750"/>
                  </a:moveTo>
                  <a:lnTo>
                    <a:pt x="0" y="2571750"/>
                  </a:lnTo>
                  <a:lnTo>
                    <a:pt x="0" y="2998470"/>
                  </a:lnTo>
                  <a:lnTo>
                    <a:pt x="2773743" y="2998470"/>
                  </a:lnTo>
                  <a:lnTo>
                    <a:pt x="2773743" y="2571750"/>
                  </a:lnTo>
                  <a:close/>
                </a:path>
                <a:path w="11095355" h="4284345">
                  <a:moveTo>
                    <a:pt x="2773743" y="0"/>
                  </a:moveTo>
                  <a:lnTo>
                    <a:pt x="0" y="0"/>
                  </a:lnTo>
                  <a:lnTo>
                    <a:pt x="0" y="426720"/>
                  </a:lnTo>
                  <a:lnTo>
                    <a:pt x="2773743" y="426720"/>
                  </a:lnTo>
                  <a:lnTo>
                    <a:pt x="2773743" y="0"/>
                  </a:lnTo>
                  <a:close/>
                </a:path>
                <a:path w="11095355" h="4284345">
                  <a:moveTo>
                    <a:pt x="3627209" y="3857625"/>
                  </a:moveTo>
                  <a:lnTo>
                    <a:pt x="0" y="3857625"/>
                  </a:lnTo>
                  <a:lnTo>
                    <a:pt x="0" y="4284345"/>
                  </a:lnTo>
                  <a:lnTo>
                    <a:pt x="3627209" y="4284345"/>
                  </a:lnTo>
                  <a:lnTo>
                    <a:pt x="3627209" y="3857625"/>
                  </a:lnTo>
                  <a:close/>
                </a:path>
                <a:path w="11095355" h="4284345">
                  <a:moveTo>
                    <a:pt x="4694021" y="1285875"/>
                  </a:moveTo>
                  <a:lnTo>
                    <a:pt x="0" y="1285875"/>
                  </a:lnTo>
                  <a:lnTo>
                    <a:pt x="0" y="1712595"/>
                  </a:lnTo>
                  <a:lnTo>
                    <a:pt x="4694021" y="1712595"/>
                  </a:lnTo>
                  <a:lnTo>
                    <a:pt x="4694021" y="1285875"/>
                  </a:lnTo>
                  <a:close/>
                </a:path>
                <a:path w="11095355" h="4284345">
                  <a:moveTo>
                    <a:pt x="5334127" y="857250"/>
                  </a:moveTo>
                  <a:lnTo>
                    <a:pt x="0" y="857250"/>
                  </a:lnTo>
                  <a:lnTo>
                    <a:pt x="0" y="1283970"/>
                  </a:lnTo>
                  <a:lnTo>
                    <a:pt x="5334127" y="1283970"/>
                  </a:lnTo>
                  <a:lnTo>
                    <a:pt x="5334127" y="857250"/>
                  </a:lnTo>
                  <a:close/>
                </a:path>
                <a:path w="11095355" h="4284345">
                  <a:moveTo>
                    <a:pt x="5547487" y="1714500"/>
                  </a:moveTo>
                  <a:lnTo>
                    <a:pt x="0" y="1714500"/>
                  </a:lnTo>
                  <a:lnTo>
                    <a:pt x="0" y="2141220"/>
                  </a:lnTo>
                  <a:lnTo>
                    <a:pt x="5547487" y="2141220"/>
                  </a:lnTo>
                  <a:lnTo>
                    <a:pt x="5547487" y="1714500"/>
                  </a:lnTo>
                  <a:close/>
                </a:path>
                <a:path w="11095355" h="4284345">
                  <a:moveTo>
                    <a:pt x="6400952" y="428625"/>
                  </a:moveTo>
                  <a:lnTo>
                    <a:pt x="0" y="428625"/>
                  </a:lnTo>
                  <a:lnTo>
                    <a:pt x="0" y="855345"/>
                  </a:lnTo>
                  <a:lnTo>
                    <a:pt x="6400952" y="855345"/>
                  </a:lnTo>
                  <a:lnTo>
                    <a:pt x="6400952" y="428625"/>
                  </a:lnTo>
                  <a:close/>
                </a:path>
                <a:path w="11095355" h="4284345">
                  <a:moveTo>
                    <a:pt x="11094974" y="3000375"/>
                  </a:moveTo>
                  <a:lnTo>
                    <a:pt x="0" y="3000375"/>
                  </a:lnTo>
                  <a:lnTo>
                    <a:pt x="0" y="3427095"/>
                  </a:lnTo>
                  <a:lnTo>
                    <a:pt x="11094974" y="3427095"/>
                  </a:lnTo>
                  <a:lnTo>
                    <a:pt x="11094974" y="3000375"/>
                  </a:lnTo>
                  <a:close/>
                </a:path>
                <a:path w="11095355" h="4284345">
                  <a:moveTo>
                    <a:pt x="11094974" y="2143125"/>
                  </a:moveTo>
                  <a:lnTo>
                    <a:pt x="0" y="2143125"/>
                  </a:lnTo>
                  <a:lnTo>
                    <a:pt x="0" y="2569845"/>
                  </a:lnTo>
                  <a:lnTo>
                    <a:pt x="11094974" y="2569845"/>
                  </a:lnTo>
                  <a:lnTo>
                    <a:pt x="11094974" y="2143125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03667" y="7195350"/>
              <a:ext cx="3569335" cy="629920"/>
            </a:xfrm>
            <a:custGeom>
              <a:avLst/>
              <a:gdLst/>
              <a:ahLst/>
              <a:cxnLst/>
              <a:rect l="l" t="t" r="r" b="b"/>
              <a:pathLst>
                <a:path w="3569334" h="629920">
                  <a:moveTo>
                    <a:pt x="3464337" y="629699"/>
                  </a:moveTo>
                  <a:lnTo>
                    <a:pt x="104951" y="629699"/>
                  </a:lnTo>
                  <a:lnTo>
                    <a:pt x="64100" y="621452"/>
                  </a:lnTo>
                  <a:lnTo>
                    <a:pt x="30739" y="598960"/>
                  </a:lnTo>
                  <a:lnTo>
                    <a:pt x="8247" y="565599"/>
                  </a:lnTo>
                  <a:lnTo>
                    <a:pt x="0" y="524747"/>
                  </a:lnTo>
                  <a:lnTo>
                    <a:pt x="0" y="104952"/>
                  </a:lnTo>
                  <a:lnTo>
                    <a:pt x="8247" y="64100"/>
                  </a:lnTo>
                  <a:lnTo>
                    <a:pt x="30739" y="30739"/>
                  </a:lnTo>
                  <a:lnTo>
                    <a:pt x="64100" y="8247"/>
                  </a:lnTo>
                  <a:lnTo>
                    <a:pt x="104951" y="0"/>
                  </a:lnTo>
                  <a:lnTo>
                    <a:pt x="3464337" y="0"/>
                  </a:lnTo>
                  <a:lnTo>
                    <a:pt x="3504501" y="7988"/>
                  </a:lnTo>
                  <a:lnTo>
                    <a:pt x="3538549" y="30739"/>
                  </a:lnTo>
                  <a:lnTo>
                    <a:pt x="3561300" y="64788"/>
                  </a:lnTo>
                  <a:lnTo>
                    <a:pt x="3569289" y="104952"/>
                  </a:lnTo>
                  <a:lnTo>
                    <a:pt x="3569289" y="524747"/>
                  </a:lnTo>
                  <a:lnTo>
                    <a:pt x="3561042" y="565599"/>
                  </a:lnTo>
                  <a:lnTo>
                    <a:pt x="3538550" y="598960"/>
                  </a:lnTo>
                  <a:lnTo>
                    <a:pt x="3505189" y="621452"/>
                  </a:lnTo>
                  <a:lnTo>
                    <a:pt x="3464337" y="6296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603667" y="7195350"/>
              <a:ext cx="3569335" cy="629920"/>
            </a:xfrm>
            <a:custGeom>
              <a:avLst/>
              <a:gdLst/>
              <a:ahLst/>
              <a:cxnLst/>
              <a:rect l="l" t="t" r="r" b="b"/>
              <a:pathLst>
                <a:path w="3569334" h="629920">
                  <a:moveTo>
                    <a:pt x="0" y="104952"/>
                  </a:moveTo>
                  <a:lnTo>
                    <a:pt x="8247" y="64100"/>
                  </a:lnTo>
                  <a:lnTo>
                    <a:pt x="30739" y="30739"/>
                  </a:lnTo>
                  <a:lnTo>
                    <a:pt x="64100" y="8247"/>
                  </a:lnTo>
                  <a:lnTo>
                    <a:pt x="104951" y="0"/>
                  </a:lnTo>
                  <a:lnTo>
                    <a:pt x="3464337" y="0"/>
                  </a:lnTo>
                  <a:lnTo>
                    <a:pt x="3504501" y="7988"/>
                  </a:lnTo>
                  <a:lnTo>
                    <a:pt x="3538549" y="30739"/>
                  </a:lnTo>
                  <a:lnTo>
                    <a:pt x="3561300" y="64788"/>
                  </a:lnTo>
                  <a:lnTo>
                    <a:pt x="3569289" y="104952"/>
                  </a:lnTo>
                  <a:lnTo>
                    <a:pt x="3569289" y="524747"/>
                  </a:lnTo>
                  <a:lnTo>
                    <a:pt x="3561042" y="565599"/>
                  </a:lnTo>
                  <a:lnTo>
                    <a:pt x="3538550" y="598960"/>
                  </a:lnTo>
                  <a:lnTo>
                    <a:pt x="3505189" y="621452"/>
                  </a:lnTo>
                  <a:lnTo>
                    <a:pt x="3464337" y="629699"/>
                  </a:lnTo>
                  <a:lnTo>
                    <a:pt x="104951" y="629699"/>
                  </a:lnTo>
                  <a:lnTo>
                    <a:pt x="64100" y="621452"/>
                  </a:lnTo>
                  <a:lnTo>
                    <a:pt x="30739" y="598960"/>
                  </a:lnTo>
                  <a:lnTo>
                    <a:pt x="8247" y="565599"/>
                  </a:lnTo>
                  <a:lnTo>
                    <a:pt x="0" y="524747"/>
                  </a:lnTo>
                  <a:lnTo>
                    <a:pt x="0" y="1049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240104" y="7319399"/>
              <a:ext cx="711835" cy="381635"/>
            </a:xfrm>
            <a:custGeom>
              <a:avLst/>
              <a:gdLst/>
              <a:ahLst/>
              <a:cxnLst/>
              <a:rect l="l" t="t" r="r" b="b"/>
              <a:pathLst>
                <a:path w="711834" h="381634">
                  <a:moveTo>
                    <a:pt x="648189" y="381599"/>
                  </a:moveTo>
                  <a:lnTo>
                    <a:pt x="63601" y="381599"/>
                  </a:lnTo>
                  <a:lnTo>
                    <a:pt x="38845" y="376601"/>
                  </a:lnTo>
                  <a:lnTo>
                    <a:pt x="18628" y="362971"/>
                  </a:lnTo>
                  <a:lnTo>
                    <a:pt x="4998" y="342755"/>
                  </a:lnTo>
                  <a:lnTo>
                    <a:pt x="0" y="317998"/>
                  </a:lnTo>
                  <a:lnTo>
                    <a:pt x="0" y="63601"/>
                  </a:lnTo>
                  <a:lnTo>
                    <a:pt x="4998" y="38844"/>
                  </a:lnTo>
                  <a:lnTo>
                    <a:pt x="18628" y="18628"/>
                  </a:lnTo>
                  <a:lnTo>
                    <a:pt x="38845" y="4998"/>
                  </a:lnTo>
                  <a:lnTo>
                    <a:pt x="63601" y="0"/>
                  </a:lnTo>
                  <a:lnTo>
                    <a:pt x="648189" y="0"/>
                  </a:lnTo>
                  <a:lnTo>
                    <a:pt x="693162" y="18627"/>
                  </a:lnTo>
                  <a:lnTo>
                    <a:pt x="711789" y="63601"/>
                  </a:lnTo>
                  <a:lnTo>
                    <a:pt x="711789" y="317998"/>
                  </a:lnTo>
                  <a:lnTo>
                    <a:pt x="706791" y="342755"/>
                  </a:lnTo>
                  <a:lnTo>
                    <a:pt x="693161" y="362971"/>
                  </a:lnTo>
                  <a:lnTo>
                    <a:pt x="672945" y="376601"/>
                  </a:lnTo>
                  <a:lnTo>
                    <a:pt x="648189" y="381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40104" y="7319399"/>
              <a:ext cx="711835" cy="381635"/>
            </a:xfrm>
            <a:custGeom>
              <a:avLst/>
              <a:gdLst/>
              <a:ahLst/>
              <a:cxnLst/>
              <a:rect l="l" t="t" r="r" b="b"/>
              <a:pathLst>
                <a:path w="711834" h="381634">
                  <a:moveTo>
                    <a:pt x="0" y="63601"/>
                  </a:moveTo>
                  <a:lnTo>
                    <a:pt x="4998" y="38844"/>
                  </a:lnTo>
                  <a:lnTo>
                    <a:pt x="18628" y="18628"/>
                  </a:lnTo>
                  <a:lnTo>
                    <a:pt x="38845" y="4998"/>
                  </a:lnTo>
                  <a:lnTo>
                    <a:pt x="63601" y="0"/>
                  </a:lnTo>
                  <a:lnTo>
                    <a:pt x="648189" y="0"/>
                  </a:lnTo>
                  <a:lnTo>
                    <a:pt x="693162" y="18627"/>
                  </a:lnTo>
                  <a:lnTo>
                    <a:pt x="711789" y="63601"/>
                  </a:lnTo>
                  <a:lnTo>
                    <a:pt x="711789" y="317998"/>
                  </a:lnTo>
                  <a:lnTo>
                    <a:pt x="706791" y="342755"/>
                  </a:lnTo>
                  <a:lnTo>
                    <a:pt x="693161" y="362971"/>
                  </a:lnTo>
                  <a:lnTo>
                    <a:pt x="672945" y="376601"/>
                  </a:lnTo>
                  <a:lnTo>
                    <a:pt x="648189" y="381599"/>
                  </a:lnTo>
                  <a:lnTo>
                    <a:pt x="63601" y="381599"/>
                  </a:lnTo>
                  <a:lnTo>
                    <a:pt x="38845" y="376601"/>
                  </a:lnTo>
                  <a:lnTo>
                    <a:pt x="18628" y="362971"/>
                  </a:lnTo>
                  <a:lnTo>
                    <a:pt x="4998" y="342755"/>
                  </a:lnTo>
                  <a:lnTo>
                    <a:pt x="0" y="317998"/>
                  </a:lnTo>
                  <a:lnTo>
                    <a:pt x="0" y="63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20049" y="3530799"/>
              <a:ext cx="12252960" cy="4294505"/>
            </a:xfrm>
            <a:custGeom>
              <a:avLst/>
              <a:gdLst/>
              <a:ahLst/>
              <a:cxnLst/>
              <a:rect l="l" t="t" r="r" b="b"/>
              <a:pathLst>
                <a:path w="12252960" h="4294505">
                  <a:moveTo>
                    <a:pt x="0" y="93355"/>
                  </a:moveTo>
                  <a:lnTo>
                    <a:pt x="7336" y="57017"/>
                  </a:lnTo>
                  <a:lnTo>
                    <a:pt x="27343" y="27343"/>
                  </a:lnTo>
                  <a:lnTo>
                    <a:pt x="57017" y="7336"/>
                  </a:lnTo>
                  <a:lnTo>
                    <a:pt x="93355" y="0"/>
                  </a:lnTo>
                  <a:lnTo>
                    <a:pt x="12159543" y="0"/>
                  </a:lnTo>
                  <a:lnTo>
                    <a:pt x="12211337" y="15684"/>
                  </a:lnTo>
                  <a:lnTo>
                    <a:pt x="12245793" y="57630"/>
                  </a:lnTo>
                  <a:lnTo>
                    <a:pt x="12252899" y="93355"/>
                  </a:lnTo>
                  <a:lnTo>
                    <a:pt x="12252899" y="4200843"/>
                  </a:lnTo>
                  <a:lnTo>
                    <a:pt x="12245563" y="4237182"/>
                  </a:lnTo>
                  <a:lnTo>
                    <a:pt x="12225556" y="4266856"/>
                  </a:lnTo>
                  <a:lnTo>
                    <a:pt x="12195881" y="4286863"/>
                  </a:lnTo>
                  <a:lnTo>
                    <a:pt x="12159543" y="4294199"/>
                  </a:lnTo>
                  <a:lnTo>
                    <a:pt x="93355" y="4294199"/>
                  </a:lnTo>
                  <a:lnTo>
                    <a:pt x="57017" y="4286863"/>
                  </a:lnTo>
                  <a:lnTo>
                    <a:pt x="27343" y="4266856"/>
                  </a:lnTo>
                  <a:lnTo>
                    <a:pt x="7336" y="4237182"/>
                  </a:lnTo>
                  <a:lnTo>
                    <a:pt x="0" y="4200843"/>
                  </a:lnTo>
                  <a:lnTo>
                    <a:pt x="0" y="93355"/>
                  </a:lnTo>
                  <a:close/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687" y="8819712"/>
            <a:ext cx="223424" cy="22342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930424" y="8802424"/>
            <a:ext cx="1637030" cy="268605"/>
          </a:xfrm>
          <a:custGeom>
            <a:avLst/>
            <a:gdLst/>
            <a:ahLst/>
            <a:cxnLst/>
            <a:rect l="l" t="t" r="r" b="b"/>
            <a:pathLst>
              <a:path w="1637029" h="268604">
                <a:moveTo>
                  <a:pt x="0" y="44700"/>
                </a:moveTo>
                <a:lnTo>
                  <a:pt x="3512" y="27301"/>
                </a:lnTo>
                <a:lnTo>
                  <a:pt x="13092" y="13092"/>
                </a:lnTo>
                <a:lnTo>
                  <a:pt x="27301" y="3512"/>
                </a:lnTo>
                <a:lnTo>
                  <a:pt x="44700" y="0"/>
                </a:lnTo>
                <a:lnTo>
                  <a:pt x="1592099" y="0"/>
                </a:lnTo>
                <a:lnTo>
                  <a:pt x="1629289" y="19900"/>
                </a:lnTo>
                <a:lnTo>
                  <a:pt x="1636799" y="44700"/>
                </a:lnTo>
                <a:lnTo>
                  <a:pt x="1636799" y="223499"/>
                </a:lnTo>
                <a:lnTo>
                  <a:pt x="1633287" y="240898"/>
                </a:lnTo>
                <a:lnTo>
                  <a:pt x="1623707" y="255107"/>
                </a:lnTo>
                <a:lnTo>
                  <a:pt x="1609498" y="264687"/>
                </a:lnTo>
                <a:lnTo>
                  <a:pt x="1592099" y="268199"/>
                </a:lnTo>
                <a:lnTo>
                  <a:pt x="44700" y="268199"/>
                </a:lnTo>
                <a:lnTo>
                  <a:pt x="27301" y="264687"/>
                </a:lnTo>
                <a:lnTo>
                  <a:pt x="13092" y="255107"/>
                </a:lnTo>
                <a:lnTo>
                  <a:pt x="3512" y="240898"/>
                </a:lnTo>
                <a:lnTo>
                  <a:pt x="0" y="223499"/>
                </a:lnTo>
                <a:lnTo>
                  <a:pt x="0" y="4470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73367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Large</a:t>
            </a:r>
            <a:r>
              <a:rPr spc="-670" dirty="0"/>
              <a:t> </a:t>
            </a:r>
            <a:r>
              <a:rPr spc="-80" dirty="0"/>
              <a:t>Language</a:t>
            </a:r>
            <a:r>
              <a:rPr spc="-670" dirty="0"/>
              <a:t> </a:t>
            </a:r>
            <a:r>
              <a:rPr spc="165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6787" y="1257337"/>
            <a:ext cx="13820724" cy="76610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65388" y="6426863"/>
            <a:ext cx="892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90" dirty="0">
                <a:latin typeface="Tahoma"/>
                <a:cs typeface="Tahoma"/>
              </a:rPr>
              <a:t>BE</a:t>
            </a:r>
            <a:r>
              <a:rPr sz="2800" spc="20" dirty="0">
                <a:latin typeface="Tahoma"/>
                <a:cs typeface="Tahoma"/>
              </a:rPr>
              <a:t>R</a:t>
            </a:r>
            <a:r>
              <a:rPr sz="2800" spc="15" dirty="0">
                <a:latin typeface="Tahoma"/>
                <a:cs typeface="Tahoma"/>
              </a:rPr>
              <a:t>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7853" y="4217063"/>
            <a:ext cx="713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20" dirty="0">
                <a:latin typeface="Tahoma"/>
                <a:cs typeface="Tahoma"/>
              </a:rPr>
              <a:t>GPT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7633" y="6965613"/>
            <a:ext cx="1428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160" dirty="0" smtClean="0">
                <a:latin typeface="Tahoma"/>
                <a:cs typeface="Tahoma"/>
              </a:rPr>
              <a:t>Claude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35921" y="4217082"/>
            <a:ext cx="1078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80" dirty="0">
                <a:latin typeface="Tahoma"/>
                <a:cs typeface="Tahoma"/>
              </a:rPr>
              <a:t>LLaMa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4905" y="6724057"/>
            <a:ext cx="12666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95" dirty="0" err="1" smtClean="0">
                <a:latin typeface="Tahoma"/>
                <a:cs typeface="Tahoma"/>
              </a:rPr>
              <a:t>Mixtral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0281" y="3284063"/>
            <a:ext cx="13188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160" dirty="0" smtClean="0">
                <a:latin typeface="Tahoma"/>
                <a:cs typeface="Tahoma"/>
              </a:rPr>
              <a:t>Gemini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79267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Prompts</a:t>
            </a:r>
            <a:r>
              <a:rPr spc="-670" dirty="0"/>
              <a:t> </a:t>
            </a:r>
            <a:r>
              <a:rPr spc="-25" dirty="0"/>
              <a:t>and</a:t>
            </a:r>
            <a:r>
              <a:rPr spc="-670" dirty="0"/>
              <a:t> </a:t>
            </a:r>
            <a:r>
              <a:rPr spc="45" dirty="0"/>
              <a:t>completions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699" y="2839649"/>
            <a:ext cx="5214620" cy="439801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80975" marR="758825">
              <a:lnSpc>
                <a:spcPct val="100000"/>
              </a:lnSpc>
              <a:spcBef>
                <a:spcPts val="109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Where is Ganymede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located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in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solar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system?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95087" y="2693987"/>
            <a:ext cx="2948940" cy="2942590"/>
            <a:chOff x="7595087" y="2693987"/>
            <a:chExt cx="2948940" cy="2942590"/>
          </a:xfrm>
        </p:grpSpPr>
        <p:sp>
          <p:nvSpPr>
            <p:cNvPr id="5" name="object 5"/>
            <p:cNvSpPr/>
            <p:nvPr/>
          </p:nvSpPr>
          <p:spPr>
            <a:xfrm>
              <a:off x="7599850" y="2698749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1469399" y="2932799"/>
                  </a:move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56" y="792420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44" y="792504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99850" y="2698750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0" y="1466399"/>
                  </a:move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11" y="792504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02" y="792420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98021" y="392391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699437" y="2695237"/>
            <a:ext cx="5224145" cy="4258310"/>
            <a:chOff x="11699437" y="2695237"/>
            <a:chExt cx="5224145" cy="4258310"/>
          </a:xfrm>
        </p:grpSpPr>
        <p:sp>
          <p:nvSpPr>
            <p:cNvPr id="9" name="object 9"/>
            <p:cNvSpPr/>
            <p:nvPr/>
          </p:nvSpPr>
          <p:spPr>
            <a:xfrm>
              <a:off x="11704200" y="2699999"/>
              <a:ext cx="5214620" cy="4248785"/>
            </a:xfrm>
            <a:custGeom>
              <a:avLst/>
              <a:gdLst/>
              <a:ahLst/>
              <a:cxnLst/>
              <a:rect l="l" t="t" r="r" b="b"/>
              <a:pathLst>
                <a:path w="5214619" h="4248784">
                  <a:moveTo>
                    <a:pt x="5214599" y="4248299"/>
                  </a:moveTo>
                  <a:lnTo>
                    <a:pt x="0" y="4248299"/>
                  </a:lnTo>
                  <a:lnTo>
                    <a:pt x="0" y="0"/>
                  </a:lnTo>
                  <a:lnTo>
                    <a:pt x="5214599" y="0"/>
                  </a:lnTo>
                  <a:lnTo>
                    <a:pt x="5214599" y="42482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704200" y="2699999"/>
              <a:ext cx="5214620" cy="4248785"/>
            </a:xfrm>
            <a:custGeom>
              <a:avLst/>
              <a:gdLst/>
              <a:ahLst/>
              <a:cxnLst/>
              <a:rect l="l" t="t" r="r" b="b"/>
              <a:pathLst>
                <a:path w="5214619" h="4248784">
                  <a:moveTo>
                    <a:pt x="0" y="0"/>
                  </a:moveTo>
                  <a:lnTo>
                    <a:pt x="5214599" y="0"/>
                  </a:lnTo>
                  <a:lnTo>
                    <a:pt x="5214599" y="4248299"/>
                  </a:lnTo>
                  <a:lnTo>
                    <a:pt x="0" y="424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872475" y="2854051"/>
            <a:ext cx="429260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Where is Ganymede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located</a:t>
            </a:r>
            <a:r>
              <a:rPr sz="2800" b="1" spc="-3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in</a:t>
            </a:r>
            <a:r>
              <a:rPr sz="2800" b="1" spc="-3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the</a:t>
            </a:r>
            <a:r>
              <a:rPr sz="2800" b="1" spc="-3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solar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system?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72475" y="4560930"/>
            <a:ext cx="471868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Ganymede is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a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moon of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Jupiter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and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is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located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in the solar system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within</a:t>
            </a:r>
            <a:r>
              <a:rPr sz="2800" b="1" spc="10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Jupiter’s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orbit.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7974" y="22249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72475" y="222492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8075" y="222495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2575" y="7380819"/>
            <a:ext cx="44856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80" dirty="0">
                <a:latin typeface="Tahoma"/>
                <a:cs typeface="Tahoma"/>
              </a:rPr>
              <a:t>Cont</a:t>
            </a:r>
            <a:r>
              <a:rPr sz="3200" spc="-15" dirty="0">
                <a:latin typeface="Tahoma"/>
                <a:cs typeface="Tahoma"/>
              </a:rPr>
              <a:t>e</a:t>
            </a:r>
            <a:r>
              <a:rPr sz="3200" spc="75" dirty="0">
                <a:latin typeface="Tahoma"/>
                <a:cs typeface="Tahoma"/>
              </a:rPr>
              <a:t>xt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45" dirty="0">
                <a:latin typeface="Tahoma"/>
                <a:cs typeface="Tahoma"/>
              </a:rPr>
              <a:t>window</a:t>
            </a:r>
            <a:endParaRPr sz="3200">
              <a:latin typeface="Tahoma"/>
              <a:cs typeface="Tahoma"/>
            </a:endParaRPr>
          </a:p>
          <a:p>
            <a:pPr marL="927100" marR="5080" indent="-702945">
              <a:lnSpc>
                <a:spcPct val="100000"/>
              </a:lnSpc>
              <a:buFont typeface="Arial MT"/>
              <a:buChar char="●"/>
              <a:tabLst>
                <a:tab pos="926465" algn="l"/>
                <a:tab pos="927100" algn="l"/>
              </a:tabLst>
            </a:pPr>
            <a:r>
              <a:rPr sz="3200" spc="45" dirty="0">
                <a:latin typeface="Tahoma"/>
                <a:cs typeface="Tahoma"/>
              </a:rPr>
              <a:t>typically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a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40" dirty="0">
                <a:latin typeface="Tahoma"/>
                <a:cs typeface="Tahoma"/>
              </a:rPr>
              <a:t>few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90" dirty="0">
                <a:latin typeface="Tahoma"/>
                <a:cs typeface="Tahoma"/>
              </a:rPr>
              <a:t>1000  </a:t>
            </a:r>
            <a:r>
              <a:rPr sz="3200" spc="-10" dirty="0">
                <a:latin typeface="Tahoma"/>
                <a:cs typeface="Tahoma"/>
              </a:rPr>
              <a:t>words.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57450" y="3092568"/>
            <a:ext cx="11151870" cy="1830070"/>
            <a:chOff x="6457450" y="3092568"/>
            <a:chExt cx="11151870" cy="1830070"/>
          </a:xfrm>
        </p:grpSpPr>
        <p:sp>
          <p:nvSpPr>
            <p:cNvPr id="18" name="object 18"/>
            <p:cNvSpPr/>
            <p:nvPr/>
          </p:nvSpPr>
          <p:spPr>
            <a:xfrm>
              <a:off x="6457450" y="3174549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37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2200" y="3092568"/>
              <a:ext cx="211001" cy="16396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538650" y="3174549"/>
              <a:ext cx="934719" cy="0"/>
            </a:xfrm>
            <a:custGeom>
              <a:avLst/>
              <a:gdLst/>
              <a:ahLst/>
              <a:cxnLst/>
              <a:rect l="l" t="t" r="r" b="b"/>
              <a:pathLst>
                <a:path w="934720">
                  <a:moveTo>
                    <a:pt x="0" y="0"/>
                  </a:moveTo>
                  <a:lnTo>
                    <a:pt x="9344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859649" y="3270599"/>
              <a:ext cx="732790" cy="0"/>
            </a:xfrm>
            <a:custGeom>
              <a:avLst/>
              <a:gdLst/>
              <a:ahLst/>
              <a:cxnLst/>
              <a:rect l="l" t="t" r="r" b="b"/>
              <a:pathLst>
                <a:path w="732790">
                  <a:moveTo>
                    <a:pt x="732599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D5D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67698" y="3188618"/>
              <a:ext cx="211001" cy="16396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861249" y="4840499"/>
              <a:ext cx="748030" cy="0"/>
            </a:xfrm>
            <a:custGeom>
              <a:avLst/>
              <a:gdLst/>
              <a:ahLst/>
              <a:cxnLst/>
              <a:rect l="l" t="t" r="r" b="b"/>
              <a:pathLst>
                <a:path w="748030">
                  <a:moveTo>
                    <a:pt x="747599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D5D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9298" y="4758519"/>
              <a:ext cx="211001" cy="16396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54100" y="3092568"/>
              <a:ext cx="211001" cy="1639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126572"/>
            <a:ext cx="18287999" cy="1160427"/>
            <a:chOff x="0" y="9126572"/>
            <a:chExt cx="18287999" cy="116042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1143" y="9473050"/>
              <a:ext cx="3265714" cy="8139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26572"/>
              <a:ext cx="18287999" cy="11604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79267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Prompts</a:t>
            </a:r>
            <a:r>
              <a:rPr spc="-670" dirty="0"/>
              <a:t> </a:t>
            </a:r>
            <a:r>
              <a:rPr spc="-25" dirty="0"/>
              <a:t>and</a:t>
            </a:r>
            <a:r>
              <a:rPr spc="-670" dirty="0"/>
              <a:t> </a:t>
            </a:r>
            <a:r>
              <a:rPr spc="45" dirty="0"/>
              <a:t>completions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055634" y="2693987"/>
            <a:ext cx="16027400" cy="2942590"/>
            <a:chOff x="1055634" y="2693987"/>
            <a:chExt cx="16027400" cy="2942590"/>
          </a:xfrm>
        </p:grpSpPr>
        <p:sp>
          <p:nvSpPr>
            <p:cNvPr id="9" name="object 9"/>
            <p:cNvSpPr/>
            <p:nvPr/>
          </p:nvSpPr>
          <p:spPr>
            <a:xfrm>
              <a:off x="7599849" y="2698749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1469399" y="2932799"/>
                  </a:move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56" y="792420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44" y="792504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99849" y="2698750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0" y="1466399"/>
                  </a:move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11" y="792504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02" y="792420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0397" y="3433606"/>
              <a:ext cx="5634355" cy="1463675"/>
            </a:xfrm>
            <a:custGeom>
              <a:avLst/>
              <a:gdLst/>
              <a:ahLst/>
              <a:cxnLst/>
              <a:rect l="l" t="t" r="r" b="b"/>
              <a:pathLst>
                <a:path w="5634355" h="1463675">
                  <a:moveTo>
                    <a:pt x="5633995" y="1463094"/>
                  </a:moveTo>
                  <a:lnTo>
                    <a:pt x="0" y="1463094"/>
                  </a:lnTo>
                  <a:lnTo>
                    <a:pt x="0" y="0"/>
                  </a:lnTo>
                  <a:lnTo>
                    <a:pt x="5633995" y="0"/>
                  </a:lnTo>
                  <a:lnTo>
                    <a:pt x="5633995" y="146309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60397" y="3433606"/>
              <a:ext cx="5634355" cy="1463675"/>
            </a:xfrm>
            <a:custGeom>
              <a:avLst/>
              <a:gdLst/>
              <a:ahLst/>
              <a:cxnLst/>
              <a:rect l="l" t="t" r="r" b="b"/>
              <a:pathLst>
                <a:path w="5634355" h="1463675">
                  <a:moveTo>
                    <a:pt x="0" y="0"/>
                  </a:moveTo>
                  <a:lnTo>
                    <a:pt x="5633995" y="0"/>
                  </a:lnTo>
                  <a:lnTo>
                    <a:pt x="5633995" y="1463094"/>
                  </a:lnTo>
                  <a:lnTo>
                    <a:pt x="0" y="146309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7379" y="3739400"/>
              <a:ext cx="4996180" cy="158115"/>
            </a:xfrm>
            <a:custGeom>
              <a:avLst/>
              <a:gdLst/>
              <a:ahLst/>
              <a:cxnLst/>
              <a:rect l="l" t="t" r="r" b="b"/>
              <a:pathLst>
                <a:path w="4996180" h="158114">
                  <a:moveTo>
                    <a:pt x="4969732" y="158035"/>
                  </a:moveTo>
                  <a:lnTo>
                    <a:pt x="26339" y="158035"/>
                  </a:lnTo>
                  <a:lnTo>
                    <a:pt x="16087" y="155965"/>
                  </a:lnTo>
                  <a:lnTo>
                    <a:pt x="7714" y="150320"/>
                  </a:lnTo>
                  <a:lnTo>
                    <a:pt x="2069" y="141948"/>
                  </a:lnTo>
                  <a:lnTo>
                    <a:pt x="0" y="131695"/>
                  </a:lnTo>
                  <a:lnTo>
                    <a:pt x="0" y="26339"/>
                  </a:lnTo>
                  <a:lnTo>
                    <a:pt x="2069" y="16087"/>
                  </a:lnTo>
                  <a:lnTo>
                    <a:pt x="7714" y="7714"/>
                  </a:lnTo>
                  <a:lnTo>
                    <a:pt x="16087" y="2069"/>
                  </a:lnTo>
                  <a:lnTo>
                    <a:pt x="26339" y="0"/>
                  </a:lnTo>
                  <a:lnTo>
                    <a:pt x="4976718" y="0"/>
                  </a:lnTo>
                  <a:lnTo>
                    <a:pt x="4983417" y="2774"/>
                  </a:lnTo>
                  <a:lnTo>
                    <a:pt x="4988357" y="7714"/>
                  </a:lnTo>
                  <a:lnTo>
                    <a:pt x="4993297" y="12654"/>
                  </a:lnTo>
                  <a:lnTo>
                    <a:pt x="4996072" y="19353"/>
                  </a:lnTo>
                  <a:lnTo>
                    <a:pt x="4996072" y="131695"/>
                  </a:lnTo>
                  <a:lnTo>
                    <a:pt x="4994002" y="141948"/>
                  </a:lnTo>
                  <a:lnTo>
                    <a:pt x="4988357" y="150320"/>
                  </a:lnTo>
                  <a:lnTo>
                    <a:pt x="4979985" y="155965"/>
                  </a:lnTo>
                  <a:lnTo>
                    <a:pt x="4969732" y="158035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07379" y="3739400"/>
              <a:ext cx="4996180" cy="158115"/>
            </a:xfrm>
            <a:custGeom>
              <a:avLst/>
              <a:gdLst/>
              <a:ahLst/>
              <a:cxnLst/>
              <a:rect l="l" t="t" r="r" b="b"/>
              <a:pathLst>
                <a:path w="4996180" h="158114">
                  <a:moveTo>
                    <a:pt x="0" y="26339"/>
                  </a:moveTo>
                  <a:lnTo>
                    <a:pt x="2069" y="16087"/>
                  </a:lnTo>
                  <a:lnTo>
                    <a:pt x="7714" y="7714"/>
                  </a:lnTo>
                  <a:lnTo>
                    <a:pt x="16087" y="2069"/>
                  </a:lnTo>
                  <a:lnTo>
                    <a:pt x="26339" y="0"/>
                  </a:lnTo>
                  <a:lnTo>
                    <a:pt x="4969732" y="0"/>
                  </a:lnTo>
                  <a:lnTo>
                    <a:pt x="4976718" y="0"/>
                  </a:lnTo>
                  <a:lnTo>
                    <a:pt x="4983417" y="2774"/>
                  </a:lnTo>
                  <a:lnTo>
                    <a:pt x="4988357" y="7714"/>
                  </a:lnTo>
                  <a:lnTo>
                    <a:pt x="4993297" y="12654"/>
                  </a:lnTo>
                  <a:lnTo>
                    <a:pt x="4996072" y="19353"/>
                  </a:lnTo>
                  <a:lnTo>
                    <a:pt x="4996072" y="26339"/>
                  </a:lnTo>
                  <a:lnTo>
                    <a:pt x="4996072" y="131695"/>
                  </a:lnTo>
                  <a:lnTo>
                    <a:pt x="4994002" y="141948"/>
                  </a:lnTo>
                  <a:lnTo>
                    <a:pt x="4988357" y="150320"/>
                  </a:lnTo>
                  <a:lnTo>
                    <a:pt x="4979985" y="155965"/>
                  </a:lnTo>
                  <a:lnTo>
                    <a:pt x="4969732" y="158035"/>
                  </a:lnTo>
                  <a:lnTo>
                    <a:pt x="26339" y="158035"/>
                  </a:lnTo>
                  <a:lnTo>
                    <a:pt x="16087" y="155965"/>
                  </a:lnTo>
                  <a:lnTo>
                    <a:pt x="7714" y="150320"/>
                  </a:lnTo>
                  <a:lnTo>
                    <a:pt x="2069" y="141948"/>
                  </a:lnTo>
                  <a:lnTo>
                    <a:pt x="0" y="131695"/>
                  </a:lnTo>
                  <a:lnTo>
                    <a:pt x="0" y="263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7379" y="4068425"/>
              <a:ext cx="4993005" cy="157480"/>
            </a:xfrm>
            <a:custGeom>
              <a:avLst/>
              <a:gdLst/>
              <a:ahLst/>
              <a:cxnLst/>
              <a:rect l="l" t="t" r="r" b="b"/>
              <a:pathLst>
                <a:path w="4993005" h="157479">
                  <a:moveTo>
                    <a:pt x="4966327" y="156998"/>
                  </a:moveTo>
                  <a:lnTo>
                    <a:pt x="26167" y="156998"/>
                  </a:lnTo>
                  <a:lnTo>
                    <a:pt x="15981" y="154942"/>
                  </a:lnTo>
                  <a:lnTo>
                    <a:pt x="7664" y="149334"/>
                  </a:lnTo>
                  <a:lnTo>
                    <a:pt x="2056" y="141017"/>
                  </a:lnTo>
                  <a:lnTo>
                    <a:pt x="0" y="130831"/>
                  </a:lnTo>
                  <a:lnTo>
                    <a:pt x="0" y="26166"/>
                  </a:lnTo>
                  <a:lnTo>
                    <a:pt x="2056" y="15981"/>
                  </a:lnTo>
                  <a:lnTo>
                    <a:pt x="7664" y="7663"/>
                  </a:lnTo>
                  <a:lnTo>
                    <a:pt x="15981" y="2056"/>
                  </a:lnTo>
                  <a:lnTo>
                    <a:pt x="26167" y="0"/>
                  </a:lnTo>
                  <a:lnTo>
                    <a:pt x="4973267" y="0"/>
                  </a:lnTo>
                  <a:lnTo>
                    <a:pt x="4979923" y="2756"/>
                  </a:lnTo>
                  <a:lnTo>
                    <a:pt x="4989738" y="12571"/>
                  </a:lnTo>
                  <a:lnTo>
                    <a:pt x="4992495" y="19226"/>
                  </a:lnTo>
                  <a:lnTo>
                    <a:pt x="4992495" y="130831"/>
                  </a:lnTo>
                  <a:lnTo>
                    <a:pt x="4990438" y="141017"/>
                  </a:lnTo>
                  <a:lnTo>
                    <a:pt x="4984831" y="149334"/>
                  </a:lnTo>
                  <a:lnTo>
                    <a:pt x="4976513" y="154942"/>
                  </a:lnTo>
                  <a:lnTo>
                    <a:pt x="4966327" y="156998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07379" y="4068425"/>
              <a:ext cx="4993005" cy="157480"/>
            </a:xfrm>
            <a:custGeom>
              <a:avLst/>
              <a:gdLst/>
              <a:ahLst/>
              <a:cxnLst/>
              <a:rect l="l" t="t" r="r" b="b"/>
              <a:pathLst>
                <a:path w="4993005" h="157479">
                  <a:moveTo>
                    <a:pt x="0" y="26166"/>
                  </a:moveTo>
                  <a:lnTo>
                    <a:pt x="2056" y="15981"/>
                  </a:lnTo>
                  <a:lnTo>
                    <a:pt x="7664" y="7663"/>
                  </a:lnTo>
                  <a:lnTo>
                    <a:pt x="15981" y="2056"/>
                  </a:lnTo>
                  <a:lnTo>
                    <a:pt x="26167" y="0"/>
                  </a:lnTo>
                  <a:lnTo>
                    <a:pt x="4966327" y="0"/>
                  </a:lnTo>
                  <a:lnTo>
                    <a:pt x="4973267" y="0"/>
                  </a:lnTo>
                  <a:lnTo>
                    <a:pt x="4979923" y="2756"/>
                  </a:lnTo>
                  <a:lnTo>
                    <a:pt x="4984830" y="7663"/>
                  </a:lnTo>
                  <a:lnTo>
                    <a:pt x="4989738" y="12571"/>
                  </a:lnTo>
                  <a:lnTo>
                    <a:pt x="4992495" y="19226"/>
                  </a:lnTo>
                  <a:lnTo>
                    <a:pt x="4992495" y="26166"/>
                  </a:lnTo>
                  <a:lnTo>
                    <a:pt x="4992495" y="130831"/>
                  </a:lnTo>
                  <a:lnTo>
                    <a:pt x="4990438" y="141017"/>
                  </a:lnTo>
                  <a:lnTo>
                    <a:pt x="4984831" y="149334"/>
                  </a:lnTo>
                  <a:lnTo>
                    <a:pt x="4976513" y="154942"/>
                  </a:lnTo>
                  <a:lnTo>
                    <a:pt x="4966327" y="156998"/>
                  </a:lnTo>
                  <a:lnTo>
                    <a:pt x="26167" y="156998"/>
                  </a:lnTo>
                  <a:lnTo>
                    <a:pt x="15981" y="154942"/>
                  </a:lnTo>
                  <a:lnTo>
                    <a:pt x="7664" y="149334"/>
                  </a:lnTo>
                  <a:lnTo>
                    <a:pt x="2056" y="141017"/>
                  </a:lnTo>
                  <a:lnTo>
                    <a:pt x="0" y="130831"/>
                  </a:lnTo>
                  <a:lnTo>
                    <a:pt x="0" y="2616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7379" y="4397449"/>
              <a:ext cx="4615815" cy="158115"/>
            </a:xfrm>
            <a:custGeom>
              <a:avLst/>
              <a:gdLst/>
              <a:ahLst/>
              <a:cxnLst/>
              <a:rect l="l" t="t" r="r" b="b"/>
              <a:pathLst>
                <a:path w="4615815" h="158114">
                  <a:moveTo>
                    <a:pt x="4589363" y="158034"/>
                  </a:moveTo>
                  <a:lnTo>
                    <a:pt x="26339" y="158034"/>
                  </a:lnTo>
                  <a:lnTo>
                    <a:pt x="16087" y="155965"/>
                  </a:lnTo>
                  <a:lnTo>
                    <a:pt x="7714" y="150320"/>
                  </a:lnTo>
                  <a:lnTo>
                    <a:pt x="2069" y="141948"/>
                  </a:lnTo>
                  <a:lnTo>
                    <a:pt x="0" y="131695"/>
                  </a:lnTo>
                  <a:lnTo>
                    <a:pt x="0" y="26339"/>
                  </a:lnTo>
                  <a:lnTo>
                    <a:pt x="2069" y="16087"/>
                  </a:lnTo>
                  <a:lnTo>
                    <a:pt x="7714" y="7714"/>
                  </a:lnTo>
                  <a:lnTo>
                    <a:pt x="16087" y="2069"/>
                  </a:lnTo>
                  <a:lnTo>
                    <a:pt x="26339" y="0"/>
                  </a:lnTo>
                  <a:lnTo>
                    <a:pt x="4596349" y="0"/>
                  </a:lnTo>
                  <a:lnTo>
                    <a:pt x="4603048" y="2774"/>
                  </a:lnTo>
                  <a:lnTo>
                    <a:pt x="4607988" y="7714"/>
                  </a:lnTo>
                  <a:lnTo>
                    <a:pt x="4612927" y="12654"/>
                  </a:lnTo>
                  <a:lnTo>
                    <a:pt x="4615702" y="19353"/>
                  </a:lnTo>
                  <a:lnTo>
                    <a:pt x="4615702" y="131695"/>
                  </a:lnTo>
                  <a:lnTo>
                    <a:pt x="4613633" y="141948"/>
                  </a:lnTo>
                  <a:lnTo>
                    <a:pt x="4607988" y="150320"/>
                  </a:lnTo>
                  <a:lnTo>
                    <a:pt x="4599615" y="155965"/>
                  </a:lnTo>
                  <a:lnTo>
                    <a:pt x="4589363" y="158034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7379" y="4397449"/>
              <a:ext cx="4615815" cy="158115"/>
            </a:xfrm>
            <a:custGeom>
              <a:avLst/>
              <a:gdLst/>
              <a:ahLst/>
              <a:cxnLst/>
              <a:rect l="l" t="t" r="r" b="b"/>
              <a:pathLst>
                <a:path w="4615815" h="158114">
                  <a:moveTo>
                    <a:pt x="0" y="26339"/>
                  </a:moveTo>
                  <a:lnTo>
                    <a:pt x="2069" y="16087"/>
                  </a:lnTo>
                  <a:lnTo>
                    <a:pt x="7714" y="7714"/>
                  </a:lnTo>
                  <a:lnTo>
                    <a:pt x="16087" y="2069"/>
                  </a:lnTo>
                  <a:lnTo>
                    <a:pt x="26339" y="0"/>
                  </a:lnTo>
                  <a:lnTo>
                    <a:pt x="4589363" y="0"/>
                  </a:lnTo>
                  <a:lnTo>
                    <a:pt x="4596349" y="0"/>
                  </a:lnTo>
                  <a:lnTo>
                    <a:pt x="4603048" y="2774"/>
                  </a:lnTo>
                  <a:lnTo>
                    <a:pt x="4607988" y="7714"/>
                  </a:lnTo>
                  <a:lnTo>
                    <a:pt x="4612927" y="12654"/>
                  </a:lnTo>
                  <a:lnTo>
                    <a:pt x="4615702" y="19353"/>
                  </a:lnTo>
                  <a:lnTo>
                    <a:pt x="4615702" y="26339"/>
                  </a:lnTo>
                  <a:lnTo>
                    <a:pt x="4615702" y="131695"/>
                  </a:lnTo>
                  <a:lnTo>
                    <a:pt x="4613633" y="141948"/>
                  </a:lnTo>
                  <a:lnTo>
                    <a:pt x="4607988" y="150320"/>
                  </a:lnTo>
                  <a:lnTo>
                    <a:pt x="4599615" y="155965"/>
                  </a:lnTo>
                  <a:lnTo>
                    <a:pt x="4589363" y="158034"/>
                  </a:lnTo>
                  <a:lnTo>
                    <a:pt x="26339" y="158034"/>
                  </a:lnTo>
                  <a:lnTo>
                    <a:pt x="16087" y="155965"/>
                  </a:lnTo>
                  <a:lnTo>
                    <a:pt x="7714" y="150320"/>
                  </a:lnTo>
                  <a:lnTo>
                    <a:pt x="2069" y="141948"/>
                  </a:lnTo>
                  <a:lnTo>
                    <a:pt x="0" y="131695"/>
                  </a:lnTo>
                  <a:lnTo>
                    <a:pt x="0" y="263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94449" y="4165150"/>
              <a:ext cx="676910" cy="0"/>
            </a:xfrm>
            <a:custGeom>
              <a:avLst/>
              <a:gdLst/>
              <a:ahLst/>
              <a:cxnLst/>
              <a:rect l="l" t="t" r="r" b="b"/>
              <a:pathLst>
                <a:path w="676909">
                  <a:moveTo>
                    <a:pt x="0" y="0"/>
                  </a:moveTo>
                  <a:lnTo>
                    <a:pt x="6767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2199" y="4083169"/>
              <a:ext cx="211001" cy="1639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538649" y="4165150"/>
              <a:ext cx="676910" cy="0"/>
            </a:xfrm>
            <a:custGeom>
              <a:avLst/>
              <a:gdLst/>
              <a:ahLst/>
              <a:cxnLst/>
              <a:rect l="l" t="t" r="r" b="b"/>
              <a:pathLst>
                <a:path w="676909">
                  <a:moveTo>
                    <a:pt x="0" y="0"/>
                  </a:moveTo>
                  <a:lnTo>
                    <a:pt x="6767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44099" y="3135699"/>
              <a:ext cx="5634355" cy="2059305"/>
            </a:xfrm>
            <a:custGeom>
              <a:avLst/>
              <a:gdLst/>
              <a:ahLst/>
              <a:cxnLst/>
              <a:rect l="l" t="t" r="r" b="b"/>
              <a:pathLst>
                <a:path w="5634355" h="2059304">
                  <a:moveTo>
                    <a:pt x="5633999" y="2058899"/>
                  </a:moveTo>
                  <a:lnTo>
                    <a:pt x="0" y="2058899"/>
                  </a:lnTo>
                  <a:lnTo>
                    <a:pt x="0" y="0"/>
                  </a:lnTo>
                  <a:lnTo>
                    <a:pt x="5633999" y="0"/>
                  </a:lnTo>
                  <a:lnTo>
                    <a:pt x="5633999" y="20588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444099" y="3135699"/>
              <a:ext cx="5634355" cy="2059305"/>
            </a:xfrm>
            <a:custGeom>
              <a:avLst/>
              <a:gdLst/>
              <a:ahLst/>
              <a:cxnLst/>
              <a:rect l="l" t="t" r="r" b="b"/>
              <a:pathLst>
                <a:path w="5634355" h="2059304">
                  <a:moveTo>
                    <a:pt x="0" y="0"/>
                  </a:moveTo>
                  <a:lnTo>
                    <a:pt x="5633999" y="0"/>
                  </a:lnTo>
                  <a:lnTo>
                    <a:pt x="5633999" y="2058899"/>
                  </a:lnTo>
                  <a:lnTo>
                    <a:pt x="0" y="2058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791012" y="3441500"/>
              <a:ext cx="4996815" cy="158115"/>
            </a:xfrm>
            <a:custGeom>
              <a:avLst/>
              <a:gdLst/>
              <a:ahLst/>
              <a:cxnLst/>
              <a:rect l="l" t="t" r="r" b="b"/>
              <a:pathLst>
                <a:path w="4996815" h="158114">
                  <a:moveTo>
                    <a:pt x="4969848" y="158099"/>
                  </a:move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976837" y="0"/>
                  </a:lnTo>
                  <a:lnTo>
                    <a:pt x="4983539" y="2776"/>
                  </a:lnTo>
                  <a:lnTo>
                    <a:pt x="4993423" y="12659"/>
                  </a:lnTo>
                  <a:lnTo>
                    <a:pt x="4996199" y="19362"/>
                  </a:lnTo>
                  <a:lnTo>
                    <a:pt x="4996199" y="131749"/>
                  </a:lnTo>
                  <a:lnTo>
                    <a:pt x="4994129" y="142006"/>
                  </a:lnTo>
                  <a:lnTo>
                    <a:pt x="4988481" y="150382"/>
                  </a:lnTo>
                  <a:lnTo>
                    <a:pt x="4980105" y="156029"/>
                  </a:lnTo>
                  <a:lnTo>
                    <a:pt x="4969848" y="158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791012" y="3441500"/>
              <a:ext cx="4996815" cy="158115"/>
            </a:xfrm>
            <a:custGeom>
              <a:avLst/>
              <a:gdLst/>
              <a:ahLst/>
              <a:cxnLst/>
              <a:rect l="l" t="t" r="r" b="b"/>
              <a:pathLst>
                <a:path w="4996815" h="158114">
                  <a:moveTo>
                    <a:pt x="0" y="26350"/>
                  </a:move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969848" y="0"/>
                  </a:lnTo>
                  <a:lnTo>
                    <a:pt x="4976837" y="0"/>
                  </a:lnTo>
                  <a:lnTo>
                    <a:pt x="4983539" y="2776"/>
                  </a:lnTo>
                  <a:lnTo>
                    <a:pt x="4988481" y="7717"/>
                  </a:lnTo>
                  <a:lnTo>
                    <a:pt x="4993423" y="12659"/>
                  </a:lnTo>
                  <a:lnTo>
                    <a:pt x="4996199" y="19362"/>
                  </a:lnTo>
                  <a:lnTo>
                    <a:pt x="4996199" y="26350"/>
                  </a:lnTo>
                  <a:lnTo>
                    <a:pt x="4996199" y="131749"/>
                  </a:lnTo>
                  <a:lnTo>
                    <a:pt x="4994129" y="142006"/>
                  </a:lnTo>
                  <a:lnTo>
                    <a:pt x="4988481" y="150382"/>
                  </a:lnTo>
                  <a:lnTo>
                    <a:pt x="4980105" y="156029"/>
                  </a:lnTo>
                  <a:lnTo>
                    <a:pt x="4969848" y="158099"/>
                  </a:ln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791012" y="3772702"/>
              <a:ext cx="4979670" cy="158115"/>
            </a:xfrm>
            <a:custGeom>
              <a:avLst/>
              <a:gdLst/>
              <a:ahLst/>
              <a:cxnLst/>
              <a:rect l="l" t="t" r="r" b="b"/>
              <a:pathLst>
                <a:path w="4979669" h="158114">
                  <a:moveTo>
                    <a:pt x="4953048" y="158099"/>
                  </a:move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lnTo>
                    <a:pt x="2070" y="16094"/>
                  </a:lnTo>
                  <a:lnTo>
                    <a:pt x="7717" y="7718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960037" y="0"/>
                  </a:lnTo>
                  <a:lnTo>
                    <a:pt x="4966739" y="2776"/>
                  </a:lnTo>
                  <a:lnTo>
                    <a:pt x="4976623" y="12659"/>
                  </a:lnTo>
                  <a:lnTo>
                    <a:pt x="4979399" y="19362"/>
                  </a:lnTo>
                  <a:lnTo>
                    <a:pt x="4979399" y="131749"/>
                  </a:lnTo>
                  <a:lnTo>
                    <a:pt x="4977329" y="142006"/>
                  </a:lnTo>
                  <a:lnTo>
                    <a:pt x="4971681" y="150382"/>
                  </a:lnTo>
                  <a:lnTo>
                    <a:pt x="4963305" y="156029"/>
                  </a:lnTo>
                  <a:lnTo>
                    <a:pt x="4953048" y="158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91012" y="3772702"/>
              <a:ext cx="4979670" cy="158115"/>
            </a:xfrm>
            <a:custGeom>
              <a:avLst/>
              <a:gdLst/>
              <a:ahLst/>
              <a:cxnLst/>
              <a:rect l="l" t="t" r="r" b="b"/>
              <a:pathLst>
                <a:path w="4979669" h="158114">
                  <a:moveTo>
                    <a:pt x="0" y="26350"/>
                  </a:moveTo>
                  <a:lnTo>
                    <a:pt x="2070" y="16094"/>
                  </a:lnTo>
                  <a:lnTo>
                    <a:pt x="7717" y="7718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953048" y="0"/>
                  </a:lnTo>
                  <a:lnTo>
                    <a:pt x="4960037" y="0"/>
                  </a:lnTo>
                  <a:lnTo>
                    <a:pt x="4966739" y="2776"/>
                  </a:lnTo>
                  <a:lnTo>
                    <a:pt x="4971681" y="7717"/>
                  </a:lnTo>
                  <a:lnTo>
                    <a:pt x="4976623" y="12659"/>
                  </a:lnTo>
                  <a:lnTo>
                    <a:pt x="4979399" y="19362"/>
                  </a:lnTo>
                  <a:lnTo>
                    <a:pt x="4979399" y="26350"/>
                  </a:lnTo>
                  <a:lnTo>
                    <a:pt x="4979399" y="131749"/>
                  </a:lnTo>
                  <a:lnTo>
                    <a:pt x="4977329" y="142006"/>
                  </a:lnTo>
                  <a:lnTo>
                    <a:pt x="4971681" y="150382"/>
                  </a:lnTo>
                  <a:lnTo>
                    <a:pt x="4963305" y="156029"/>
                  </a:lnTo>
                  <a:lnTo>
                    <a:pt x="4953048" y="158099"/>
                  </a:ln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791012" y="4103905"/>
              <a:ext cx="4615815" cy="158115"/>
            </a:xfrm>
            <a:custGeom>
              <a:avLst/>
              <a:gdLst/>
              <a:ahLst/>
              <a:cxnLst/>
              <a:rect l="l" t="t" r="r" b="b"/>
              <a:pathLst>
                <a:path w="4615815" h="158114">
                  <a:moveTo>
                    <a:pt x="4589448" y="158099"/>
                  </a:move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596437" y="0"/>
                  </a:lnTo>
                  <a:lnTo>
                    <a:pt x="4603139" y="2776"/>
                  </a:lnTo>
                  <a:lnTo>
                    <a:pt x="4608081" y="7717"/>
                  </a:lnTo>
                  <a:lnTo>
                    <a:pt x="4613023" y="12659"/>
                  </a:lnTo>
                  <a:lnTo>
                    <a:pt x="4615799" y="19361"/>
                  </a:lnTo>
                  <a:lnTo>
                    <a:pt x="4615799" y="131749"/>
                  </a:lnTo>
                  <a:lnTo>
                    <a:pt x="4613729" y="142006"/>
                  </a:lnTo>
                  <a:lnTo>
                    <a:pt x="4608081" y="150382"/>
                  </a:lnTo>
                  <a:lnTo>
                    <a:pt x="4599705" y="156029"/>
                  </a:lnTo>
                  <a:lnTo>
                    <a:pt x="4589448" y="158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791012" y="4103905"/>
              <a:ext cx="4615815" cy="158115"/>
            </a:xfrm>
            <a:custGeom>
              <a:avLst/>
              <a:gdLst/>
              <a:ahLst/>
              <a:cxnLst/>
              <a:rect l="l" t="t" r="r" b="b"/>
              <a:pathLst>
                <a:path w="4615815" h="158114">
                  <a:moveTo>
                    <a:pt x="0" y="26350"/>
                  </a:move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589448" y="0"/>
                  </a:lnTo>
                  <a:lnTo>
                    <a:pt x="4596437" y="0"/>
                  </a:lnTo>
                  <a:lnTo>
                    <a:pt x="4603139" y="2776"/>
                  </a:lnTo>
                  <a:lnTo>
                    <a:pt x="4608081" y="7717"/>
                  </a:lnTo>
                  <a:lnTo>
                    <a:pt x="4613023" y="12659"/>
                  </a:lnTo>
                  <a:lnTo>
                    <a:pt x="4615799" y="19361"/>
                  </a:lnTo>
                  <a:lnTo>
                    <a:pt x="4615799" y="26350"/>
                  </a:lnTo>
                  <a:lnTo>
                    <a:pt x="4615799" y="131749"/>
                  </a:lnTo>
                  <a:lnTo>
                    <a:pt x="4613729" y="142006"/>
                  </a:lnTo>
                  <a:lnTo>
                    <a:pt x="4608081" y="150382"/>
                  </a:lnTo>
                  <a:lnTo>
                    <a:pt x="4599705" y="156029"/>
                  </a:lnTo>
                  <a:lnTo>
                    <a:pt x="4589448" y="158099"/>
                  </a:ln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791012" y="4766374"/>
              <a:ext cx="3192145" cy="158115"/>
            </a:xfrm>
            <a:custGeom>
              <a:avLst/>
              <a:gdLst/>
              <a:ahLst/>
              <a:cxnLst/>
              <a:rect l="l" t="t" r="r" b="b"/>
              <a:pathLst>
                <a:path w="3192144" h="158114">
                  <a:moveTo>
                    <a:pt x="3165648" y="158099"/>
                  </a:move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3172637" y="0"/>
                  </a:lnTo>
                  <a:lnTo>
                    <a:pt x="3179339" y="2776"/>
                  </a:lnTo>
                  <a:lnTo>
                    <a:pt x="3189223" y="12659"/>
                  </a:lnTo>
                  <a:lnTo>
                    <a:pt x="3191999" y="19361"/>
                  </a:lnTo>
                  <a:lnTo>
                    <a:pt x="3191999" y="131749"/>
                  </a:lnTo>
                  <a:lnTo>
                    <a:pt x="3189929" y="142006"/>
                  </a:lnTo>
                  <a:lnTo>
                    <a:pt x="3184281" y="150382"/>
                  </a:lnTo>
                  <a:lnTo>
                    <a:pt x="3175905" y="156029"/>
                  </a:lnTo>
                  <a:lnTo>
                    <a:pt x="3165648" y="158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791012" y="4766374"/>
              <a:ext cx="3192145" cy="158115"/>
            </a:xfrm>
            <a:custGeom>
              <a:avLst/>
              <a:gdLst/>
              <a:ahLst/>
              <a:cxnLst/>
              <a:rect l="l" t="t" r="r" b="b"/>
              <a:pathLst>
                <a:path w="3192144" h="158114">
                  <a:moveTo>
                    <a:pt x="0" y="26350"/>
                  </a:move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3165648" y="0"/>
                  </a:lnTo>
                  <a:lnTo>
                    <a:pt x="3172637" y="0"/>
                  </a:lnTo>
                  <a:lnTo>
                    <a:pt x="3179339" y="2776"/>
                  </a:lnTo>
                  <a:lnTo>
                    <a:pt x="3184281" y="7717"/>
                  </a:lnTo>
                  <a:lnTo>
                    <a:pt x="3189223" y="12659"/>
                  </a:lnTo>
                  <a:lnTo>
                    <a:pt x="3191999" y="19361"/>
                  </a:lnTo>
                  <a:lnTo>
                    <a:pt x="3191999" y="26350"/>
                  </a:lnTo>
                  <a:lnTo>
                    <a:pt x="3191999" y="131749"/>
                  </a:lnTo>
                  <a:lnTo>
                    <a:pt x="3189929" y="142006"/>
                  </a:lnTo>
                  <a:lnTo>
                    <a:pt x="3184281" y="150382"/>
                  </a:lnTo>
                  <a:lnTo>
                    <a:pt x="3175905" y="156029"/>
                  </a:lnTo>
                  <a:lnTo>
                    <a:pt x="3165648" y="158099"/>
                  </a:ln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2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791012" y="4435108"/>
              <a:ext cx="4996815" cy="158115"/>
            </a:xfrm>
            <a:custGeom>
              <a:avLst/>
              <a:gdLst/>
              <a:ahLst/>
              <a:cxnLst/>
              <a:rect l="l" t="t" r="r" b="b"/>
              <a:pathLst>
                <a:path w="4996815" h="158114">
                  <a:moveTo>
                    <a:pt x="4969848" y="158099"/>
                  </a:move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1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976837" y="0"/>
                  </a:lnTo>
                  <a:lnTo>
                    <a:pt x="4983539" y="2776"/>
                  </a:lnTo>
                  <a:lnTo>
                    <a:pt x="4993423" y="12659"/>
                  </a:lnTo>
                  <a:lnTo>
                    <a:pt x="4996199" y="19361"/>
                  </a:lnTo>
                  <a:lnTo>
                    <a:pt x="4996199" y="131749"/>
                  </a:lnTo>
                  <a:lnTo>
                    <a:pt x="4994129" y="142006"/>
                  </a:lnTo>
                  <a:lnTo>
                    <a:pt x="4988481" y="150381"/>
                  </a:lnTo>
                  <a:lnTo>
                    <a:pt x="4980105" y="156029"/>
                  </a:lnTo>
                  <a:lnTo>
                    <a:pt x="4969848" y="1580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791012" y="4435108"/>
              <a:ext cx="4996815" cy="158115"/>
            </a:xfrm>
            <a:custGeom>
              <a:avLst/>
              <a:gdLst/>
              <a:ahLst/>
              <a:cxnLst/>
              <a:rect l="l" t="t" r="r" b="b"/>
              <a:pathLst>
                <a:path w="4996815" h="158114">
                  <a:moveTo>
                    <a:pt x="0" y="26350"/>
                  </a:moveTo>
                  <a:lnTo>
                    <a:pt x="2070" y="16093"/>
                  </a:lnTo>
                  <a:lnTo>
                    <a:pt x="7717" y="7717"/>
                  </a:lnTo>
                  <a:lnTo>
                    <a:pt x="16093" y="2070"/>
                  </a:lnTo>
                  <a:lnTo>
                    <a:pt x="26349" y="0"/>
                  </a:lnTo>
                  <a:lnTo>
                    <a:pt x="4969848" y="0"/>
                  </a:lnTo>
                  <a:lnTo>
                    <a:pt x="4976837" y="0"/>
                  </a:lnTo>
                  <a:lnTo>
                    <a:pt x="4983539" y="2776"/>
                  </a:lnTo>
                  <a:lnTo>
                    <a:pt x="4988481" y="7717"/>
                  </a:lnTo>
                  <a:lnTo>
                    <a:pt x="4993423" y="12659"/>
                  </a:lnTo>
                  <a:lnTo>
                    <a:pt x="4996199" y="19361"/>
                  </a:lnTo>
                  <a:lnTo>
                    <a:pt x="4996199" y="26350"/>
                  </a:lnTo>
                  <a:lnTo>
                    <a:pt x="4996199" y="131749"/>
                  </a:lnTo>
                  <a:lnTo>
                    <a:pt x="4994129" y="142006"/>
                  </a:lnTo>
                  <a:lnTo>
                    <a:pt x="4988481" y="150381"/>
                  </a:lnTo>
                  <a:lnTo>
                    <a:pt x="4980105" y="156029"/>
                  </a:lnTo>
                  <a:lnTo>
                    <a:pt x="4969848" y="158099"/>
                  </a:lnTo>
                  <a:lnTo>
                    <a:pt x="26349" y="158099"/>
                  </a:lnTo>
                  <a:lnTo>
                    <a:pt x="16093" y="156029"/>
                  </a:lnTo>
                  <a:lnTo>
                    <a:pt x="7717" y="150381"/>
                  </a:lnTo>
                  <a:lnTo>
                    <a:pt x="2070" y="142006"/>
                  </a:lnTo>
                  <a:lnTo>
                    <a:pt x="0" y="131749"/>
                  </a:lnTo>
                  <a:lnTo>
                    <a:pt x="0" y="2635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96400" y="4083169"/>
              <a:ext cx="211001" cy="1639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2916" y="4545584"/>
            <a:ext cx="698245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140" dirty="0"/>
              <a:t>Use</a:t>
            </a:r>
            <a:r>
              <a:rPr sz="7200" spc="-865" dirty="0"/>
              <a:t> </a:t>
            </a:r>
            <a:r>
              <a:rPr sz="7200" spc="-60" dirty="0"/>
              <a:t>cases</a:t>
            </a:r>
            <a:r>
              <a:rPr sz="7200" spc="-865" dirty="0"/>
              <a:t> </a:t>
            </a:r>
            <a:r>
              <a:rPr sz="7200" spc="210" dirty="0"/>
              <a:t>&amp;</a:t>
            </a:r>
            <a:r>
              <a:rPr sz="7200" spc="-865" dirty="0"/>
              <a:t> </a:t>
            </a:r>
            <a:r>
              <a:rPr sz="7200" spc="30" dirty="0"/>
              <a:t>tasks</a:t>
            </a:r>
            <a:endParaRPr sz="7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68351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40" dirty="0"/>
              <a:t>LLM</a:t>
            </a:r>
            <a:r>
              <a:rPr spc="-670" dirty="0"/>
              <a:t> </a:t>
            </a:r>
            <a:r>
              <a:rPr spc="-35" dirty="0"/>
              <a:t>use</a:t>
            </a:r>
            <a:r>
              <a:rPr spc="-670" dirty="0"/>
              <a:t> </a:t>
            </a:r>
            <a:r>
              <a:rPr spc="-45" dirty="0"/>
              <a:t>cases</a:t>
            </a:r>
            <a:r>
              <a:rPr spc="-670" dirty="0"/>
              <a:t> </a:t>
            </a:r>
            <a:r>
              <a:rPr spc="160" dirty="0"/>
              <a:t>&amp;</a:t>
            </a:r>
            <a:r>
              <a:rPr spc="-670" dirty="0"/>
              <a:t> </a:t>
            </a:r>
            <a:r>
              <a:rPr spc="20"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68750" y="1661783"/>
            <a:ext cx="1593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0"/>
              </a:spcBef>
            </a:pPr>
            <a:r>
              <a:rPr sz="2400" spc="-70" dirty="0">
                <a:latin typeface="Tahoma"/>
                <a:cs typeface="Tahoma"/>
              </a:rPr>
              <a:t>I</a:t>
            </a:r>
            <a:r>
              <a:rPr sz="2400" spc="-140" dirty="0">
                <a:latin typeface="Tahoma"/>
                <a:cs typeface="Tahoma"/>
              </a:rPr>
              <a:t>n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spc="45" dirty="0">
                <a:latin typeface="Tahoma"/>
                <a:cs typeface="Tahoma"/>
              </a:rPr>
              <a:t>o</a:t>
            </a:r>
            <a:r>
              <a:rPr sz="2400" spc="-35" dirty="0">
                <a:latin typeface="Tahoma"/>
                <a:cs typeface="Tahoma"/>
              </a:rPr>
              <a:t>k</a:t>
            </a:r>
            <a:r>
              <a:rPr sz="2400" spc="-10" dirty="0">
                <a:latin typeface="Tahoma"/>
                <a:cs typeface="Tahoma"/>
              </a:rPr>
              <a:t>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30" dirty="0">
                <a:latin typeface="Tahoma"/>
                <a:cs typeface="Tahoma"/>
              </a:rPr>
              <a:t>APIs  </a:t>
            </a:r>
            <a:r>
              <a:rPr sz="2400" spc="-15" dirty="0">
                <a:latin typeface="Tahoma"/>
                <a:cs typeface="Tahoma"/>
              </a:rPr>
              <a:t>and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actions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029262" y="2605364"/>
            <a:ext cx="2844800" cy="3580129"/>
            <a:chOff x="15029262" y="2605364"/>
            <a:chExt cx="2844800" cy="3580129"/>
          </a:xfrm>
        </p:grpSpPr>
        <p:sp>
          <p:nvSpPr>
            <p:cNvPr id="5" name="object 5"/>
            <p:cNvSpPr/>
            <p:nvPr/>
          </p:nvSpPr>
          <p:spPr>
            <a:xfrm>
              <a:off x="15034024" y="2610127"/>
              <a:ext cx="2835275" cy="1256665"/>
            </a:xfrm>
            <a:custGeom>
              <a:avLst/>
              <a:gdLst/>
              <a:ahLst/>
              <a:cxnLst/>
              <a:rect l="l" t="t" r="r" b="b"/>
              <a:pathLst>
                <a:path w="2835275" h="1256664">
                  <a:moveTo>
                    <a:pt x="2834699" y="1256245"/>
                  </a:moveTo>
                  <a:lnTo>
                    <a:pt x="0" y="1256245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25624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34024" y="2610127"/>
              <a:ext cx="2835275" cy="1256665"/>
            </a:xfrm>
            <a:custGeom>
              <a:avLst/>
              <a:gdLst/>
              <a:ahLst/>
              <a:cxnLst/>
              <a:rect l="l" t="t" r="r" b="b"/>
              <a:pathLst>
                <a:path w="2835275" h="1256664">
                  <a:moveTo>
                    <a:pt x="0" y="0"/>
                  </a:moveTo>
                  <a:lnTo>
                    <a:pt x="2834699" y="0"/>
                  </a:lnTo>
                  <a:lnTo>
                    <a:pt x="2834699" y="1256245"/>
                  </a:lnTo>
                  <a:lnTo>
                    <a:pt x="0" y="125624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08624" y="27895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6" y="91445"/>
                  </a:moveTo>
                  <a:lnTo>
                    <a:pt x="6823" y="91445"/>
                  </a:lnTo>
                  <a:lnTo>
                    <a:pt x="0" y="84621"/>
                  </a:lnTo>
                  <a:lnTo>
                    <a:pt x="0" y="15241"/>
                  </a:lnTo>
                  <a:lnTo>
                    <a:pt x="0" y="6823"/>
                  </a:lnTo>
                  <a:lnTo>
                    <a:pt x="6823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09535" y="4464"/>
                  </a:lnTo>
                  <a:lnTo>
                    <a:pt x="2512393" y="7322"/>
                  </a:lnTo>
                  <a:lnTo>
                    <a:pt x="2513999" y="11199"/>
                  </a:lnTo>
                  <a:lnTo>
                    <a:pt x="2513999" y="84621"/>
                  </a:lnTo>
                  <a:lnTo>
                    <a:pt x="2507176" y="91445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08624" y="278959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41"/>
                  </a:moveTo>
                  <a:lnTo>
                    <a:pt x="0" y="6823"/>
                  </a:lnTo>
                  <a:lnTo>
                    <a:pt x="6823" y="0"/>
                  </a:lnTo>
                  <a:lnTo>
                    <a:pt x="15239" y="0"/>
                  </a:lnTo>
                  <a:lnTo>
                    <a:pt x="2498759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09535" y="4464"/>
                  </a:lnTo>
                  <a:lnTo>
                    <a:pt x="2512393" y="7322"/>
                  </a:lnTo>
                  <a:lnTo>
                    <a:pt x="2513999" y="11199"/>
                  </a:lnTo>
                  <a:lnTo>
                    <a:pt x="2513999" y="15241"/>
                  </a:lnTo>
                  <a:lnTo>
                    <a:pt x="2513999" y="76204"/>
                  </a:lnTo>
                  <a:lnTo>
                    <a:pt x="2513999" y="84621"/>
                  </a:lnTo>
                  <a:lnTo>
                    <a:pt x="2507176" y="91445"/>
                  </a:lnTo>
                  <a:lnTo>
                    <a:pt x="2498759" y="91445"/>
                  </a:lnTo>
                  <a:lnTo>
                    <a:pt x="15239" y="91445"/>
                  </a:lnTo>
                  <a:lnTo>
                    <a:pt x="6823" y="91445"/>
                  </a:lnTo>
                  <a:lnTo>
                    <a:pt x="0" y="84621"/>
                  </a:lnTo>
                  <a:lnTo>
                    <a:pt x="0" y="76204"/>
                  </a:lnTo>
                  <a:lnTo>
                    <a:pt x="0" y="1524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08624" y="297997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6" y="91445"/>
                  </a:moveTo>
                  <a:lnTo>
                    <a:pt x="6823" y="91445"/>
                  </a:lnTo>
                  <a:lnTo>
                    <a:pt x="0" y="84621"/>
                  </a:lnTo>
                  <a:lnTo>
                    <a:pt x="0" y="15241"/>
                  </a:lnTo>
                  <a:lnTo>
                    <a:pt x="0" y="6823"/>
                  </a:lnTo>
                  <a:lnTo>
                    <a:pt x="6823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12393" y="7322"/>
                  </a:lnTo>
                  <a:lnTo>
                    <a:pt x="2513999" y="11199"/>
                  </a:lnTo>
                  <a:lnTo>
                    <a:pt x="2513999" y="84621"/>
                  </a:lnTo>
                  <a:lnTo>
                    <a:pt x="2507176" y="91445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08624" y="297997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41"/>
                  </a:moveTo>
                  <a:lnTo>
                    <a:pt x="0" y="6823"/>
                  </a:lnTo>
                  <a:lnTo>
                    <a:pt x="6823" y="0"/>
                  </a:lnTo>
                  <a:lnTo>
                    <a:pt x="15239" y="0"/>
                  </a:lnTo>
                  <a:lnTo>
                    <a:pt x="2498759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09535" y="4464"/>
                  </a:lnTo>
                  <a:lnTo>
                    <a:pt x="2512393" y="7322"/>
                  </a:lnTo>
                  <a:lnTo>
                    <a:pt x="2513999" y="11199"/>
                  </a:lnTo>
                  <a:lnTo>
                    <a:pt x="2513999" y="15241"/>
                  </a:lnTo>
                  <a:lnTo>
                    <a:pt x="2513999" y="76203"/>
                  </a:lnTo>
                  <a:lnTo>
                    <a:pt x="2513999" y="84621"/>
                  </a:lnTo>
                  <a:lnTo>
                    <a:pt x="2507176" y="91445"/>
                  </a:lnTo>
                  <a:lnTo>
                    <a:pt x="2498759" y="91445"/>
                  </a:lnTo>
                  <a:lnTo>
                    <a:pt x="15239" y="91445"/>
                  </a:lnTo>
                  <a:lnTo>
                    <a:pt x="6823" y="91445"/>
                  </a:lnTo>
                  <a:lnTo>
                    <a:pt x="0" y="84621"/>
                  </a:lnTo>
                  <a:lnTo>
                    <a:pt x="0" y="76203"/>
                  </a:lnTo>
                  <a:lnTo>
                    <a:pt x="0" y="1524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08624" y="317036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6" y="91445"/>
                  </a:moveTo>
                  <a:lnTo>
                    <a:pt x="6823" y="91445"/>
                  </a:lnTo>
                  <a:lnTo>
                    <a:pt x="0" y="84621"/>
                  </a:lnTo>
                  <a:lnTo>
                    <a:pt x="0" y="15241"/>
                  </a:lnTo>
                  <a:lnTo>
                    <a:pt x="0" y="6823"/>
                  </a:lnTo>
                  <a:lnTo>
                    <a:pt x="6823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12393" y="7322"/>
                  </a:lnTo>
                  <a:lnTo>
                    <a:pt x="2513999" y="11198"/>
                  </a:lnTo>
                  <a:lnTo>
                    <a:pt x="2513999" y="84621"/>
                  </a:lnTo>
                  <a:lnTo>
                    <a:pt x="2507176" y="91445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08624" y="317036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41"/>
                  </a:moveTo>
                  <a:lnTo>
                    <a:pt x="0" y="6823"/>
                  </a:lnTo>
                  <a:lnTo>
                    <a:pt x="6823" y="0"/>
                  </a:lnTo>
                  <a:lnTo>
                    <a:pt x="15239" y="0"/>
                  </a:lnTo>
                  <a:lnTo>
                    <a:pt x="2498759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09535" y="4464"/>
                  </a:lnTo>
                  <a:lnTo>
                    <a:pt x="2512393" y="7322"/>
                  </a:lnTo>
                  <a:lnTo>
                    <a:pt x="2513999" y="11198"/>
                  </a:lnTo>
                  <a:lnTo>
                    <a:pt x="2513999" y="15241"/>
                  </a:lnTo>
                  <a:lnTo>
                    <a:pt x="2513999" y="76203"/>
                  </a:lnTo>
                  <a:lnTo>
                    <a:pt x="2513999" y="84621"/>
                  </a:lnTo>
                  <a:lnTo>
                    <a:pt x="2507176" y="91445"/>
                  </a:lnTo>
                  <a:lnTo>
                    <a:pt x="2498759" y="91445"/>
                  </a:lnTo>
                  <a:lnTo>
                    <a:pt x="15239" y="91445"/>
                  </a:lnTo>
                  <a:lnTo>
                    <a:pt x="6823" y="91445"/>
                  </a:lnTo>
                  <a:lnTo>
                    <a:pt x="0" y="84621"/>
                  </a:lnTo>
                  <a:lnTo>
                    <a:pt x="0" y="76203"/>
                  </a:lnTo>
                  <a:lnTo>
                    <a:pt x="0" y="1524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08624" y="336075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6" y="91444"/>
                  </a:moveTo>
                  <a:lnTo>
                    <a:pt x="6823" y="91444"/>
                  </a:lnTo>
                  <a:lnTo>
                    <a:pt x="0" y="84621"/>
                  </a:lnTo>
                  <a:lnTo>
                    <a:pt x="0" y="15240"/>
                  </a:lnTo>
                  <a:lnTo>
                    <a:pt x="0" y="6823"/>
                  </a:lnTo>
                  <a:lnTo>
                    <a:pt x="6823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09535" y="4463"/>
                  </a:lnTo>
                  <a:lnTo>
                    <a:pt x="2512393" y="7322"/>
                  </a:lnTo>
                  <a:lnTo>
                    <a:pt x="2513999" y="11198"/>
                  </a:lnTo>
                  <a:lnTo>
                    <a:pt x="2513999" y="84621"/>
                  </a:lnTo>
                  <a:lnTo>
                    <a:pt x="2507176" y="91444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208624" y="3360751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40"/>
                  </a:moveTo>
                  <a:lnTo>
                    <a:pt x="0" y="6823"/>
                  </a:lnTo>
                  <a:lnTo>
                    <a:pt x="6823" y="0"/>
                  </a:lnTo>
                  <a:lnTo>
                    <a:pt x="15239" y="0"/>
                  </a:lnTo>
                  <a:lnTo>
                    <a:pt x="2498759" y="0"/>
                  </a:lnTo>
                  <a:lnTo>
                    <a:pt x="2502801" y="0"/>
                  </a:lnTo>
                  <a:lnTo>
                    <a:pt x="2506677" y="1605"/>
                  </a:lnTo>
                  <a:lnTo>
                    <a:pt x="2509535" y="4463"/>
                  </a:lnTo>
                  <a:lnTo>
                    <a:pt x="2512393" y="7322"/>
                  </a:lnTo>
                  <a:lnTo>
                    <a:pt x="2513999" y="11198"/>
                  </a:lnTo>
                  <a:lnTo>
                    <a:pt x="2513999" y="15240"/>
                  </a:lnTo>
                  <a:lnTo>
                    <a:pt x="2513999" y="76203"/>
                  </a:lnTo>
                  <a:lnTo>
                    <a:pt x="2513999" y="84621"/>
                  </a:lnTo>
                  <a:lnTo>
                    <a:pt x="2507176" y="91444"/>
                  </a:lnTo>
                  <a:lnTo>
                    <a:pt x="2498759" y="91444"/>
                  </a:lnTo>
                  <a:lnTo>
                    <a:pt x="15239" y="91444"/>
                  </a:lnTo>
                  <a:lnTo>
                    <a:pt x="6823" y="91444"/>
                  </a:lnTo>
                  <a:lnTo>
                    <a:pt x="0" y="84621"/>
                  </a:lnTo>
                  <a:lnTo>
                    <a:pt x="0" y="76203"/>
                  </a:lnTo>
                  <a:lnTo>
                    <a:pt x="0" y="1524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08624" y="3551136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5" h="91439">
                  <a:moveTo>
                    <a:pt x="1700476" y="91445"/>
                  </a:moveTo>
                  <a:lnTo>
                    <a:pt x="6823" y="91445"/>
                  </a:lnTo>
                  <a:lnTo>
                    <a:pt x="0" y="84621"/>
                  </a:lnTo>
                  <a:lnTo>
                    <a:pt x="0" y="15241"/>
                  </a:lnTo>
                  <a:lnTo>
                    <a:pt x="0" y="6823"/>
                  </a:lnTo>
                  <a:lnTo>
                    <a:pt x="6823" y="0"/>
                  </a:lnTo>
                  <a:lnTo>
                    <a:pt x="1696101" y="0"/>
                  </a:lnTo>
                  <a:lnTo>
                    <a:pt x="1699977" y="1605"/>
                  </a:lnTo>
                  <a:lnTo>
                    <a:pt x="1702835" y="4464"/>
                  </a:lnTo>
                  <a:lnTo>
                    <a:pt x="1705693" y="7322"/>
                  </a:lnTo>
                  <a:lnTo>
                    <a:pt x="1707299" y="11199"/>
                  </a:lnTo>
                  <a:lnTo>
                    <a:pt x="1707299" y="84621"/>
                  </a:lnTo>
                  <a:lnTo>
                    <a:pt x="1700476" y="91445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208624" y="3551136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5" h="91439">
                  <a:moveTo>
                    <a:pt x="0" y="15241"/>
                  </a:moveTo>
                  <a:lnTo>
                    <a:pt x="0" y="6823"/>
                  </a:lnTo>
                  <a:lnTo>
                    <a:pt x="6823" y="0"/>
                  </a:lnTo>
                  <a:lnTo>
                    <a:pt x="15239" y="0"/>
                  </a:lnTo>
                  <a:lnTo>
                    <a:pt x="1692059" y="0"/>
                  </a:lnTo>
                  <a:lnTo>
                    <a:pt x="1696101" y="0"/>
                  </a:lnTo>
                  <a:lnTo>
                    <a:pt x="1699977" y="1605"/>
                  </a:lnTo>
                  <a:lnTo>
                    <a:pt x="1702835" y="4464"/>
                  </a:lnTo>
                  <a:lnTo>
                    <a:pt x="1705693" y="7322"/>
                  </a:lnTo>
                  <a:lnTo>
                    <a:pt x="1707299" y="11199"/>
                  </a:lnTo>
                  <a:lnTo>
                    <a:pt x="1707299" y="15241"/>
                  </a:lnTo>
                  <a:lnTo>
                    <a:pt x="1707299" y="76203"/>
                  </a:lnTo>
                  <a:lnTo>
                    <a:pt x="1707299" y="84621"/>
                  </a:lnTo>
                  <a:lnTo>
                    <a:pt x="1700476" y="91445"/>
                  </a:lnTo>
                  <a:lnTo>
                    <a:pt x="1692059" y="91445"/>
                  </a:lnTo>
                  <a:lnTo>
                    <a:pt x="15239" y="91445"/>
                  </a:lnTo>
                  <a:lnTo>
                    <a:pt x="6823" y="91445"/>
                  </a:lnTo>
                  <a:lnTo>
                    <a:pt x="0" y="84621"/>
                  </a:lnTo>
                  <a:lnTo>
                    <a:pt x="0" y="76203"/>
                  </a:lnTo>
                  <a:lnTo>
                    <a:pt x="0" y="1524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034049" y="5039954"/>
              <a:ext cx="2835275" cy="1145540"/>
            </a:xfrm>
            <a:custGeom>
              <a:avLst/>
              <a:gdLst/>
              <a:ahLst/>
              <a:cxnLst/>
              <a:rect l="l" t="t" r="r" b="b"/>
              <a:pathLst>
                <a:path w="2835275" h="1145539">
                  <a:moveTo>
                    <a:pt x="2834999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034049" y="5039955"/>
            <a:ext cx="2835275" cy="114554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689610">
              <a:lnSpc>
                <a:spcPct val="100000"/>
              </a:lnSpc>
            </a:pPr>
            <a:r>
              <a:rPr sz="2400" spc="65" dirty="0">
                <a:latin typeface="Tahoma"/>
                <a:cs typeface="Tahoma"/>
              </a:rPr>
              <a:t>Action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5" dirty="0">
                <a:latin typeface="Tahoma"/>
                <a:cs typeface="Tahoma"/>
              </a:rPr>
              <a:t>call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080913" y="3714064"/>
            <a:ext cx="741045" cy="1402715"/>
            <a:chOff x="16080913" y="3714064"/>
            <a:chExt cx="741045" cy="1402715"/>
          </a:xfrm>
        </p:grpSpPr>
        <p:sp>
          <p:nvSpPr>
            <p:cNvPr id="20" name="object 20"/>
            <p:cNvSpPr/>
            <p:nvPr/>
          </p:nvSpPr>
          <p:spPr>
            <a:xfrm>
              <a:off x="16085675" y="4011485"/>
              <a:ext cx="731520" cy="730885"/>
            </a:xfrm>
            <a:custGeom>
              <a:avLst/>
              <a:gdLst/>
              <a:ahLst/>
              <a:cxnLst/>
              <a:rect l="l" t="t" r="r" b="b"/>
              <a:pathLst>
                <a:path w="731519" h="730885">
                  <a:moveTo>
                    <a:pt x="365699" y="730799"/>
                  </a:moveTo>
                  <a:lnTo>
                    <a:pt x="319827" y="727953"/>
                  </a:lnTo>
                  <a:lnTo>
                    <a:pt x="275655" y="719640"/>
                  </a:lnTo>
                  <a:lnTo>
                    <a:pt x="233526" y="706204"/>
                  </a:lnTo>
                  <a:lnTo>
                    <a:pt x="193782" y="687987"/>
                  </a:lnTo>
                  <a:lnTo>
                    <a:pt x="156767" y="665332"/>
                  </a:lnTo>
                  <a:lnTo>
                    <a:pt x="122824" y="638581"/>
                  </a:lnTo>
                  <a:lnTo>
                    <a:pt x="92294" y="608076"/>
                  </a:lnTo>
                  <a:lnTo>
                    <a:pt x="65521" y="574160"/>
                  </a:lnTo>
                  <a:lnTo>
                    <a:pt x="42847" y="537176"/>
                  </a:lnTo>
                  <a:lnTo>
                    <a:pt x="24615" y="497465"/>
                  </a:lnTo>
                  <a:lnTo>
                    <a:pt x="11168" y="455370"/>
                  </a:lnTo>
                  <a:lnTo>
                    <a:pt x="2849" y="411234"/>
                  </a:lnTo>
                  <a:lnTo>
                    <a:pt x="0" y="365399"/>
                  </a:lnTo>
                  <a:lnTo>
                    <a:pt x="2849" y="319564"/>
                  </a:lnTo>
                  <a:lnTo>
                    <a:pt x="11168" y="275428"/>
                  </a:lnTo>
                  <a:lnTo>
                    <a:pt x="24615" y="233334"/>
                  </a:lnTo>
                  <a:lnTo>
                    <a:pt x="42847" y="193623"/>
                  </a:lnTo>
                  <a:lnTo>
                    <a:pt x="65521" y="156638"/>
                  </a:lnTo>
                  <a:lnTo>
                    <a:pt x="92294" y="122723"/>
                  </a:lnTo>
                  <a:lnTo>
                    <a:pt x="122824" y="92218"/>
                  </a:lnTo>
                  <a:lnTo>
                    <a:pt x="156767" y="65467"/>
                  </a:lnTo>
                  <a:lnTo>
                    <a:pt x="193782" y="42812"/>
                  </a:lnTo>
                  <a:lnTo>
                    <a:pt x="233526" y="24595"/>
                  </a:lnTo>
                  <a:lnTo>
                    <a:pt x="275655" y="11159"/>
                  </a:lnTo>
                  <a:lnTo>
                    <a:pt x="319827" y="2846"/>
                  </a:lnTo>
                  <a:lnTo>
                    <a:pt x="365699" y="0"/>
                  </a:lnTo>
                  <a:lnTo>
                    <a:pt x="413768" y="3168"/>
                  </a:lnTo>
                  <a:lnTo>
                    <a:pt x="460607" y="12518"/>
                  </a:lnTo>
                  <a:lnTo>
                    <a:pt x="505646" y="27814"/>
                  </a:lnTo>
                  <a:lnTo>
                    <a:pt x="548319" y="48820"/>
                  </a:lnTo>
                  <a:lnTo>
                    <a:pt x="588056" y="75301"/>
                  </a:lnTo>
                  <a:lnTo>
                    <a:pt x="624288" y="107022"/>
                  </a:lnTo>
                  <a:lnTo>
                    <a:pt x="656035" y="143225"/>
                  </a:lnTo>
                  <a:lnTo>
                    <a:pt x="682538" y="182929"/>
                  </a:lnTo>
                  <a:lnTo>
                    <a:pt x="703562" y="225567"/>
                  </a:lnTo>
                  <a:lnTo>
                    <a:pt x="718870" y="270570"/>
                  </a:lnTo>
                  <a:lnTo>
                    <a:pt x="728228" y="317370"/>
                  </a:lnTo>
                  <a:lnTo>
                    <a:pt x="731399" y="365399"/>
                  </a:lnTo>
                  <a:lnTo>
                    <a:pt x="728550" y="411234"/>
                  </a:lnTo>
                  <a:lnTo>
                    <a:pt x="720231" y="455370"/>
                  </a:lnTo>
                  <a:lnTo>
                    <a:pt x="706784" y="497465"/>
                  </a:lnTo>
                  <a:lnTo>
                    <a:pt x="688552" y="537176"/>
                  </a:lnTo>
                  <a:lnTo>
                    <a:pt x="665878" y="574160"/>
                  </a:lnTo>
                  <a:lnTo>
                    <a:pt x="639105" y="608076"/>
                  </a:lnTo>
                  <a:lnTo>
                    <a:pt x="608575" y="638581"/>
                  </a:lnTo>
                  <a:lnTo>
                    <a:pt x="574632" y="665332"/>
                  </a:lnTo>
                  <a:lnTo>
                    <a:pt x="537617" y="687987"/>
                  </a:lnTo>
                  <a:lnTo>
                    <a:pt x="497873" y="706204"/>
                  </a:lnTo>
                  <a:lnTo>
                    <a:pt x="455744" y="719640"/>
                  </a:lnTo>
                  <a:lnTo>
                    <a:pt x="411572" y="727953"/>
                  </a:lnTo>
                  <a:lnTo>
                    <a:pt x="365699" y="730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085675" y="4011485"/>
              <a:ext cx="731520" cy="730885"/>
            </a:xfrm>
            <a:custGeom>
              <a:avLst/>
              <a:gdLst/>
              <a:ahLst/>
              <a:cxnLst/>
              <a:rect l="l" t="t" r="r" b="b"/>
              <a:pathLst>
                <a:path w="731519" h="730885">
                  <a:moveTo>
                    <a:pt x="0" y="365399"/>
                  </a:moveTo>
                  <a:lnTo>
                    <a:pt x="2849" y="319564"/>
                  </a:lnTo>
                  <a:lnTo>
                    <a:pt x="11168" y="275428"/>
                  </a:lnTo>
                  <a:lnTo>
                    <a:pt x="24615" y="233334"/>
                  </a:lnTo>
                  <a:lnTo>
                    <a:pt x="42847" y="193623"/>
                  </a:lnTo>
                  <a:lnTo>
                    <a:pt x="65521" y="156638"/>
                  </a:lnTo>
                  <a:lnTo>
                    <a:pt x="92294" y="122723"/>
                  </a:lnTo>
                  <a:lnTo>
                    <a:pt x="122824" y="92218"/>
                  </a:lnTo>
                  <a:lnTo>
                    <a:pt x="156767" y="65467"/>
                  </a:lnTo>
                  <a:lnTo>
                    <a:pt x="193782" y="42812"/>
                  </a:lnTo>
                  <a:lnTo>
                    <a:pt x="233526" y="24595"/>
                  </a:lnTo>
                  <a:lnTo>
                    <a:pt x="275655" y="11159"/>
                  </a:lnTo>
                  <a:lnTo>
                    <a:pt x="319827" y="2846"/>
                  </a:lnTo>
                  <a:lnTo>
                    <a:pt x="365699" y="0"/>
                  </a:lnTo>
                  <a:lnTo>
                    <a:pt x="413768" y="3168"/>
                  </a:lnTo>
                  <a:lnTo>
                    <a:pt x="460607" y="12518"/>
                  </a:lnTo>
                  <a:lnTo>
                    <a:pt x="505646" y="27814"/>
                  </a:lnTo>
                  <a:lnTo>
                    <a:pt x="548319" y="48820"/>
                  </a:lnTo>
                  <a:lnTo>
                    <a:pt x="588056" y="75301"/>
                  </a:lnTo>
                  <a:lnTo>
                    <a:pt x="624288" y="107022"/>
                  </a:lnTo>
                  <a:lnTo>
                    <a:pt x="656035" y="143225"/>
                  </a:lnTo>
                  <a:lnTo>
                    <a:pt x="682538" y="182929"/>
                  </a:lnTo>
                  <a:lnTo>
                    <a:pt x="703562" y="225567"/>
                  </a:lnTo>
                  <a:lnTo>
                    <a:pt x="718870" y="270570"/>
                  </a:lnTo>
                  <a:lnTo>
                    <a:pt x="728228" y="317370"/>
                  </a:lnTo>
                  <a:lnTo>
                    <a:pt x="731399" y="365399"/>
                  </a:lnTo>
                  <a:lnTo>
                    <a:pt x="728550" y="411234"/>
                  </a:lnTo>
                  <a:lnTo>
                    <a:pt x="720231" y="455370"/>
                  </a:lnTo>
                  <a:lnTo>
                    <a:pt x="706784" y="497465"/>
                  </a:lnTo>
                  <a:lnTo>
                    <a:pt x="688552" y="537176"/>
                  </a:lnTo>
                  <a:lnTo>
                    <a:pt x="665878" y="574160"/>
                  </a:lnTo>
                  <a:lnTo>
                    <a:pt x="639105" y="608076"/>
                  </a:lnTo>
                  <a:lnTo>
                    <a:pt x="608575" y="638581"/>
                  </a:lnTo>
                  <a:lnTo>
                    <a:pt x="574632" y="665332"/>
                  </a:lnTo>
                  <a:lnTo>
                    <a:pt x="537617" y="687987"/>
                  </a:lnTo>
                  <a:lnTo>
                    <a:pt x="497873" y="706204"/>
                  </a:lnTo>
                  <a:lnTo>
                    <a:pt x="455744" y="719640"/>
                  </a:lnTo>
                  <a:lnTo>
                    <a:pt x="411572" y="727953"/>
                  </a:lnTo>
                  <a:lnTo>
                    <a:pt x="365699" y="730799"/>
                  </a:lnTo>
                  <a:lnTo>
                    <a:pt x="319827" y="727953"/>
                  </a:lnTo>
                  <a:lnTo>
                    <a:pt x="275655" y="719640"/>
                  </a:lnTo>
                  <a:lnTo>
                    <a:pt x="233526" y="706204"/>
                  </a:lnTo>
                  <a:lnTo>
                    <a:pt x="193782" y="687987"/>
                  </a:lnTo>
                  <a:lnTo>
                    <a:pt x="156767" y="665332"/>
                  </a:lnTo>
                  <a:lnTo>
                    <a:pt x="122824" y="638581"/>
                  </a:lnTo>
                  <a:lnTo>
                    <a:pt x="92294" y="608076"/>
                  </a:lnTo>
                  <a:lnTo>
                    <a:pt x="65521" y="574160"/>
                  </a:lnTo>
                  <a:lnTo>
                    <a:pt x="42847" y="537176"/>
                  </a:lnTo>
                  <a:lnTo>
                    <a:pt x="24615" y="497465"/>
                  </a:lnTo>
                  <a:lnTo>
                    <a:pt x="11168" y="455370"/>
                  </a:lnTo>
                  <a:lnTo>
                    <a:pt x="2849" y="411234"/>
                  </a:lnTo>
                  <a:lnTo>
                    <a:pt x="0" y="36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451375" y="3714064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2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10385" y="4064839"/>
              <a:ext cx="81979" cy="1055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451375" y="4659921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2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10385" y="5010696"/>
              <a:ext cx="81979" cy="105500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15115500" y="6683850"/>
            <a:ext cx="2672080" cy="1231265"/>
          </a:xfrm>
          <a:custGeom>
            <a:avLst/>
            <a:gdLst/>
            <a:ahLst/>
            <a:cxnLst/>
            <a:rect l="l" t="t" r="r" b="b"/>
            <a:pathLst>
              <a:path w="2672080" h="1231265">
                <a:moveTo>
                  <a:pt x="0" y="0"/>
                </a:moveTo>
                <a:lnTo>
                  <a:pt x="2671799" y="0"/>
                </a:lnTo>
                <a:lnTo>
                  <a:pt x="2671799" y="1231199"/>
                </a:lnTo>
                <a:lnTo>
                  <a:pt x="0" y="1231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5608879" y="6912608"/>
            <a:ext cx="1685289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264795">
              <a:lnSpc>
                <a:spcPts val="2850"/>
              </a:lnSpc>
              <a:spcBef>
                <a:spcPts val="220"/>
              </a:spcBef>
            </a:pPr>
            <a:r>
              <a:rPr sz="2400" spc="30" dirty="0">
                <a:latin typeface="Tahoma"/>
                <a:cs typeface="Tahoma"/>
              </a:rPr>
              <a:t>External </a:t>
            </a:r>
            <a:r>
              <a:rPr sz="2400" spc="35" dirty="0">
                <a:latin typeface="Tahoma"/>
                <a:cs typeface="Tahoma"/>
              </a:rPr>
              <a:t> Applications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410409" y="6238399"/>
            <a:ext cx="82550" cy="747395"/>
            <a:chOff x="16410409" y="6238399"/>
            <a:chExt cx="82550" cy="747395"/>
          </a:xfrm>
        </p:grpSpPr>
        <p:sp>
          <p:nvSpPr>
            <p:cNvPr id="29" name="object 29"/>
            <p:cNvSpPr/>
            <p:nvPr/>
          </p:nvSpPr>
          <p:spPr>
            <a:xfrm>
              <a:off x="16451399" y="6238399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09">
                  <a:moveTo>
                    <a:pt x="0" y="0"/>
                  </a:moveTo>
                  <a:lnTo>
                    <a:pt x="0" y="6512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10409" y="6880174"/>
              <a:ext cx="81979" cy="1055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585084" y="1763510"/>
            <a:ext cx="2038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Summarization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83212" y="2605385"/>
            <a:ext cx="2844800" cy="5689600"/>
            <a:chOff x="4183212" y="2605385"/>
            <a:chExt cx="2844800" cy="5689600"/>
          </a:xfrm>
        </p:grpSpPr>
        <p:sp>
          <p:nvSpPr>
            <p:cNvPr id="33" name="object 33"/>
            <p:cNvSpPr/>
            <p:nvPr/>
          </p:nvSpPr>
          <p:spPr>
            <a:xfrm>
              <a:off x="5239624" y="5911586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699" y="730960"/>
                  </a:moveTo>
                  <a:lnTo>
                    <a:pt x="319827" y="728113"/>
                  </a:lnTo>
                  <a:lnTo>
                    <a:pt x="275655" y="719798"/>
                  </a:lnTo>
                  <a:lnTo>
                    <a:pt x="233525" y="706359"/>
                  </a:lnTo>
                  <a:lnTo>
                    <a:pt x="193782" y="688139"/>
                  </a:lnTo>
                  <a:lnTo>
                    <a:pt x="156767" y="665478"/>
                  </a:lnTo>
                  <a:lnTo>
                    <a:pt x="122823" y="638721"/>
                  </a:lnTo>
                  <a:lnTo>
                    <a:pt x="92294" y="608210"/>
                  </a:lnTo>
                  <a:lnTo>
                    <a:pt x="65521" y="574287"/>
                  </a:lnTo>
                  <a:lnTo>
                    <a:pt x="42847" y="537294"/>
                  </a:lnTo>
                  <a:lnTo>
                    <a:pt x="24615" y="497575"/>
                  </a:lnTo>
                  <a:lnTo>
                    <a:pt x="11168" y="455471"/>
                  </a:lnTo>
                  <a:lnTo>
                    <a:pt x="2849" y="411325"/>
                  </a:lnTo>
                  <a:lnTo>
                    <a:pt x="0" y="365480"/>
                  </a:lnTo>
                  <a:lnTo>
                    <a:pt x="2849" y="319635"/>
                  </a:lnTo>
                  <a:lnTo>
                    <a:pt x="11168" y="275489"/>
                  </a:lnTo>
                  <a:lnTo>
                    <a:pt x="24615" y="233385"/>
                  </a:lnTo>
                  <a:lnTo>
                    <a:pt x="42847" y="193666"/>
                  </a:lnTo>
                  <a:lnTo>
                    <a:pt x="65521" y="156673"/>
                  </a:lnTo>
                  <a:lnTo>
                    <a:pt x="92294" y="122750"/>
                  </a:lnTo>
                  <a:lnTo>
                    <a:pt x="122823" y="92238"/>
                  </a:lnTo>
                  <a:lnTo>
                    <a:pt x="156767" y="65481"/>
                  </a:lnTo>
                  <a:lnTo>
                    <a:pt x="193782" y="42821"/>
                  </a:lnTo>
                  <a:lnTo>
                    <a:pt x="233525" y="24601"/>
                  </a:lnTo>
                  <a:lnTo>
                    <a:pt x="275655" y="11162"/>
                  </a:lnTo>
                  <a:lnTo>
                    <a:pt x="319827" y="2847"/>
                  </a:lnTo>
                  <a:lnTo>
                    <a:pt x="365699" y="0"/>
                  </a:lnTo>
                  <a:lnTo>
                    <a:pt x="413769" y="3169"/>
                  </a:lnTo>
                  <a:lnTo>
                    <a:pt x="460607" y="12521"/>
                  </a:lnTo>
                  <a:lnTo>
                    <a:pt x="505647" y="27820"/>
                  </a:lnTo>
                  <a:lnTo>
                    <a:pt x="548319" y="48831"/>
                  </a:lnTo>
                  <a:lnTo>
                    <a:pt x="588056" y="75318"/>
                  </a:lnTo>
                  <a:lnTo>
                    <a:pt x="624288" y="107046"/>
                  </a:lnTo>
                  <a:lnTo>
                    <a:pt x="656036" y="143257"/>
                  </a:lnTo>
                  <a:lnTo>
                    <a:pt x="682539" y="182970"/>
                  </a:lnTo>
                  <a:lnTo>
                    <a:pt x="703562" y="225616"/>
                  </a:lnTo>
                  <a:lnTo>
                    <a:pt x="718870" y="270629"/>
                  </a:lnTo>
                  <a:lnTo>
                    <a:pt x="728228" y="317440"/>
                  </a:lnTo>
                  <a:lnTo>
                    <a:pt x="731399" y="365480"/>
                  </a:lnTo>
                  <a:lnTo>
                    <a:pt x="728550" y="411325"/>
                  </a:lnTo>
                  <a:lnTo>
                    <a:pt x="720231" y="455471"/>
                  </a:lnTo>
                  <a:lnTo>
                    <a:pt x="706784" y="497575"/>
                  </a:lnTo>
                  <a:lnTo>
                    <a:pt x="688552" y="537294"/>
                  </a:lnTo>
                  <a:lnTo>
                    <a:pt x="665878" y="574287"/>
                  </a:lnTo>
                  <a:lnTo>
                    <a:pt x="639105" y="608210"/>
                  </a:lnTo>
                  <a:lnTo>
                    <a:pt x="608576" y="638721"/>
                  </a:lnTo>
                  <a:lnTo>
                    <a:pt x="574632" y="665478"/>
                  </a:lnTo>
                  <a:lnTo>
                    <a:pt x="537617" y="688139"/>
                  </a:lnTo>
                  <a:lnTo>
                    <a:pt x="497874" y="706359"/>
                  </a:lnTo>
                  <a:lnTo>
                    <a:pt x="455744" y="719798"/>
                  </a:lnTo>
                  <a:lnTo>
                    <a:pt x="411572" y="728113"/>
                  </a:lnTo>
                  <a:lnTo>
                    <a:pt x="365699" y="73096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39624" y="5911586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480"/>
                  </a:moveTo>
                  <a:lnTo>
                    <a:pt x="2849" y="319635"/>
                  </a:lnTo>
                  <a:lnTo>
                    <a:pt x="11168" y="275489"/>
                  </a:lnTo>
                  <a:lnTo>
                    <a:pt x="24615" y="233385"/>
                  </a:lnTo>
                  <a:lnTo>
                    <a:pt x="42847" y="193666"/>
                  </a:lnTo>
                  <a:lnTo>
                    <a:pt x="65521" y="156673"/>
                  </a:lnTo>
                  <a:lnTo>
                    <a:pt x="92294" y="122750"/>
                  </a:lnTo>
                  <a:lnTo>
                    <a:pt x="122823" y="92238"/>
                  </a:lnTo>
                  <a:lnTo>
                    <a:pt x="156767" y="65481"/>
                  </a:lnTo>
                  <a:lnTo>
                    <a:pt x="193782" y="42821"/>
                  </a:lnTo>
                  <a:lnTo>
                    <a:pt x="233525" y="24601"/>
                  </a:lnTo>
                  <a:lnTo>
                    <a:pt x="275655" y="11162"/>
                  </a:lnTo>
                  <a:lnTo>
                    <a:pt x="319827" y="2847"/>
                  </a:lnTo>
                  <a:lnTo>
                    <a:pt x="365699" y="0"/>
                  </a:lnTo>
                  <a:lnTo>
                    <a:pt x="413769" y="3169"/>
                  </a:lnTo>
                  <a:lnTo>
                    <a:pt x="460607" y="12521"/>
                  </a:lnTo>
                  <a:lnTo>
                    <a:pt x="505647" y="27820"/>
                  </a:lnTo>
                  <a:lnTo>
                    <a:pt x="548319" y="48831"/>
                  </a:lnTo>
                  <a:lnTo>
                    <a:pt x="588056" y="75318"/>
                  </a:lnTo>
                  <a:lnTo>
                    <a:pt x="624288" y="107046"/>
                  </a:lnTo>
                  <a:lnTo>
                    <a:pt x="656036" y="143257"/>
                  </a:lnTo>
                  <a:lnTo>
                    <a:pt x="682539" y="182970"/>
                  </a:lnTo>
                  <a:lnTo>
                    <a:pt x="703562" y="225616"/>
                  </a:lnTo>
                  <a:lnTo>
                    <a:pt x="718870" y="270629"/>
                  </a:lnTo>
                  <a:lnTo>
                    <a:pt x="728228" y="317440"/>
                  </a:lnTo>
                  <a:lnTo>
                    <a:pt x="731399" y="365480"/>
                  </a:lnTo>
                  <a:lnTo>
                    <a:pt x="728550" y="411325"/>
                  </a:lnTo>
                  <a:lnTo>
                    <a:pt x="720231" y="455471"/>
                  </a:lnTo>
                  <a:lnTo>
                    <a:pt x="706784" y="497575"/>
                  </a:lnTo>
                  <a:lnTo>
                    <a:pt x="688552" y="537294"/>
                  </a:lnTo>
                  <a:lnTo>
                    <a:pt x="665878" y="574287"/>
                  </a:lnTo>
                  <a:lnTo>
                    <a:pt x="639105" y="608210"/>
                  </a:lnTo>
                  <a:lnTo>
                    <a:pt x="608576" y="638721"/>
                  </a:lnTo>
                  <a:lnTo>
                    <a:pt x="574632" y="665478"/>
                  </a:lnTo>
                  <a:lnTo>
                    <a:pt x="537617" y="688139"/>
                  </a:lnTo>
                  <a:lnTo>
                    <a:pt x="497874" y="706359"/>
                  </a:lnTo>
                  <a:lnTo>
                    <a:pt x="455744" y="719798"/>
                  </a:lnTo>
                  <a:lnTo>
                    <a:pt x="411572" y="728113"/>
                  </a:lnTo>
                  <a:lnTo>
                    <a:pt x="365699" y="730960"/>
                  </a:lnTo>
                  <a:lnTo>
                    <a:pt x="319827" y="728113"/>
                  </a:lnTo>
                  <a:lnTo>
                    <a:pt x="275655" y="719798"/>
                  </a:lnTo>
                  <a:lnTo>
                    <a:pt x="233525" y="706359"/>
                  </a:lnTo>
                  <a:lnTo>
                    <a:pt x="193782" y="688139"/>
                  </a:lnTo>
                  <a:lnTo>
                    <a:pt x="156767" y="665478"/>
                  </a:lnTo>
                  <a:lnTo>
                    <a:pt x="122823" y="638721"/>
                  </a:lnTo>
                  <a:lnTo>
                    <a:pt x="92294" y="608210"/>
                  </a:lnTo>
                  <a:lnTo>
                    <a:pt x="65521" y="574287"/>
                  </a:lnTo>
                  <a:lnTo>
                    <a:pt x="42847" y="537294"/>
                  </a:lnTo>
                  <a:lnTo>
                    <a:pt x="24615" y="497575"/>
                  </a:lnTo>
                  <a:lnTo>
                    <a:pt x="11168" y="455471"/>
                  </a:lnTo>
                  <a:lnTo>
                    <a:pt x="2849" y="411325"/>
                  </a:lnTo>
                  <a:lnTo>
                    <a:pt x="0" y="36548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05325" y="5618548"/>
              <a:ext cx="0" cy="356235"/>
            </a:xfrm>
            <a:custGeom>
              <a:avLst/>
              <a:gdLst/>
              <a:ahLst/>
              <a:cxnLst/>
              <a:rect l="l" t="t" r="r" b="b"/>
              <a:pathLst>
                <a:path h="356235">
                  <a:moveTo>
                    <a:pt x="0" y="0"/>
                  </a:moveTo>
                  <a:lnTo>
                    <a:pt x="0" y="35593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4334" y="5964954"/>
              <a:ext cx="81980" cy="1055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605325" y="6560022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5">
                  <a:moveTo>
                    <a:pt x="0" y="0"/>
                  </a:moveTo>
                  <a:lnTo>
                    <a:pt x="0" y="30912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87974" y="6869151"/>
              <a:ext cx="2835275" cy="1421130"/>
            </a:xfrm>
            <a:custGeom>
              <a:avLst/>
              <a:gdLst/>
              <a:ahLst/>
              <a:cxnLst/>
              <a:rect l="l" t="t" r="r" b="b"/>
              <a:pathLst>
                <a:path w="2835275" h="1421129">
                  <a:moveTo>
                    <a:pt x="2834999" y="1420799"/>
                  </a:moveTo>
                  <a:lnTo>
                    <a:pt x="0" y="14207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4207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87974" y="6869151"/>
              <a:ext cx="2835275" cy="1421130"/>
            </a:xfrm>
            <a:custGeom>
              <a:avLst/>
              <a:gdLst/>
              <a:ahLst/>
              <a:cxnLst/>
              <a:rect l="l" t="t" r="r" b="b"/>
              <a:pathLst>
                <a:path w="2835275" h="1421129">
                  <a:moveTo>
                    <a:pt x="0" y="0"/>
                  </a:moveTo>
                  <a:lnTo>
                    <a:pt x="2834999" y="0"/>
                  </a:lnTo>
                  <a:lnTo>
                    <a:pt x="2834999" y="1420799"/>
                  </a:lnTo>
                  <a:lnTo>
                    <a:pt x="0" y="142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70827" y="7099462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09">
                  <a:moveTo>
                    <a:pt x="25071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399"/>
                  </a:lnTo>
                  <a:lnTo>
                    <a:pt x="0" y="6894"/>
                  </a:lnTo>
                  <a:lnTo>
                    <a:pt x="6894" y="0"/>
                  </a:lnTo>
                  <a:lnTo>
                    <a:pt x="2502683" y="0"/>
                  </a:lnTo>
                  <a:lnTo>
                    <a:pt x="2506601" y="1622"/>
                  </a:lnTo>
                  <a:lnTo>
                    <a:pt x="2512377" y="7398"/>
                  </a:lnTo>
                  <a:lnTo>
                    <a:pt x="2513999" y="11315"/>
                  </a:lnTo>
                  <a:lnTo>
                    <a:pt x="2513999" y="85505"/>
                  </a:lnTo>
                  <a:lnTo>
                    <a:pt x="2507104" y="92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70827" y="7099462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09">
                  <a:moveTo>
                    <a:pt x="0" y="15399"/>
                  </a:moveTo>
                  <a:lnTo>
                    <a:pt x="0" y="6894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2498599" y="0"/>
                  </a:lnTo>
                  <a:lnTo>
                    <a:pt x="2502683" y="0"/>
                  </a:lnTo>
                  <a:lnTo>
                    <a:pt x="2506601" y="1622"/>
                  </a:lnTo>
                  <a:lnTo>
                    <a:pt x="2509489" y="4510"/>
                  </a:lnTo>
                  <a:lnTo>
                    <a:pt x="2512377" y="7398"/>
                  </a:lnTo>
                  <a:lnTo>
                    <a:pt x="2513999" y="11315"/>
                  </a:lnTo>
                  <a:lnTo>
                    <a:pt x="2513999" y="15399"/>
                  </a:lnTo>
                  <a:lnTo>
                    <a:pt x="2513999" y="76999"/>
                  </a:lnTo>
                  <a:lnTo>
                    <a:pt x="2513999" y="85505"/>
                  </a:lnTo>
                  <a:lnTo>
                    <a:pt x="2507104" y="92399"/>
                  </a:lnTo>
                  <a:lnTo>
                    <a:pt x="2498599" y="92399"/>
                  </a:lnTo>
                  <a:lnTo>
                    <a:pt x="15399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70827" y="7291409"/>
              <a:ext cx="676910" cy="92710"/>
            </a:xfrm>
            <a:custGeom>
              <a:avLst/>
              <a:gdLst/>
              <a:ahLst/>
              <a:cxnLst/>
              <a:rect l="l" t="t" r="r" b="b"/>
              <a:pathLst>
                <a:path w="676910" h="92709">
                  <a:moveTo>
                    <a:pt x="6699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400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665483" y="0"/>
                  </a:lnTo>
                  <a:lnTo>
                    <a:pt x="669401" y="1622"/>
                  </a:lnTo>
                  <a:lnTo>
                    <a:pt x="675177" y="7399"/>
                  </a:lnTo>
                  <a:lnTo>
                    <a:pt x="676799" y="11316"/>
                  </a:lnTo>
                  <a:lnTo>
                    <a:pt x="676799" y="85505"/>
                  </a:lnTo>
                  <a:lnTo>
                    <a:pt x="669904" y="92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70827" y="7291409"/>
              <a:ext cx="676910" cy="92710"/>
            </a:xfrm>
            <a:custGeom>
              <a:avLst/>
              <a:gdLst/>
              <a:ahLst/>
              <a:cxnLst/>
              <a:rect l="l" t="t" r="r" b="b"/>
              <a:pathLst>
                <a:path w="676910" h="92709">
                  <a:moveTo>
                    <a:pt x="0" y="15400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661399" y="0"/>
                  </a:lnTo>
                  <a:lnTo>
                    <a:pt x="665483" y="0"/>
                  </a:lnTo>
                  <a:lnTo>
                    <a:pt x="669401" y="1622"/>
                  </a:lnTo>
                  <a:lnTo>
                    <a:pt x="672288" y="4510"/>
                  </a:lnTo>
                  <a:lnTo>
                    <a:pt x="675177" y="7399"/>
                  </a:lnTo>
                  <a:lnTo>
                    <a:pt x="676799" y="11316"/>
                  </a:lnTo>
                  <a:lnTo>
                    <a:pt x="676799" y="15400"/>
                  </a:lnTo>
                  <a:lnTo>
                    <a:pt x="676799" y="76999"/>
                  </a:lnTo>
                  <a:lnTo>
                    <a:pt x="676799" y="85505"/>
                  </a:lnTo>
                  <a:lnTo>
                    <a:pt x="669904" y="92399"/>
                  </a:lnTo>
                  <a:lnTo>
                    <a:pt x="661399" y="92399"/>
                  </a:lnTo>
                  <a:lnTo>
                    <a:pt x="15399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4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6190" y="7494011"/>
              <a:ext cx="146924" cy="14752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584252" y="752174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20" h="92709">
                  <a:moveTo>
                    <a:pt x="14103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399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1405883" y="0"/>
                  </a:lnTo>
                  <a:lnTo>
                    <a:pt x="1409801" y="1622"/>
                  </a:lnTo>
                  <a:lnTo>
                    <a:pt x="1412688" y="4510"/>
                  </a:lnTo>
                  <a:lnTo>
                    <a:pt x="1415577" y="7398"/>
                  </a:lnTo>
                  <a:lnTo>
                    <a:pt x="1417199" y="11315"/>
                  </a:lnTo>
                  <a:lnTo>
                    <a:pt x="1417199" y="85505"/>
                  </a:lnTo>
                  <a:lnTo>
                    <a:pt x="1410304" y="92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84252" y="7521747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20" h="92709">
                  <a:moveTo>
                    <a:pt x="0" y="15399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1401799" y="0"/>
                  </a:lnTo>
                  <a:lnTo>
                    <a:pt x="1405883" y="0"/>
                  </a:lnTo>
                  <a:lnTo>
                    <a:pt x="1409801" y="1622"/>
                  </a:lnTo>
                  <a:lnTo>
                    <a:pt x="1412688" y="4510"/>
                  </a:lnTo>
                  <a:lnTo>
                    <a:pt x="1415577" y="7398"/>
                  </a:lnTo>
                  <a:lnTo>
                    <a:pt x="1417199" y="11315"/>
                  </a:lnTo>
                  <a:lnTo>
                    <a:pt x="1417199" y="15399"/>
                  </a:lnTo>
                  <a:lnTo>
                    <a:pt x="1417199" y="76999"/>
                  </a:lnTo>
                  <a:lnTo>
                    <a:pt x="1417199" y="85505"/>
                  </a:lnTo>
                  <a:lnTo>
                    <a:pt x="1410304" y="92399"/>
                  </a:lnTo>
                  <a:lnTo>
                    <a:pt x="1401799" y="92399"/>
                  </a:lnTo>
                  <a:lnTo>
                    <a:pt x="15399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9177" y="7724349"/>
              <a:ext cx="146924" cy="1475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587240" y="7752084"/>
              <a:ext cx="1966595" cy="95885"/>
            </a:xfrm>
            <a:custGeom>
              <a:avLst/>
              <a:gdLst/>
              <a:ahLst/>
              <a:cxnLst/>
              <a:rect l="l" t="t" r="r" b="b"/>
              <a:pathLst>
                <a:path w="1966595" h="95884">
                  <a:moveTo>
                    <a:pt x="1959081" y="95399"/>
                  </a:moveTo>
                  <a:lnTo>
                    <a:pt x="7118" y="95399"/>
                  </a:lnTo>
                  <a:lnTo>
                    <a:pt x="0" y="88281"/>
                  </a:lnTo>
                  <a:lnTo>
                    <a:pt x="0" y="15899"/>
                  </a:lnTo>
                  <a:lnTo>
                    <a:pt x="0" y="7118"/>
                  </a:lnTo>
                  <a:lnTo>
                    <a:pt x="7118" y="0"/>
                  </a:lnTo>
                  <a:lnTo>
                    <a:pt x="1954516" y="0"/>
                  </a:lnTo>
                  <a:lnTo>
                    <a:pt x="1958560" y="1674"/>
                  </a:lnTo>
                  <a:lnTo>
                    <a:pt x="1964524" y="7639"/>
                  </a:lnTo>
                  <a:lnTo>
                    <a:pt x="1966199" y="11682"/>
                  </a:lnTo>
                  <a:lnTo>
                    <a:pt x="1966199" y="88281"/>
                  </a:lnTo>
                  <a:lnTo>
                    <a:pt x="1959081" y="95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87240" y="7752084"/>
              <a:ext cx="1966595" cy="95885"/>
            </a:xfrm>
            <a:custGeom>
              <a:avLst/>
              <a:gdLst/>
              <a:ahLst/>
              <a:cxnLst/>
              <a:rect l="l" t="t" r="r" b="b"/>
              <a:pathLst>
                <a:path w="1966595" h="95884">
                  <a:moveTo>
                    <a:pt x="0" y="15899"/>
                  </a:moveTo>
                  <a:lnTo>
                    <a:pt x="0" y="7118"/>
                  </a:lnTo>
                  <a:lnTo>
                    <a:pt x="7118" y="0"/>
                  </a:lnTo>
                  <a:lnTo>
                    <a:pt x="15900" y="0"/>
                  </a:lnTo>
                  <a:lnTo>
                    <a:pt x="1950299" y="0"/>
                  </a:lnTo>
                  <a:lnTo>
                    <a:pt x="1954516" y="0"/>
                  </a:lnTo>
                  <a:lnTo>
                    <a:pt x="1958560" y="1674"/>
                  </a:lnTo>
                  <a:lnTo>
                    <a:pt x="1961542" y="4657"/>
                  </a:lnTo>
                  <a:lnTo>
                    <a:pt x="1964524" y="7639"/>
                  </a:lnTo>
                  <a:lnTo>
                    <a:pt x="1966199" y="11682"/>
                  </a:lnTo>
                  <a:lnTo>
                    <a:pt x="1966199" y="15899"/>
                  </a:lnTo>
                  <a:lnTo>
                    <a:pt x="1966199" y="79499"/>
                  </a:lnTo>
                  <a:lnTo>
                    <a:pt x="1966199" y="88281"/>
                  </a:lnTo>
                  <a:lnTo>
                    <a:pt x="1959081" y="95399"/>
                  </a:lnTo>
                  <a:lnTo>
                    <a:pt x="1950299" y="95399"/>
                  </a:lnTo>
                  <a:lnTo>
                    <a:pt x="15900" y="95399"/>
                  </a:lnTo>
                  <a:lnTo>
                    <a:pt x="7118" y="95399"/>
                  </a:lnTo>
                  <a:lnTo>
                    <a:pt x="0" y="88281"/>
                  </a:lnTo>
                  <a:lnTo>
                    <a:pt x="0" y="79499"/>
                  </a:lnTo>
                  <a:lnTo>
                    <a:pt x="0" y="158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9140" y="7954711"/>
              <a:ext cx="146924" cy="14752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587202" y="7982447"/>
              <a:ext cx="1774825" cy="92710"/>
            </a:xfrm>
            <a:custGeom>
              <a:avLst/>
              <a:gdLst/>
              <a:ahLst/>
              <a:cxnLst/>
              <a:rect l="l" t="t" r="r" b="b"/>
              <a:pathLst>
                <a:path w="1774825" h="92709">
                  <a:moveTo>
                    <a:pt x="17673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399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1762883" y="0"/>
                  </a:lnTo>
                  <a:lnTo>
                    <a:pt x="1766801" y="1622"/>
                  </a:lnTo>
                  <a:lnTo>
                    <a:pt x="1769688" y="4510"/>
                  </a:lnTo>
                  <a:lnTo>
                    <a:pt x="1772577" y="7398"/>
                  </a:lnTo>
                  <a:lnTo>
                    <a:pt x="1774199" y="11315"/>
                  </a:lnTo>
                  <a:lnTo>
                    <a:pt x="1774199" y="85505"/>
                  </a:lnTo>
                  <a:lnTo>
                    <a:pt x="1767304" y="92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87202" y="7982447"/>
              <a:ext cx="1774825" cy="92710"/>
            </a:xfrm>
            <a:custGeom>
              <a:avLst/>
              <a:gdLst/>
              <a:ahLst/>
              <a:cxnLst/>
              <a:rect l="l" t="t" r="r" b="b"/>
              <a:pathLst>
                <a:path w="1774825" h="92709">
                  <a:moveTo>
                    <a:pt x="0" y="15399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1758799" y="0"/>
                  </a:lnTo>
                  <a:lnTo>
                    <a:pt x="1762883" y="0"/>
                  </a:lnTo>
                  <a:lnTo>
                    <a:pt x="1766801" y="1622"/>
                  </a:lnTo>
                  <a:lnTo>
                    <a:pt x="1769688" y="4510"/>
                  </a:lnTo>
                  <a:lnTo>
                    <a:pt x="1772577" y="7398"/>
                  </a:lnTo>
                  <a:lnTo>
                    <a:pt x="1774199" y="11315"/>
                  </a:lnTo>
                  <a:lnTo>
                    <a:pt x="1774199" y="15399"/>
                  </a:lnTo>
                  <a:lnTo>
                    <a:pt x="1774199" y="76999"/>
                  </a:lnTo>
                  <a:lnTo>
                    <a:pt x="1774199" y="85505"/>
                  </a:lnTo>
                  <a:lnTo>
                    <a:pt x="1767304" y="92399"/>
                  </a:lnTo>
                  <a:lnTo>
                    <a:pt x="1758799" y="92399"/>
                  </a:lnTo>
                  <a:lnTo>
                    <a:pt x="15399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187974" y="2610148"/>
              <a:ext cx="2835275" cy="3008630"/>
            </a:xfrm>
            <a:custGeom>
              <a:avLst/>
              <a:gdLst/>
              <a:ahLst/>
              <a:cxnLst/>
              <a:rect l="l" t="t" r="r" b="b"/>
              <a:pathLst>
                <a:path w="2835275" h="3008629">
                  <a:moveTo>
                    <a:pt x="2834999" y="3008399"/>
                  </a:moveTo>
                  <a:lnTo>
                    <a:pt x="0" y="30083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3008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187974" y="2610148"/>
              <a:ext cx="2835275" cy="3008630"/>
            </a:xfrm>
            <a:custGeom>
              <a:avLst/>
              <a:gdLst/>
              <a:ahLst/>
              <a:cxnLst/>
              <a:rect l="l" t="t" r="r" b="b"/>
              <a:pathLst>
                <a:path w="2835275" h="3008629">
                  <a:moveTo>
                    <a:pt x="0" y="0"/>
                  </a:moveTo>
                  <a:lnTo>
                    <a:pt x="2834999" y="0"/>
                  </a:lnTo>
                  <a:lnTo>
                    <a:pt x="2834999" y="3008399"/>
                  </a:lnTo>
                  <a:lnTo>
                    <a:pt x="0" y="3008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25824" y="283857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325824" y="283857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7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2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7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325824" y="302892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325824" y="302892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3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8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25824" y="321927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325824" y="321927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3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8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25824" y="340962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2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25824" y="340962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7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2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7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25824" y="3599967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4" h="91439">
                  <a:moveTo>
                    <a:pt x="17004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1696103" y="0"/>
                  </a:lnTo>
                  <a:lnTo>
                    <a:pt x="1699979" y="1605"/>
                  </a:lnTo>
                  <a:lnTo>
                    <a:pt x="1705694" y="7320"/>
                  </a:lnTo>
                  <a:lnTo>
                    <a:pt x="1707299" y="11196"/>
                  </a:lnTo>
                  <a:lnTo>
                    <a:pt x="1707299" y="84604"/>
                  </a:lnTo>
                  <a:lnTo>
                    <a:pt x="17004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25824" y="3599967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4" h="91439">
                  <a:moveTo>
                    <a:pt x="0" y="15238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1692062" y="0"/>
                  </a:lnTo>
                  <a:lnTo>
                    <a:pt x="1696103" y="0"/>
                  </a:lnTo>
                  <a:lnTo>
                    <a:pt x="1699979" y="1605"/>
                  </a:lnTo>
                  <a:lnTo>
                    <a:pt x="1702837" y="4463"/>
                  </a:lnTo>
                  <a:lnTo>
                    <a:pt x="1705694" y="7320"/>
                  </a:lnTo>
                  <a:lnTo>
                    <a:pt x="1707299" y="11196"/>
                  </a:lnTo>
                  <a:lnTo>
                    <a:pt x="1707299" y="15238"/>
                  </a:lnTo>
                  <a:lnTo>
                    <a:pt x="1707299" y="76188"/>
                  </a:lnTo>
                  <a:lnTo>
                    <a:pt x="1707299" y="84604"/>
                  </a:lnTo>
                  <a:lnTo>
                    <a:pt x="1700477" y="91426"/>
                  </a:lnTo>
                  <a:lnTo>
                    <a:pt x="16920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25824" y="388923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25824" y="388923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199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25824" y="407958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325824" y="407958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4000" y="11168"/>
                  </a:lnTo>
                  <a:lnTo>
                    <a:pt x="2514000" y="15200"/>
                  </a:lnTo>
                  <a:lnTo>
                    <a:pt x="2514000" y="75999"/>
                  </a:lnTo>
                  <a:lnTo>
                    <a:pt x="2514000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325099" y="4285219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8798" y="7302"/>
                  </a:lnTo>
                  <a:lnTo>
                    <a:pt x="2240400" y="11168"/>
                  </a:lnTo>
                  <a:lnTo>
                    <a:pt x="2240400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325099" y="4285219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25199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5947" y="4451"/>
                  </a:lnTo>
                  <a:lnTo>
                    <a:pt x="2238798" y="7302"/>
                  </a:lnTo>
                  <a:lnTo>
                    <a:pt x="2240400" y="11168"/>
                  </a:lnTo>
                  <a:lnTo>
                    <a:pt x="2240400" y="15200"/>
                  </a:lnTo>
                  <a:lnTo>
                    <a:pt x="2240400" y="75999"/>
                  </a:lnTo>
                  <a:lnTo>
                    <a:pt x="2240400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325824" y="458515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325824" y="458515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3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8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25824" y="4775501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29" h="91439">
                  <a:moveTo>
                    <a:pt x="23157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311403" y="0"/>
                  </a:lnTo>
                  <a:lnTo>
                    <a:pt x="2315279" y="1605"/>
                  </a:lnTo>
                  <a:lnTo>
                    <a:pt x="2318137" y="4463"/>
                  </a:lnTo>
                  <a:lnTo>
                    <a:pt x="2320994" y="7320"/>
                  </a:lnTo>
                  <a:lnTo>
                    <a:pt x="2322600" y="11196"/>
                  </a:lnTo>
                  <a:lnTo>
                    <a:pt x="2322600" y="84604"/>
                  </a:lnTo>
                  <a:lnTo>
                    <a:pt x="23157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325824" y="4775501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29" h="91439">
                  <a:moveTo>
                    <a:pt x="0" y="15238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307362" y="0"/>
                  </a:lnTo>
                  <a:lnTo>
                    <a:pt x="2311403" y="0"/>
                  </a:lnTo>
                  <a:lnTo>
                    <a:pt x="2315279" y="1605"/>
                  </a:lnTo>
                  <a:lnTo>
                    <a:pt x="2318137" y="4463"/>
                  </a:lnTo>
                  <a:lnTo>
                    <a:pt x="2320994" y="7320"/>
                  </a:lnTo>
                  <a:lnTo>
                    <a:pt x="2322600" y="11196"/>
                  </a:lnTo>
                  <a:lnTo>
                    <a:pt x="2322600" y="15238"/>
                  </a:lnTo>
                  <a:lnTo>
                    <a:pt x="2322600" y="76188"/>
                  </a:lnTo>
                  <a:lnTo>
                    <a:pt x="2322600" y="84604"/>
                  </a:lnTo>
                  <a:lnTo>
                    <a:pt x="2315777" y="91426"/>
                  </a:lnTo>
                  <a:lnTo>
                    <a:pt x="23073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325824" y="496584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325824" y="496584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3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8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325824" y="515619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25824" y="515619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7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2498762" y="0"/>
                  </a:lnTo>
                  <a:lnTo>
                    <a:pt x="2502803" y="0"/>
                  </a:lnTo>
                  <a:lnTo>
                    <a:pt x="2506679" y="1605"/>
                  </a:lnTo>
                  <a:lnTo>
                    <a:pt x="2509537" y="4462"/>
                  </a:lnTo>
                  <a:lnTo>
                    <a:pt x="2512394" y="7320"/>
                  </a:lnTo>
                  <a:lnTo>
                    <a:pt x="2514000" y="11196"/>
                  </a:lnTo>
                  <a:lnTo>
                    <a:pt x="2514000" y="15237"/>
                  </a:lnTo>
                  <a:lnTo>
                    <a:pt x="2514000" y="76188"/>
                  </a:lnTo>
                  <a:lnTo>
                    <a:pt x="2514000" y="84604"/>
                  </a:lnTo>
                  <a:lnTo>
                    <a:pt x="2507177" y="91426"/>
                  </a:lnTo>
                  <a:lnTo>
                    <a:pt x="24987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25824" y="5346544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4" h="91439">
                  <a:moveTo>
                    <a:pt x="1700477" y="91426"/>
                  </a:moveTo>
                  <a:lnTo>
                    <a:pt x="6822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2" y="0"/>
                  </a:lnTo>
                  <a:lnTo>
                    <a:pt x="1696103" y="0"/>
                  </a:lnTo>
                  <a:lnTo>
                    <a:pt x="1699979" y="1605"/>
                  </a:lnTo>
                  <a:lnTo>
                    <a:pt x="1705694" y="7320"/>
                  </a:lnTo>
                  <a:lnTo>
                    <a:pt x="1707299" y="11196"/>
                  </a:lnTo>
                  <a:lnTo>
                    <a:pt x="1707299" y="84604"/>
                  </a:lnTo>
                  <a:lnTo>
                    <a:pt x="17004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25824" y="5346544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4" h="91439">
                  <a:moveTo>
                    <a:pt x="0" y="15237"/>
                  </a:moveTo>
                  <a:lnTo>
                    <a:pt x="0" y="6822"/>
                  </a:lnTo>
                  <a:lnTo>
                    <a:pt x="6822" y="0"/>
                  </a:lnTo>
                  <a:lnTo>
                    <a:pt x="15238" y="0"/>
                  </a:lnTo>
                  <a:lnTo>
                    <a:pt x="1692062" y="0"/>
                  </a:lnTo>
                  <a:lnTo>
                    <a:pt x="1696103" y="0"/>
                  </a:lnTo>
                  <a:lnTo>
                    <a:pt x="1699979" y="1605"/>
                  </a:lnTo>
                  <a:lnTo>
                    <a:pt x="1702837" y="4462"/>
                  </a:lnTo>
                  <a:lnTo>
                    <a:pt x="1705694" y="7320"/>
                  </a:lnTo>
                  <a:lnTo>
                    <a:pt x="1707299" y="11196"/>
                  </a:lnTo>
                  <a:lnTo>
                    <a:pt x="1707299" y="15237"/>
                  </a:lnTo>
                  <a:lnTo>
                    <a:pt x="1707299" y="76188"/>
                  </a:lnTo>
                  <a:lnTo>
                    <a:pt x="1707299" y="84604"/>
                  </a:lnTo>
                  <a:lnTo>
                    <a:pt x="1700477" y="91426"/>
                  </a:lnTo>
                  <a:lnTo>
                    <a:pt x="1692062" y="91426"/>
                  </a:lnTo>
                  <a:lnTo>
                    <a:pt x="15238" y="91426"/>
                  </a:lnTo>
                  <a:lnTo>
                    <a:pt x="6822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1035902" y="1652085"/>
            <a:ext cx="186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ahoma"/>
                <a:cs typeface="Tahoma"/>
              </a:rPr>
              <a:t>Ess</a:t>
            </a:r>
            <a:r>
              <a:rPr sz="2400" spc="-55" dirty="0">
                <a:latin typeface="Tahoma"/>
                <a:cs typeface="Tahoma"/>
              </a:rPr>
              <a:t>a</a:t>
            </a:r>
            <a:r>
              <a:rPr sz="2400" spc="30" dirty="0">
                <a:latin typeface="Tahoma"/>
                <a:cs typeface="Tahoma"/>
              </a:rPr>
              <a:t>y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70" dirty="0">
                <a:latin typeface="Tahoma"/>
                <a:cs typeface="Tahoma"/>
              </a:rPr>
              <a:t>Writing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9837" y="2584206"/>
            <a:ext cx="2844800" cy="6034405"/>
            <a:chOff x="579837" y="2584206"/>
            <a:chExt cx="2844800" cy="6034405"/>
          </a:xfrm>
        </p:grpSpPr>
        <p:sp>
          <p:nvSpPr>
            <p:cNvPr id="83" name="object 83"/>
            <p:cNvSpPr/>
            <p:nvPr/>
          </p:nvSpPr>
          <p:spPr>
            <a:xfrm>
              <a:off x="584756" y="2588969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2834700" y="755904"/>
                  </a:moveTo>
                  <a:lnTo>
                    <a:pt x="0" y="755904"/>
                  </a:lnTo>
                  <a:lnTo>
                    <a:pt x="0" y="0"/>
                  </a:lnTo>
                  <a:lnTo>
                    <a:pt x="2834700" y="0"/>
                  </a:lnTo>
                  <a:lnTo>
                    <a:pt x="2834700" y="75590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84756" y="2588969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0" y="0"/>
                  </a:moveTo>
                  <a:lnTo>
                    <a:pt x="2834700" y="0"/>
                  </a:lnTo>
                  <a:lnTo>
                    <a:pt x="2834700" y="755904"/>
                  </a:lnTo>
                  <a:lnTo>
                    <a:pt x="0" y="75590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67631" y="2815740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5">
                  <a:moveTo>
                    <a:pt x="2507226" y="90767"/>
                  </a:moveTo>
                  <a:lnTo>
                    <a:pt x="6773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3" y="0"/>
                  </a:lnTo>
                  <a:lnTo>
                    <a:pt x="2502883" y="0"/>
                  </a:lnTo>
                  <a:lnTo>
                    <a:pt x="2506731" y="1593"/>
                  </a:lnTo>
                  <a:lnTo>
                    <a:pt x="2512405" y="7267"/>
                  </a:lnTo>
                  <a:lnTo>
                    <a:pt x="2514000" y="11115"/>
                  </a:lnTo>
                  <a:lnTo>
                    <a:pt x="2514000" y="83994"/>
                  </a:lnTo>
                  <a:lnTo>
                    <a:pt x="25072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67631" y="2815740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5">
                  <a:moveTo>
                    <a:pt x="0" y="15128"/>
                  </a:moveTo>
                  <a:lnTo>
                    <a:pt x="0" y="6773"/>
                  </a:lnTo>
                  <a:lnTo>
                    <a:pt x="6773" y="0"/>
                  </a:lnTo>
                  <a:lnTo>
                    <a:pt x="15128" y="0"/>
                  </a:lnTo>
                  <a:lnTo>
                    <a:pt x="2498871" y="0"/>
                  </a:lnTo>
                  <a:lnTo>
                    <a:pt x="2502883" y="0"/>
                  </a:lnTo>
                  <a:lnTo>
                    <a:pt x="2506731" y="1593"/>
                  </a:lnTo>
                  <a:lnTo>
                    <a:pt x="2509568" y="4430"/>
                  </a:lnTo>
                  <a:lnTo>
                    <a:pt x="2512405" y="7267"/>
                  </a:lnTo>
                  <a:lnTo>
                    <a:pt x="2514000" y="11115"/>
                  </a:lnTo>
                  <a:lnTo>
                    <a:pt x="2514000" y="15128"/>
                  </a:lnTo>
                  <a:lnTo>
                    <a:pt x="2514000" y="75639"/>
                  </a:lnTo>
                  <a:lnTo>
                    <a:pt x="2514000" y="83994"/>
                  </a:lnTo>
                  <a:lnTo>
                    <a:pt x="2507226" y="90767"/>
                  </a:lnTo>
                  <a:lnTo>
                    <a:pt x="2498871" y="90767"/>
                  </a:lnTo>
                  <a:lnTo>
                    <a:pt x="15128" y="90767"/>
                  </a:lnTo>
                  <a:lnTo>
                    <a:pt x="6773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67631" y="3004716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5">
                  <a:moveTo>
                    <a:pt x="1410426" y="90767"/>
                  </a:moveTo>
                  <a:lnTo>
                    <a:pt x="6773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3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83994"/>
                  </a:lnTo>
                  <a:lnTo>
                    <a:pt x="14104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67631" y="3004716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5">
                  <a:moveTo>
                    <a:pt x="0" y="15128"/>
                  </a:moveTo>
                  <a:lnTo>
                    <a:pt x="0" y="6773"/>
                  </a:lnTo>
                  <a:lnTo>
                    <a:pt x="6773" y="0"/>
                  </a:lnTo>
                  <a:lnTo>
                    <a:pt x="15128" y="0"/>
                  </a:lnTo>
                  <a:lnTo>
                    <a:pt x="1402071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2769" y="4430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15128"/>
                  </a:lnTo>
                  <a:lnTo>
                    <a:pt x="1417199" y="75639"/>
                  </a:lnTo>
                  <a:lnTo>
                    <a:pt x="1417199" y="83994"/>
                  </a:lnTo>
                  <a:lnTo>
                    <a:pt x="1410426" y="90767"/>
                  </a:lnTo>
                  <a:lnTo>
                    <a:pt x="1402071" y="90767"/>
                  </a:lnTo>
                  <a:lnTo>
                    <a:pt x="15128" y="90767"/>
                  </a:lnTo>
                  <a:lnTo>
                    <a:pt x="6773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636399" y="3528086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365699" y="730960"/>
                  </a:moveTo>
                  <a:lnTo>
                    <a:pt x="319827" y="728113"/>
                  </a:lnTo>
                  <a:lnTo>
                    <a:pt x="275655" y="719798"/>
                  </a:lnTo>
                  <a:lnTo>
                    <a:pt x="233525" y="706359"/>
                  </a:lnTo>
                  <a:lnTo>
                    <a:pt x="193782" y="688139"/>
                  </a:lnTo>
                  <a:lnTo>
                    <a:pt x="156767" y="665478"/>
                  </a:lnTo>
                  <a:lnTo>
                    <a:pt x="122824" y="638721"/>
                  </a:lnTo>
                  <a:lnTo>
                    <a:pt x="92294" y="608210"/>
                  </a:lnTo>
                  <a:lnTo>
                    <a:pt x="65521" y="574287"/>
                  </a:lnTo>
                  <a:lnTo>
                    <a:pt x="42847" y="537294"/>
                  </a:lnTo>
                  <a:lnTo>
                    <a:pt x="24615" y="497575"/>
                  </a:lnTo>
                  <a:lnTo>
                    <a:pt x="11168" y="455471"/>
                  </a:lnTo>
                  <a:lnTo>
                    <a:pt x="2849" y="411325"/>
                  </a:lnTo>
                  <a:lnTo>
                    <a:pt x="0" y="365480"/>
                  </a:lnTo>
                  <a:lnTo>
                    <a:pt x="2849" y="319635"/>
                  </a:lnTo>
                  <a:lnTo>
                    <a:pt x="11168" y="275489"/>
                  </a:lnTo>
                  <a:lnTo>
                    <a:pt x="24615" y="233385"/>
                  </a:lnTo>
                  <a:lnTo>
                    <a:pt x="42847" y="193666"/>
                  </a:lnTo>
                  <a:lnTo>
                    <a:pt x="65521" y="156673"/>
                  </a:lnTo>
                  <a:lnTo>
                    <a:pt x="92294" y="122750"/>
                  </a:lnTo>
                  <a:lnTo>
                    <a:pt x="122824" y="92238"/>
                  </a:lnTo>
                  <a:lnTo>
                    <a:pt x="156767" y="65481"/>
                  </a:lnTo>
                  <a:lnTo>
                    <a:pt x="193782" y="42821"/>
                  </a:lnTo>
                  <a:lnTo>
                    <a:pt x="233525" y="24601"/>
                  </a:lnTo>
                  <a:lnTo>
                    <a:pt x="275655" y="11162"/>
                  </a:lnTo>
                  <a:lnTo>
                    <a:pt x="319827" y="2847"/>
                  </a:lnTo>
                  <a:lnTo>
                    <a:pt x="365699" y="0"/>
                  </a:lnTo>
                  <a:lnTo>
                    <a:pt x="413769" y="3169"/>
                  </a:lnTo>
                  <a:lnTo>
                    <a:pt x="460607" y="12521"/>
                  </a:lnTo>
                  <a:lnTo>
                    <a:pt x="505647" y="27820"/>
                  </a:lnTo>
                  <a:lnTo>
                    <a:pt x="548319" y="48831"/>
                  </a:lnTo>
                  <a:lnTo>
                    <a:pt x="588056" y="75318"/>
                  </a:lnTo>
                  <a:lnTo>
                    <a:pt x="624288" y="107046"/>
                  </a:lnTo>
                  <a:lnTo>
                    <a:pt x="656036" y="143257"/>
                  </a:lnTo>
                  <a:lnTo>
                    <a:pt x="682539" y="182970"/>
                  </a:lnTo>
                  <a:lnTo>
                    <a:pt x="703562" y="225616"/>
                  </a:lnTo>
                  <a:lnTo>
                    <a:pt x="718870" y="270629"/>
                  </a:lnTo>
                  <a:lnTo>
                    <a:pt x="728228" y="317440"/>
                  </a:lnTo>
                  <a:lnTo>
                    <a:pt x="731399" y="365480"/>
                  </a:lnTo>
                  <a:lnTo>
                    <a:pt x="728550" y="411325"/>
                  </a:lnTo>
                  <a:lnTo>
                    <a:pt x="720231" y="455471"/>
                  </a:lnTo>
                  <a:lnTo>
                    <a:pt x="706784" y="497575"/>
                  </a:lnTo>
                  <a:lnTo>
                    <a:pt x="688552" y="537294"/>
                  </a:lnTo>
                  <a:lnTo>
                    <a:pt x="665878" y="574287"/>
                  </a:lnTo>
                  <a:lnTo>
                    <a:pt x="639105" y="608210"/>
                  </a:lnTo>
                  <a:lnTo>
                    <a:pt x="608575" y="638721"/>
                  </a:lnTo>
                  <a:lnTo>
                    <a:pt x="574632" y="665478"/>
                  </a:lnTo>
                  <a:lnTo>
                    <a:pt x="537617" y="688139"/>
                  </a:lnTo>
                  <a:lnTo>
                    <a:pt x="497874" y="706359"/>
                  </a:lnTo>
                  <a:lnTo>
                    <a:pt x="455744" y="719798"/>
                  </a:lnTo>
                  <a:lnTo>
                    <a:pt x="411572" y="728113"/>
                  </a:lnTo>
                  <a:lnTo>
                    <a:pt x="365699" y="73096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36400" y="3528086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20">
                  <a:moveTo>
                    <a:pt x="0" y="365480"/>
                  </a:moveTo>
                  <a:lnTo>
                    <a:pt x="2849" y="319635"/>
                  </a:lnTo>
                  <a:lnTo>
                    <a:pt x="11168" y="275489"/>
                  </a:lnTo>
                  <a:lnTo>
                    <a:pt x="24615" y="233385"/>
                  </a:lnTo>
                  <a:lnTo>
                    <a:pt x="42847" y="193666"/>
                  </a:lnTo>
                  <a:lnTo>
                    <a:pt x="65521" y="156673"/>
                  </a:lnTo>
                  <a:lnTo>
                    <a:pt x="92294" y="122750"/>
                  </a:lnTo>
                  <a:lnTo>
                    <a:pt x="122824" y="92238"/>
                  </a:lnTo>
                  <a:lnTo>
                    <a:pt x="156767" y="65481"/>
                  </a:lnTo>
                  <a:lnTo>
                    <a:pt x="193782" y="42821"/>
                  </a:lnTo>
                  <a:lnTo>
                    <a:pt x="233525" y="24601"/>
                  </a:lnTo>
                  <a:lnTo>
                    <a:pt x="275655" y="11162"/>
                  </a:lnTo>
                  <a:lnTo>
                    <a:pt x="319827" y="2847"/>
                  </a:lnTo>
                  <a:lnTo>
                    <a:pt x="365699" y="0"/>
                  </a:lnTo>
                  <a:lnTo>
                    <a:pt x="413769" y="3169"/>
                  </a:lnTo>
                  <a:lnTo>
                    <a:pt x="460607" y="12521"/>
                  </a:lnTo>
                  <a:lnTo>
                    <a:pt x="505647" y="27820"/>
                  </a:lnTo>
                  <a:lnTo>
                    <a:pt x="548319" y="48831"/>
                  </a:lnTo>
                  <a:lnTo>
                    <a:pt x="588056" y="75318"/>
                  </a:lnTo>
                  <a:lnTo>
                    <a:pt x="624288" y="107046"/>
                  </a:lnTo>
                  <a:lnTo>
                    <a:pt x="656036" y="143257"/>
                  </a:lnTo>
                  <a:lnTo>
                    <a:pt x="682539" y="182970"/>
                  </a:lnTo>
                  <a:lnTo>
                    <a:pt x="703562" y="225616"/>
                  </a:lnTo>
                  <a:lnTo>
                    <a:pt x="718870" y="270629"/>
                  </a:lnTo>
                  <a:lnTo>
                    <a:pt x="728228" y="317440"/>
                  </a:lnTo>
                  <a:lnTo>
                    <a:pt x="731399" y="365480"/>
                  </a:lnTo>
                  <a:lnTo>
                    <a:pt x="728550" y="411325"/>
                  </a:lnTo>
                  <a:lnTo>
                    <a:pt x="720231" y="455471"/>
                  </a:lnTo>
                  <a:lnTo>
                    <a:pt x="706784" y="497575"/>
                  </a:lnTo>
                  <a:lnTo>
                    <a:pt x="688552" y="537294"/>
                  </a:lnTo>
                  <a:lnTo>
                    <a:pt x="665878" y="574287"/>
                  </a:lnTo>
                  <a:lnTo>
                    <a:pt x="639105" y="608210"/>
                  </a:lnTo>
                  <a:lnTo>
                    <a:pt x="608575" y="638721"/>
                  </a:lnTo>
                  <a:lnTo>
                    <a:pt x="574632" y="665478"/>
                  </a:lnTo>
                  <a:lnTo>
                    <a:pt x="537617" y="688139"/>
                  </a:lnTo>
                  <a:lnTo>
                    <a:pt x="497874" y="706359"/>
                  </a:lnTo>
                  <a:lnTo>
                    <a:pt x="455744" y="719798"/>
                  </a:lnTo>
                  <a:lnTo>
                    <a:pt x="411572" y="728113"/>
                  </a:lnTo>
                  <a:lnTo>
                    <a:pt x="365699" y="730960"/>
                  </a:lnTo>
                  <a:lnTo>
                    <a:pt x="319827" y="728113"/>
                  </a:lnTo>
                  <a:lnTo>
                    <a:pt x="275655" y="719798"/>
                  </a:lnTo>
                  <a:lnTo>
                    <a:pt x="233525" y="706359"/>
                  </a:lnTo>
                  <a:lnTo>
                    <a:pt x="193782" y="688139"/>
                  </a:lnTo>
                  <a:lnTo>
                    <a:pt x="156767" y="665478"/>
                  </a:lnTo>
                  <a:lnTo>
                    <a:pt x="122824" y="638721"/>
                  </a:lnTo>
                  <a:lnTo>
                    <a:pt x="92294" y="608210"/>
                  </a:lnTo>
                  <a:lnTo>
                    <a:pt x="65521" y="574287"/>
                  </a:lnTo>
                  <a:lnTo>
                    <a:pt x="42847" y="537294"/>
                  </a:lnTo>
                  <a:lnTo>
                    <a:pt x="24615" y="497575"/>
                  </a:lnTo>
                  <a:lnTo>
                    <a:pt x="11168" y="455471"/>
                  </a:lnTo>
                  <a:lnTo>
                    <a:pt x="2849" y="411325"/>
                  </a:lnTo>
                  <a:lnTo>
                    <a:pt x="0" y="36548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002099" y="3230664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314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109" y="3581454"/>
              <a:ext cx="81980" cy="105500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84599" y="4456833"/>
              <a:ext cx="2835275" cy="4157345"/>
            </a:xfrm>
            <a:custGeom>
              <a:avLst/>
              <a:gdLst/>
              <a:ahLst/>
              <a:cxnLst/>
              <a:rect l="l" t="t" r="r" b="b"/>
              <a:pathLst>
                <a:path w="2835275" h="4157345">
                  <a:moveTo>
                    <a:pt x="2834999" y="4156799"/>
                  </a:moveTo>
                  <a:lnTo>
                    <a:pt x="0" y="41567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41567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84599" y="4456833"/>
              <a:ext cx="2835275" cy="4157345"/>
            </a:xfrm>
            <a:custGeom>
              <a:avLst/>
              <a:gdLst/>
              <a:ahLst/>
              <a:cxnLst/>
              <a:rect l="l" t="t" r="r" b="b"/>
              <a:pathLst>
                <a:path w="2835275" h="4157345">
                  <a:moveTo>
                    <a:pt x="0" y="0"/>
                  </a:moveTo>
                  <a:lnTo>
                    <a:pt x="2834999" y="0"/>
                  </a:lnTo>
                  <a:lnTo>
                    <a:pt x="2834999" y="4156799"/>
                  </a:lnTo>
                  <a:lnTo>
                    <a:pt x="0" y="4156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22443" y="468522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22443" y="468522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22443" y="4875575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30" h="91439">
                  <a:moveTo>
                    <a:pt x="2315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311430" y="0"/>
                  </a:lnTo>
                  <a:lnTo>
                    <a:pt x="2315297" y="1601"/>
                  </a:lnTo>
                  <a:lnTo>
                    <a:pt x="2320998" y="7302"/>
                  </a:lnTo>
                  <a:lnTo>
                    <a:pt x="2322599" y="11168"/>
                  </a:lnTo>
                  <a:lnTo>
                    <a:pt x="2322599" y="84394"/>
                  </a:lnTo>
                  <a:lnTo>
                    <a:pt x="2315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22443" y="4875575"/>
              <a:ext cx="2322830" cy="91440"/>
            </a:xfrm>
            <a:custGeom>
              <a:avLst/>
              <a:gdLst/>
              <a:ahLst/>
              <a:cxnLst/>
              <a:rect l="l" t="t" r="r" b="b"/>
              <a:pathLst>
                <a:path w="232283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307399" y="0"/>
                  </a:lnTo>
                  <a:lnTo>
                    <a:pt x="2311430" y="0"/>
                  </a:lnTo>
                  <a:lnTo>
                    <a:pt x="2315297" y="1601"/>
                  </a:lnTo>
                  <a:lnTo>
                    <a:pt x="2318147" y="4451"/>
                  </a:lnTo>
                  <a:lnTo>
                    <a:pt x="2320998" y="7302"/>
                  </a:lnTo>
                  <a:lnTo>
                    <a:pt x="2322599" y="11168"/>
                  </a:lnTo>
                  <a:lnTo>
                    <a:pt x="2322599" y="15200"/>
                  </a:lnTo>
                  <a:lnTo>
                    <a:pt x="2322599" y="75999"/>
                  </a:lnTo>
                  <a:lnTo>
                    <a:pt x="2322599" y="84394"/>
                  </a:lnTo>
                  <a:lnTo>
                    <a:pt x="2315794" y="91199"/>
                  </a:lnTo>
                  <a:lnTo>
                    <a:pt x="2307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22443" y="506592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22443" y="506592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22443" y="525627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22443" y="525627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22443" y="5446618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22443" y="5446618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1692399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7" y="4452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22443" y="573588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22443" y="573588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22443" y="592623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22443" y="592623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22443" y="6116581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2233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84394"/>
                  </a:lnTo>
                  <a:lnTo>
                    <a:pt x="2233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22443" y="6116581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25199" y="0"/>
                  </a:lnTo>
                  <a:lnTo>
                    <a:pt x="2229230" y="0"/>
                  </a:lnTo>
                  <a:lnTo>
                    <a:pt x="2233097" y="1601"/>
                  </a:lnTo>
                  <a:lnTo>
                    <a:pt x="2235947" y="4452"/>
                  </a:lnTo>
                  <a:lnTo>
                    <a:pt x="2238798" y="7302"/>
                  </a:lnTo>
                  <a:lnTo>
                    <a:pt x="2240399" y="11168"/>
                  </a:lnTo>
                  <a:lnTo>
                    <a:pt x="2240399" y="15200"/>
                  </a:lnTo>
                  <a:lnTo>
                    <a:pt x="2240399" y="75999"/>
                  </a:lnTo>
                  <a:lnTo>
                    <a:pt x="2240399" y="84394"/>
                  </a:lnTo>
                  <a:lnTo>
                    <a:pt x="2233594" y="91199"/>
                  </a:lnTo>
                  <a:lnTo>
                    <a:pt x="22251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22443" y="632440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22443" y="632440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22443" y="663112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22443" y="663112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22443" y="682147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22443" y="682147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22443" y="703091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22443" y="703091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22443" y="7210918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1700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84394"/>
                  </a:lnTo>
                  <a:lnTo>
                    <a:pt x="17007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22443" y="7210918"/>
              <a:ext cx="1708150" cy="91440"/>
            </a:xfrm>
            <a:custGeom>
              <a:avLst/>
              <a:gdLst/>
              <a:ahLst/>
              <a:cxnLst/>
              <a:rect l="l" t="t" r="r" b="b"/>
              <a:pathLst>
                <a:path w="170815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1692399" y="0"/>
                  </a:lnTo>
                  <a:lnTo>
                    <a:pt x="1696430" y="0"/>
                  </a:lnTo>
                  <a:lnTo>
                    <a:pt x="1700297" y="1601"/>
                  </a:lnTo>
                  <a:lnTo>
                    <a:pt x="1703147" y="4451"/>
                  </a:lnTo>
                  <a:lnTo>
                    <a:pt x="1705998" y="7302"/>
                  </a:lnTo>
                  <a:lnTo>
                    <a:pt x="1707599" y="11168"/>
                  </a:lnTo>
                  <a:lnTo>
                    <a:pt x="1707599" y="15200"/>
                  </a:lnTo>
                  <a:lnTo>
                    <a:pt x="1707599" y="75999"/>
                  </a:lnTo>
                  <a:lnTo>
                    <a:pt x="1707599" y="84394"/>
                  </a:lnTo>
                  <a:lnTo>
                    <a:pt x="1700794" y="91199"/>
                  </a:lnTo>
                  <a:lnTo>
                    <a:pt x="16923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22443" y="7526128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22443" y="7526128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0"/>
                  </a:lnTo>
                  <a:lnTo>
                    <a:pt x="2509547" y="4451"/>
                  </a:lnTo>
                  <a:lnTo>
                    <a:pt x="2512398" y="7302"/>
                  </a:lnTo>
                  <a:lnTo>
                    <a:pt x="2513999" y="11168"/>
                  </a:lnTo>
                  <a:lnTo>
                    <a:pt x="2513999" y="15199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22443" y="771647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22443" y="7716474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2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22443" y="790682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22443" y="790682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22443" y="809716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25071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84394"/>
                  </a:lnTo>
                  <a:lnTo>
                    <a:pt x="25071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22443" y="8097169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498799" y="0"/>
                  </a:lnTo>
                  <a:lnTo>
                    <a:pt x="2502830" y="0"/>
                  </a:lnTo>
                  <a:lnTo>
                    <a:pt x="2506697" y="1601"/>
                  </a:lnTo>
                  <a:lnTo>
                    <a:pt x="2509547" y="4452"/>
                  </a:lnTo>
                  <a:lnTo>
                    <a:pt x="2512398" y="7303"/>
                  </a:lnTo>
                  <a:lnTo>
                    <a:pt x="2513999" y="11169"/>
                  </a:lnTo>
                  <a:lnTo>
                    <a:pt x="2513999" y="15200"/>
                  </a:lnTo>
                  <a:lnTo>
                    <a:pt x="2513999" y="75999"/>
                  </a:lnTo>
                  <a:lnTo>
                    <a:pt x="2513999" y="84394"/>
                  </a:lnTo>
                  <a:lnTo>
                    <a:pt x="2507194" y="91199"/>
                  </a:lnTo>
                  <a:lnTo>
                    <a:pt x="24987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22443" y="8287517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5" h="91440">
                  <a:moveTo>
                    <a:pt x="22425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2238230" y="0"/>
                  </a:lnTo>
                  <a:lnTo>
                    <a:pt x="2242097" y="1601"/>
                  </a:lnTo>
                  <a:lnTo>
                    <a:pt x="2247798" y="7302"/>
                  </a:lnTo>
                  <a:lnTo>
                    <a:pt x="2249399" y="11168"/>
                  </a:lnTo>
                  <a:lnTo>
                    <a:pt x="2249399" y="84394"/>
                  </a:lnTo>
                  <a:lnTo>
                    <a:pt x="2242594" y="911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22443" y="8287517"/>
              <a:ext cx="2249805" cy="91440"/>
            </a:xfrm>
            <a:custGeom>
              <a:avLst/>
              <a:gdLst/>
              <a:ahLst/>
              <a:cxnLst/>
              <a:rect l="l" t="t" r="r" b="b"/>
              <a:pathLst>
                <a:path w="2249805" h="91440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200" y="0"/>
                  </a:lnTo>
                  <a:lnTo>
                    <a:pt x="2234199" y="0"/>
                  </a:lnTo>
                  <a:lnTo>
                    <a:pt x="2238230" y="0"/>
                  </a:lnTo>
                  <a:lnTo>
                    <a:pt x="2242097" y="1601"/>
                  </a:lnTo>
                  <a:lnTo>
                    <a:pt x="2244947" y="4451"/>
                  </a:lnTo>
                  <a:lnTo>
                    <a:pt x="2247798" y="7302"/>
                  </a:lnTo>
                  <a:lnTo>
                    <a:pt x="2249399" y="11168"/>
                  </a:lnTo>
                  <a:lnTo>
                    <a:pt x="2249399" y="15200"/>
                  </a:lnTo>
                  <a:lnTo>
                    <a:pt x="2249399" y="75999"/>
                  </a:lnTo>
                  <a:lnTo>
                    <a:pt x="2249399" y="84394"/>
                  </a:lnTo>
                  <a:lnTo>
                    <a:pt x="2242594" y="91199"/>
                  </a:lnTo>
                  <a:lnTo>
                    <a:pt x="2234199" y="91199"/>
                  </a:lnTo>
                  <a:lnTo>
                    <a:pt x="15200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002099" y="4176521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31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109" y="4527311"/>
              <a:ext cx="81980" cy="105500"/>
            </a:xfrm>
            <a:prstGeom prst="rect">
              <a:avLst/>
            </a:prstGeom>
          </p:spPr>
        </p:pic>
      </p:grpSp>
      <p:sp>
        <p:nvSpPr>
          <p:cNvPr id="133" name="object 133"/>
          <p:cNvSpPr txBox="1"/>
          <p:nvPr/>
        </p:nvSpPr>
        <p:spPr>
          <a:xfrm>
            <a:off x="8447722" y="1759008"/>
            <a:ext cx="1517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latin typeface="Tahoma"/>
                <a:cs typeface="Tahoma"/>
              </a:rPr>
              <a:t>T</a:t>
            </a:r>
            <a:r>
              <a:rPr sz="2400" spc="50" dirty="0">
                <a:latin typeface="Tahoma"/>
                <a:cs typeface="Tahoma"/>
              </a:rPr>
              <a:t>r</a:t>
            </a:r>
            <a:r>
              <a:rPr sz="2400" spc="10" dirty="0">
                <a:latin typeface="Tahoma"/>
                <a:cs typeface="Tahoma"/>
              </a:rPr>
              <a:t>anslation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795733" y="2586131"/>
            <a:ext cx="2844800" cy="3059430"/>
            <a:chOff x="7795733" y="2586131"/>
            <a:chExt cx="2844800" cy="3059430"/>
          </a:xfrm>
        </p:grpSpPr>
        <p:sp>
          <p:nvSpPr>
            <p:cNvPr id="135" name="object 135"/>
            <p:cNvSpPr/>
            <p:nvPr/>
          </p:nvSpPr>
          <p:spPr>
            <a:xfrm>
              <a:off x="7800506" y="2590894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2834699" y="755904"/>
                  </a:moveTo>
                  <a:lnTo>
                    <a:pt x="0" y="755904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755904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800506" y="2590894"/>
              <a:ext cx="2835275" cy="756285"/>
            </a:xfrm>
            <a:custGeom>
              <a:avLst/>
              <a:gdLst/>
              <a:ahLst/>
              <a:cxnLst/>
              <a:rect l="l" t="t" r="r" b="b"/>
              <a:pathLst>
                <a:path w="2835275" h="756285">
                  <a:moveTo>
                    <a:pt x="0" y="0"/>
                  </a:moveTo>
                  <a:lnTo>
                    <a:pt x="2834699" y="0"/>
                  </a:lnTo>
                  <a:lnTo>
                    <a:pt x="2834699" y="755904"/>
                  </a:lnTo>
                  <a:lnTo>
                    <a:pt x="0" y="75590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983381" y="28176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5">
                  <a:moveTo>
                    <a:pt x="2507226" y="90767"/>
                  </a:moveTo>
                  <a:lnTo>
                    <a:pt x="6772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2" y="0"/>
                  </a:lnTo>
                  <a:lnTo>
                    <a:pt x="2502883" y="0"/>
                  </a:lnTo>
                  <a:lnTo>
                    <a:pt x="2506731" y="1593"/>
                  </a:lnTo>
                  <a:lnTo>
                    <a:pt x="2509568" y="4430"/>
                  </a:lnTo>
                  <a:lnTo>
                    <a:pt x="2512406" y="7267"/>
                  </a:lnTo>
                  <a:lnTo>
                    <a:pt x="2513999" y="11115"/>
                  </a:lnTo>
                  <a:lnTo>
                    <a:pt x="2513999" y="83994"/>
                  </a:lnTo>
                  <a:lnTo>
                    <a:pt x="25072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983381" y="2817665"/>
              <a:ext cx="2514600" cy="90805"/>
            </a:xfrm>
            <a:custGeom>
              <a:avLst/>
              <a:gdLst/>
              <a:ahLst/>
              <a:cxnLst/>
              <a:rect l="l" t="t" r="r" b="b"/>
              <a:pathLst>
                <a:path w="2514600" h="90805">
                  <a:moveTo>
                    <a:pt x="0" y="15128"/>
                  </a:moveTo>
                  <a:lnTo>
                    <a:pt x="0" y="6773"/>
                  </a:lnTo>
                  <a:lnTo>
                    <a:pt x="6772" y="0"/>
                  </a:lnTo>
                  <a:lnTo>
                    <a:pt x="15128" y="0"/>
                  </a:lnTo>
                  <a:lnTo>
                    <a:pt x="2498871" y="0"/>
                  </a:lnTo>
                  <a:lnTo>
                    <a:pt x="2502883" y="0"/>
                  </a:lnTo>
                  <a:lnTo>
                    <a:pt x="2506731" y="1593"/>
                  </a:lnTo>
                  <a:lnTo>
                    <a:pt x="2509568" y="4430"/>
                  </a:lnTo>
                  <a:lnTo>
                    <a:pt x="2512406" y="7267"/>
                  </a:lnTo>
                  <a:lnTo>
                    <a:pt x="2513999" y="11115"/>
                  </a:lnTo>
                  <a:lnTo>
                    <a:pt x="2513999" y="15128"/>
                  </a:lnTo>
                  <a:lnTo>
                    <a:pt x="2513999" y="75639"/>
                  </a:lnTo>
                  <a:lnTo>
                    <a:pt x="2513999" y="83994"/>
                  </a:lnTo>
                  <a:lnTo>
                    <a:pt x="2507226" y="90767"/>
                  </a:lnTo>
                  <a:lnTo>
                    <a:pt x="2498871" y="90767"/>
                  </a:lnTo>
                  <a:lnTo>
                    <a:pt x="15128" y="90767"/>
                  </a:lnTo>
                  <a:lnTo>
                    <a:pt x="6772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983381" y="30066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5">
                  <a:moveTo>
                    <a:pt x="1410426" y="90767"/>
                  </a:moveTo>
                  <a:lnTo>
                    <a:pt x="6772" y="90767"/>
                  </a:lnTo>
                  <a:lnTo>
                    <a:pt x="0" y="83994"/>
                  </a:lnTo>
                  <a:lnTo>
                    <a:pt x="0" y="15128"/>
                  </a:lnTo>
                  <a:lnTo>
                    <a:pt x="0" y="6773"/>
                  </a:lnTo>
                  <a:lnTo>
                    <a:pt x="6772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2768" y="4430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83994"/>
                  </a:lnTo>
                  <a:lnTo>
                    <a:pt x="1410426" y="90767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983381" y="3006641"/>
              <a:ext cx="1417320" cy="90805"/>
            </a:xfrm>
            <a:custGeom>
              <a:avLst/>
              <a:gdLst/>
              <a:ahLst/>
              <a:cxnLst/>
              <a:rect l="l" t="t" r="r" b="b"/>
              <a:pathLst>
                <a:path w="1417320" h="90805">
                  <a:moveTo>
                    <a:pt x="0" y="15128"/>
                  </a:moveTo>
                  <a:lnTo>
                    <a:pt x="0" y="6773"/>
                  </a:lnTo>
                  <a:lnTo>
                    <a:pt x="6772" y="0"/>
                  </a:lnTo>
                  <a:lnTo>
                    <a:pt x="15128" y="0"/>
                  </a:lnTo>
                  <a:lnTo>
                    <a:pt x="1402071" y="0"/>
                  </a:lnTo>
                  <a:lnTo>
                    <a:pt x="1406083" y="0"/>
                  </a:lnTo>
                  <a:lnTo>
                    <a:pt x="1409931" y="1593"/>
                  </a:lnTo>
                  <a:lnTo>
                    <a:pt x="1412768" y="4430"/>
                  </a:lnTo>
                  <a:lnTo>
                    <a:pt x="1415606" y="7267"/>
                  </a:lnTo>
                  <a:lnTo>
                    <a:pt x="1417199" y="11115"/>
                  </a:lnTo>
                  <a:lnTo>
                    <a:pt x="1417199" y="15128"/>
                  </a:lnTo>
                  <a:lnTo>
                    <a:pt x="1417199" y="75639"/>
                  </a:lnTo>
                  <a:lnTo>
                    <a:pt x="1417199" y="83994"/>
                  </a:lnTo>
                  <a:lnTo>
                    <a:pt x="1410426" y="90767"/>
                  </a:lnTo>
                  <a:lnTo>
                    <a:pt x="1402071" y="90767"/>
                  </a:lnTo>
                  <a:lnTo>
                    <a:pt x="15128" y="90767"/>
                  </a:lnTo>
                  <a:lnTo>
                    <a:pt x="6772" y="90767"/>
                  </a:lnTo>
                  <a:lnTo>
                    <a:pt x="0" y="83994"/>
                  </a:lnTo>
                  <a:lnTo>
                    <a:pt x="0" y="75639"/>
                  </a:lnTo>
                  <a:lnTo>
                    <a:pt x="0" y="1512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8852149" y="353001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699" y="730960"/>
                  </a:moveTo>
                  <a:lnTo>
                    <a:pt x="319827" y="728113"/>
                  </a:lnTo>
                  <a:lnTo>
                    <a:pt x="275655" y="719798"/>
                  </a:lnTo>
                  <a:lnTo>
                    <a:pt x="233526" y="706359"/>
                  </a:lnTo>
                  <a:lnTo>
                    <a:pt x="193782" y="688139"/>
                  </a:lnTo>
                  <a:lnTo>
                    <a:pt x="156767" y="665478"/>
                  </a:lnTo>
                  <a:lnTo>
                    <a:pt x="122824" y="638721"/>
                  </a:lnTo>
                  <a:lnTo>
                    <a:pt x="92294" y="608210"/>
                  </a:lnTo>
                  <a:lnTo>
                    <a:pt x="65521" y="574287"/>
                  </a:lnTo>
                  <a:lnTo>
                    <a:pt x="42847" y="537294"/>
                  </a:lnTo>
                  <a:lnTo>
                    <a:pt x="24615" y="497575"/>
                  </a:lnTo>
                  <a:lnTo>
                    <a:pt x="11168" y="455471"/>
                  </a:lnTo>
                  <a:lnTo>
                    <a:pt x="2849" y="411325"/>
                  </a:lnTo>
                  <a:lnTo>
                    <a:pt x="0" y="365480"/>
                  </a:lnTo>
                  <a:lnTo>
                    <a:pt x="2849" y="319635"/>
                  </a:lnTo>
                  <a:lnTo>
                    <a:pt x="11168" y="275489"/>
                  </a:lnTo>
                  <a:lnTo>
                    <a:pt x="24615" y="233385"/>
                  </a:lnTo>
                  <a:lnTo>
                    <a:pt x="42847" y="193666"/>
                  </a:lnTo>
                  <a:lnTo>
                    <a:pt x="65521" y="156673"/>
                  </a:lnTo>
                  <a:lnTo>
                    <a:pt x="92294" y="122750"/>
                  </a:lnTo>
                  <a:lnTo>
                    <a:pt x="122824" y="92238"/>
                  </a:lnTo>
                  <a:lnTo>
                    <a:pt x="156767" y="65481"/>
                  </a:lnTo>
                  <a:lnTo>
                    <a:pt x="193782" y="42821"/>
                  </a:lnTo>
                  <a:lnTo>
                    <a:pt x="233526" y="24601"/>
                  </a:lnTo>
                  <a:lnTo>
                    <a:pt x="275655" y="11162"/>
                  </a:lnTo>
                  <a:lnTo>
                    <a:pt x="319827" y="2847"/>
                  </a:lnTo>
                  <a:lnTo>
                    <a:pt x="365699" y="0"/>
                  </a:lnTo>
                  <a:lnTo>
                    <a:pt x="413769" y="3169"/>
                  </a:lnTo>
                  <a:lnTo>
                    <a:pt x="460607" y="12521"/>
                  </a:lnTo>
                  <a:lnTo>
                    <a:pt x="505647" y="27820"/>
                  </a:lnTo>
                  <a:lnTo>
                    <a:pt x="548319" y="48831"/>
                  </a:lnTo>
                  <a:lnTo>
                    <a:pt x="588056" y="75318"/>
                  </a:lnTo>
                  <a:lnTo>
                    <a:pt x="624288" y="107046"/>
                  </a:lnTo>
                  <a:lnTo>
                    <a:pt x="656036" y="143257"/>
                  </a:lnTo>
                  <a:lnTo>
                    <a:pt x="682539" y="182970"/>
                  </a:lnTo>
                  <a:lnTo>
                    <a:pt x="703562" y="225616"/>
                  </a:lnTo>
                  <a:lnTo>
                    <a:pt x="718870" y="270629"/>
                  </a:lnTo>
                  <a:lnTo>
                    <a:pt x="728228" y="317440"/>
                  </a:lnTo>
                  <a:lnTo>
                    <a:pt x="731399" y="365480"/>
                  </a:lnTo>
                  <a:lnTo>
                    <a:pt x="728550" y="411325"/>
                  </a:lnTo>
                  <a:lnTo>
                    <a:pt x="720231" y="455471"/>
                  </a:lnTo>
                  <a:lnTo>
                    <a:pt x="706784" y="497575"/>
                  </a:lnTo>
                  <a:lnTo>
                    <a:pt x="688552" y="537294"/>
                  </a:lnTo>
                  <a:lnTo>
                    <a:pt x="665878" y="574287"/>
                  </a:lnTo>
                  <a:lnTo>
                    <a:pt x="639105" y="608210"/>
                  </a:lnTo>
                  <a:lnTo>
                    <a:pt x="608575" y="638721"/>
                  </a:lnTo>
                  <a:lnTo>
                    <a:pt x="574632" y="665478"/>
                  </a:lnTo>
                  <a:lnTo>
                    <a:pt x="537617" y="688139"/>
                  </a:lnTo>
                  <a:lnTo>
                    <a:pt x="497873" y="706359"/>
                  </a:lnTo>
                  <a:lnTo>
                    <a:pt x="455744" y="719798"/>
                  </a:lnTo>
                  <a:lnTo>
                    <a:pt x="411572" y="728113"/>
                  </a:lnTo>
                  <a:lnTo>
                    <a:pt x="365699" y="73096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8852149" y="353001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480"/>
                  </a:moveTo>
                  <a:lnTo>
                    <a:pt x="2849" y="319635"/>
                  </a:lnTo>
                  <a:lnTo>
                    <a:pt x="11168" y="275489"/>
                  </a:lnTo>
                  <a:lnTo>
                    <a:pt x="24615" y="233385"/>
                  </a:lnTo>
                  <a:lnTo>
                    <a:pt x="42847" y="193666"/>
                  </a:lnTo>
                  <a:lnTo>
                    <a:pt x="65521" y="156673"/>
                  </a:lnTo>
                  <a:lnTo>
                    <a:pt x="92294" y="122750"/>
                  </a:lnTo>
                  <a:lnTo>
                    <a:pt x="122824" y="92238"/>
                  </a:lnTo>
                  <a:lnTo>
                    <a:pt x="156767" y="65481"/>
                  </a:lnTo>
                  <a:lnTo>
                    <a:pt x="193782" y="42821"/>
                  </a:lnTo>
                  <a:lnTo>
                    <a:pt x="233526" y="24601"/>
                  </a:lnTo>
                  <a:lnTo>
                    <a:pt x="275655" y="11162"/>
                  </a:lnTo>
                  <a:lnTo>
                    <a:pt x="319827" y="2847"/>
                  </a:lnTo>
                  <a:lnTo>
                    <a:pt x="365699" y="0"/>
                  </a:lnTo>
                  <a:lnTo>
                    <a:pt x="413769" y="3169"/>
                  </a:lnTo>
                  <a:lnTo>
                    <a:pt x="460607" y="12521"/>
                  </a:lnTo>
                  <a:lnTo>
                    <a:pt x="505647" y="27820"/>
                  </a:lnTo>
                  <a:lnTo>
                    <a:pt x="548319" y="48831"/>
                  </a:lnTo>
                  <a:lnTo>
                    <a:pt x="588056" y="75318"/>
                  </a:lnTo>
                  <a:lnTo>
                    <a:pt x="624288" y="107046"/>
                  </a:lnTo>
                  <a:lnTo>
                    <a:pt x="656036" y="143257"/>
                  </a:lnTo>
                  <a:lnTo>
                    <a:pt x="682539" y="182970"/>
                  </a:lnTo>
                  <a:lnTo>
                    <a:pt x="703562" y="225616"/>
                  </a:lnTo>
                  <a:lnTo>
                    <a:pt x="718870" y="270629"/>
                  </a:lnTo>
                  <a:lnTo>
                    <a:pt x="728228" y="317440"/>
                  </a:lnTo>
                  <a:lnTo>
                    <a:pt x="731399" y="365480"/>
                  </a:lnTo>
                  <a:lnTo>
                    <a:pt x="728550" y="411325"/>
                  </a:lnTo>
                  <a:lnTo>
                    <a:pt x="720231" y="455471"/>
                  </a:lnTo>
                  <a:lnTo>
                    <a:pt x="706784" y="497575"/>
                  </a:lnTo>
                  <a:lnTo>
                    <a:pt x="688552" y="537294"/>
                  </a:lnTo>
                  <a:lnTo>
                    <a:pt x="665878" y="574287"/>
                  </a:lnTo>
                  <a:lnTo>
                    <a:pt x="639105" y="608210"/>
                  </a:lnTo>
                  <a:lnTo>
                    <a:pt x="608575" y="638721"/>
                  </a:lnTo>
                  <a:lnTo>
                    <a:pt x="574632" y="665478"/>
                  </a:lnTo>
                  <a:lnTo>
                    <a:pt x="537617" y="688139"/>
                  </a:lnTo>
                  <a:lnTo>
                    <a:pt x="497873" y="706359"/>
                  </a:lnTo>
                  <a:lnTo>
                    <a:pt x="455744" y="719798"/>
                  </a:lnTo>
                  <a:lnTo>
                    <a:pt x="411572" y="728113"/>
                  </a:lnTo>
                  <a:lnTo>
                    <a:pt x="365699" y="730960"/>
                  </a:lnTo>
                  <a:lnTo>
                    <a:pt x="319827" y="728113"/>
                  </a:lnTo>
                  <a:lnTo>
                    <a:pt x="275655" y="719798"/>
                  </a:lnTo>
                  <a:lnTo>
                    <a:pt x="233526" y="706359"/>
                  </a:lnTo>
                  <a:lnTo>
                    <a:pt x="193782" y="688139"/>
                  </a:lnTo>
                  <a:lnTo>
                    <a:pt x="156767" y="665478"/>
                  </a:lnTo>
                  <a:lnTo>
                    <a:pt x="122824" y="638721"/>
                  </a:lnTo>
                  <a:lnTo>
                    <a:pt x="92294" y="608210"/>
                  </a:lnTo>
                  <a:lnTo>
                    <a:pt x="65521" y="574287"/>
                  </a:lnTo>
                  <a:lnTo>
                    <a:pt x="42847" y="537294"/>
                  </a:lnTo>
                  <a:lnTo>
                    <a:pt x="24615" y="497575"/>
                  </a:lnTo>
                  <a:lnTo>
                    <a:pt x="11168" y="455471"/>
                  </a:lnTo>
                  <a:lnTo>
                    <a:pt x="2849" y="411325"/>
                  </a:lnTo>
                  <a:lnTo>
                    <a:pt x="0" y="36548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217849" y="3232589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314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6859" y="3583379"/>
              <a:ext cx="81980" cy="105500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7800495" y="4563550"/>
              <a:ext cx="2835275" cy="1077595"/>
            </a:xfrm>
            <a:custGeom>
              <a:avLst/>
              <a:gdLst/>
              <a:ahLst/>
              <a:cxnLst/>
              <a:rect l="l" t="t" r="r" b="b"/>
              <a:pathLst>
                <a:path w="2835275" h="1077595">
                  <a:moveTo>
                    <a:pt x="2834699" y="1077254"/>
                  </a:moveTo>
                  <a:lnTo>
                    <a:pt x="0" y="1077254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1077254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800495" y="4563550"/>
              <a:ext cx="2835275" cy="1077595"/>
            </a:xfrm>
            <a:custGeom>
              <a:avLst/>
              <a:gdLst/>
              <a:ahLst/>
              <a:cxnLst/>
              <a:rect l="l" t="t" r="r" b="b"/>
              <a:pathLst>
                <a:path w="2835275" h="1077595">
                  <a:moveTo>
                    <a:pt x="0" y="0"/>
                  </a:moveTo>
                  <a:lnTo>
                    <a:pt x="2834699" y="0"/>
                  </a:lnTo>
                  <a:lnTo>
                    <a:pt x="2834699" y="1077254"/>
                  </a:lnTo>
                  <a:lnTo>
                    <a:pt x="0" y="107725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953495" y="4817414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105" y="92396"/>
                  </a:moveTo>
                  <a:lnTo>
                    <a:pt x="6894" y="92396"/>
                  </a:lnTo>
                  <a:lnTo>
                    <a:pt x="0" y="85501"/>
                  </a:lnTo>
                  <a:lnTo>
                    <a:pt x="0" y="15399"/>
                  </a:lnTo>
                  <a:lnTo>
                    <a:pt x="0" y="6894"/>
                  </a:lnTo>
                  <a:lnTo>
                    <a:pt x="6894" y="0"/>
                  </a:lnTo>
                  <a:lnTo>
                    <a:pt x="2502684" y="0"/>
                  </a:lnTo>
                  <a:lnTo>
                    <a:pt x="2506601" y="1622"/>
                  </a:lnTo>
                  <a:lnTo>
                    <a:pt x="2512378" y="7398"/>
                  </a:lnTo>
                  <a:lnTo>
                    <a:pt x="2513999" y="11315"/>
                  </a:lnTo>
                  <a:lnTo>
                    <a:pt x="2513999" y="85501"/>
                  </a:lnTo>
                  <a:lnTo>
                    <a:pt x="2507105" y="92396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953495" y="4817414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99"/>
                  </a:moveTo>
                  <a:lnTo>
                    <a:pt x="0" y="6894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2498600" y="0"/>
                  </a:lnTo>
                  <a:lnTo>
                    <a:pt x="2502684" y="0"/>
                  </a:lnTo>
                  <a:lnTo>
                    <a:pt x="2506601" y="1622"/>
                  </a:lnTo>
                  <a:lnTo>
                    <a:pt x="2509489" y="4510"/>
                  </a:lnTo>
                  <a:lnTo>
                    <a:pt x="2512378" y="7398"/>
                  </a:lnTo>
                  <a:lnTo>
                    <a:pt x="2513999" y="11315"/>
                  </a:lnTo>
                  <a:lnTo>
                    <a:pt x="2513999" y="15399"/>
                  </a:lnTo>
                  <a:lnTo>
                    <a:pt x="2513999" y="76996"/>
                  </a:lnTo>
                  <a:lnTo>
                    <a:pt x="2513999" y="85501"/>
                  </a:lnTo>
                  <a:lnTo>
                    <a:pt x="2507105" y="92396"/>
                  </a:lnTo>
                  <a:lnTo>
                    <a:pt x="2498600" y="92396"/>
                  </a:lnTo>
                  <a:lnTo>
                    <a:pt x="15399" y="92396"/>
                  </a:lnTo>
                  <a:lnTo>
                    <a:pt x="6894" y="92396"/>
                  </a:lnTo>
                  <a:lnTo>
                    <a:pt x="0" y="85501"/>
                  </a:lnTo>
                  <a:lnTo>
                    <a:pt x="0" y="76996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953495" y="5009781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2507705" y="92396"/>
                  </a:moveTo>
                  <a:lnTo>
                    <a:pt x="6894" y="92396"/>
                  </a:lnTo>
                  <a:lnTo>
                    <a:pt x="0" y="85501"/>
                  </a:lnTo>
                  <a:lnTo>
                    <a:pt x="0" y="15399"/>
                  </a:lnTo>
                  <a:lnTo>
                    <a:pt x="0" y="6894"/>
                  </a:lnTo>
                  <a:lnTo>
                    <a:pt x="6894" y="0"/>
                  </a:lnTo>
                  <a:lnTo>
                    <a:pt x="2503284" y="0"/>
                  </a:lnTo>
                  <a:lnTo>
                    <a:pt x="2507201" y="1622"/>
                  </a:lnTo>
                  <a:lnTo>
                    <a:pt x="2512978" y="7398"/>
                  </a:lnTo>
                  <a:lnTo>
                    <a:pt x="2514599" y="11315"/>
                  </a:lnTo>
                  <a:lnTo>
                    <a:pt x="2514599" y="85501"/>
                  </a:lnTo>
                  <a:lnTo>
                    <a:pt x="2507705" y="92396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953495" y="5009781"/>
              <a:ext cx="2514600" cy="92710"/>
            </a:xfrm>
            <a:custGeom>
              <a:avLst/>
              <a:gdLst/>
              <a:ahLst/>
              <a:cxnLst/>
              <a:rect l="l" t="t" r="r" b="b"/>
              <a:pathLst>
                <a:path w="2514600" h="92710">
                  <a:moveTo>
                    <a:pt x="0" y="15399"/>
                  </a:moveTo>
                  <a:lnTo>
                    <a:pt x="0" y="6894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2499200" y="0"/>
                  </a:lnTo>
                  <a:lnTo>
                    <a:pt x="2503284" y="0"/>
                  </a:lnTo>
                  <a:lnTo>
                    <a:pt x="2507201" y="1622"/>
                  </a:lnTo>
                  <a:lnTo>
                    <a:pt x="2510089" y="4510"/>
                  </a:lnTo>
                  <a:lnTo>
                    <a:pt x="2512978" y="7398"/>
                  </a:lnTo>
                  <a:lnTo>
                    <a:pt x="2514599" y="11315"/>
                  </a:lnTo>
                  <a:lnTo>
                    <a:pt x="2514599" y="15399"/>
                  </a:lnTo>
                  <a:lnTo>
                    <a:pt x="2514599" y="76996"/>
                  </a:lnTo>
                  <a:lnTo>
                    <a:pt x="2514599" y="85501"/>
                  </a:lnTo>
                  <a:lnTo>
                    <a:pt x="2507705" y="92396"/>
                  </a:lnTo>
                  <a:lnTo>
                    <a:pt x="2499200" y="92396"/>
                  </a:lnTo>
                  <a:lnTo>
                    <a:pt x="15399" y="92396"/>
                  </a:lnTo>
                  <a:lnTo>
                    <a:pt x="6894" y="92396"/>
                  </a:lnTo>
                  <a:lnTo>
                    <a:pt x="0" y="85501"/>
                  </a:lnTo>
                  <a:lnTo>
                    <a:pt x="0" y="76996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949848" y="5209903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20" h="92710">
                  <a:moveTo>
                    <a:pt x="1410305" y="92396"/>
                  </a:moveTo>
                  <a:lnTo>
                    <a:pt x="6894" y="92396"/>
                  </a:lnTo>
                  <a:lnTo>
                    <a:pt x="0" y="85501"/>
                  </a:lnTo>
                  <a:lnTo>
                    <a:pt x="0" y="15399"/>
                  </a:lnTo>
                  <a:lnTo>
                    <a:pt x="0" y="6894"/>
                  </a:lnTo>
                  <a:lnTo>
                    <a:pt x="6894" y="0"/>
                  </a:lnTo>
                  <a:lnTo>
                    <a:pt x="1405883" y="0"/>
                  </a:lnTo>
                  <a:lnTo>
                    <a:pt x="1409801" y="1622"/>
                  </a:lnTo>
                  <a:lnTo>
                    <a:pt x="1415577" y="7398"/>
                  </a:lnTo>
                  <a:lnTo>
                    <a:pt x="1417199" y="11315"/>
                  </a:lnTo>
                  <a:lnTo>
                    <a:pt x="1417199" y="85501"/>
                  </a:lnTo>
                  <a:lnTo>
                    <a:pt x="1410305" y="92396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949848" y="5209903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20" h="92710">
                  <a:moveTo>
                    <a:pt x="0" y="15399"/>
                  </a:moveTo>
                  <a:lnTo>
                    <a:pt x="0" y="6894"/>
                  </a:lnTo>
                  <a:lnTo>
                    <a:pt x="6894" y="0"/>
                  </a:lnTo>
                  <a:lnTo>
                    <a:pt x="15399" y="0"/>
                  </a:lnTo>
                  <a:lnTo>
                    <a:pt x="1401799" y="0"/>
                  </a:lnTo>
                  <a:lnTo>
                    <a:pt x="1405883" y="0"/>
                  </a:lnTo>
                  <a:lnTo>
                    <a:pt x="1409801" y="1622"/>
                  </a:lnTo>
                  <a:lnTo>
                    <a:pt x="1412688" y="4510"/>
                  </a:lnTo>
                  <a:lnTo>
                    <a:pt x="1415577" y="7398"/>
                  </a:lnTo>
                  <a:lnTo>
                    <a:pt x="1417199" y="11315"/>
                  </a:lnTo>
                  <a:lnTo>
                    <a:pt x="1417199" y="15399"/>
                  </a:lnTo>
                  <a:lnTo>
                    <a:pt x="1417199" y="76996"/>
                  </a:lnTo>
                  <a:lnTo>
                    <a:pt x="1417199" y="85501"/>
                  </a:lnTo>
                  <a:lnTo>
                    <a:pt x="1410305" y="92396"/>
                  </a:lnTo>
                  <a:lnTo>
                    <a:pt x="1401799" y="92396"/>
                  </a:lnTo>
                  <a:lnTo>
                    <a:pt x="15399" y="92396"/>
                  </a:lnTo>
                  <a:lnTo>
                    <a:pt x="6894" y="92396"/>
                  </a:lnTo>
                  <a:lnTo>
                    <a:pt x="0" y="85501"/>
                  </a:lnTo>
                  <a:lnTo>
                    <a:pt x="0" y="76996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9217849" y="4178446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31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76859" y="4529236"/>
              <a:ext cx="81980" cy="105500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11998501" y="1637511"/>
            <a:ext cx="1619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Tahoma"/>
                <a:cs typeface="Tahoma"/>
              </a:rPr>
              <a:t>Information  </a:t>
            </a:r>
            <a:r>
              <a:rPr sz="2400" spc="40" dirty="0">
                <a:latin typeface="Tahoma"/>
                <a:cs typeface="Tahoma"/>
              </a:rPr>
              <a:t>retrieval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1385690" y="2586547"/>
            <a:ext cx="2844800" cy="5352415"/>
            <a:chOff x="11385690" y="2586547"/>
            <a:chExt cx="2844800" cy="5352415"/>
          </a:xfrm>
        </p:grpSpPr>
        <p:sp>
          <p:nvSpPr>
            <p:cNvPr id="157" name="object 157"/>
            <p:cNvSpPr/>
            <p:nvPr/>
          </p:nvSpPr>
          <p:spPr>
            <a:xfrm>
              <a:off x="11390500" y="2591310"/>
              <a:ext cx="2835275" cy="2588895"/>
            </a:xfrm>
            <a:custGeom>
              <a:avLst/>
              <a:gdLst/>
              <a:ahLst/>
              <a:cxnLst/>
              <a:rect l="l" t="t" r="r" b="b"/>
              <a:pathLst>
                <a:path w="2835275" h="2588895">
                  <a:moveTo>
                    <a:pt x="2834699" y="2588727"/>
                  </a:moveTo>
                  <a:lnTo>
                    <a:pt x="0" y="2588727"/>
                  </a:lnTo>
                  <a:lnTo>
                    <a:pt x="0" y="0"/>
                  </a:lnTo>
                  <a:lnTo>
                    <a:pt x="2834699" y="0"/>
                  </a:lnTo>
                  <a:lnTo>
                    <a:pt x="2834699" y="2588727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1390500" y="2591310"/>
              <a:ext cx="2835275" cy="2588895"/>
            </a:xfrm>
            <a:custGeom>
              <a:avLst/>
              <a:gdLst/>
              <a:ahLst/>
              <a:cxnLst/>
              <a:rect l="l" t="t" r="r" b="b"/>
              <a:pathLst>
                <a:path w="2835275" h="2588895">
                  <a:moveTo>
                    <a:pt x="0" y="0"/>
                  </a:moveTo>
                  <a:lnTo>
                    <a:pt x="2834699" y="0"/>
                  </a:lnTo>
                  <a:lnTo>
                    <a:pt x="2834699" y="2588727"/>
                  </a:lnTo>
                  <a:lnTo>
                    <a:pt x="0" y="258872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1528325" y="281972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2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1528325" y="281972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7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2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7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1528325" y="301007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1528325" y="3010075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8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1528325" y="320042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1528325" y="3200422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8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1528325" y="339077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2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1528325" y="3390770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7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2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7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1528325" y="3581117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5" h="91439">
                  <a:moveTo>
                    <a:pt x="17004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1696102" y="0"/>
                  </a:lnTo>
                  <a:lnTo>
                    <a:pt x="1699979" y="1605"/>
                  </a:lnTo>
                  <a:lnTo>
                    <a:pt x="1702835" y="4463"/>
                  </a:lnTo>
                  <a:lnTo>
                    <a:pt x="1705693" y="7320"/>
                  </a:lnTo>
                  <a:lnTo>
                    <a:pt x="1707299" y="11196"/>
                  </a:lnTo>
                  <a:lnTo>
                    <a:pt x="1707299" y="84604"/>
                  </a:lnTo>
                  <a:lnTo>
                    <a:pt x="17004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1528325" y="3581117"/>
              <a:ext cx="1707514" cy="91440"/>
            </a:xfrm>
            <a:custGeom>
              <a:avLst/>
              <a:gdLst/>
              <a:ahLst/>
              <a:cxnLst/>
              <a:rect l="l" t="t" r="r" b="b"/>
              <a:pathLst>
                <a:path w="1707515" h="91439">
                  <a:moveTo>
                    <a:pt x="0" y="15238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1692060" y="0"/>
                  </a:lnTo>
                  <a:lnTo>
                    <a:pt x="1696102" y="0"/>
                  </a:lnTo>
                  <a:lnTo>
                    <a:pt x="1699979" y="1605"/>
                  </a:lnTo>
                  <a:lnTo>
                    <a:pt x="1702835" y="4463"/>
                  </a:lnTo>
                  <a:lnTo>
                    <a:pt x="1705693" y="7320"/>
                  </a:lnTo>
                  <a:lnTo>
                    <a:pt x="1707299" y="11196"/>
                  </a:lnTo>
                  <a:lnTo>
                    <a:pt x="1707299" y="15238"/>
                  </a:lnTo>
                  <a:lnTo>
                    <a:pt x="1707299" y="76188"/>
                  </a:lnTo>
                  <a:lnTo>
                    <a:pt x="1707299" y="84604"/>
                  </a:lnTo>
                  <a:lnTo>
                    <a:pt x="1700477" y="91426"/>
                  </a:lnTo>
                  <a:lnTo>
                    <a:pt x="16920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1528325" y="387038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4"/>
                  </a:lnTo>
                  <a:lnTo>
                    <a:pt x="2509535" y="4462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1528325" y="3870386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7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4"/>
                  </a:lnTo>
                  <a:lnTo>
                    <a:pt x="2509535" y="4462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7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1528325" y="406073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1528325" y="4060733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8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1528325" y="459370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25071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8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84604"/>
                  </a:lnTo>
                  <a:lnTo>
                    <a:pt x="25071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1528325" y="4593707"/>
              <a:ext cx="2514600" cy="91440"/>
            </a:xfrm>
            <a:custGeom>
              <a:avLst/>
              <a:gdLst/>
              <a:ahLst/>
              <a:cxnLst/>
              <a:rect l="l" t="t" r="r" b="b"/>
              <a:pathLst>
                <a:path w="2514600" h="91439">
                  <a:moveTo>
                    <a:pt x="0" y="15238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498760" y="0"/>
                  </a:lnTo>
                  <a:lnTo>
                    <a:pt x="2502802" y="0"/>
                  </a:lnTo>
                  <a:lnTo>
                    <a:pt x="2506679" y="1605"/>
                  </a:lnTo>
                  <a:lnTo>
                    <a:pt x="2509535" y="4463"/>
                  </a:lnTo>
                  <a:lnTo>
                    <a:pt x="2512393" y="7320"/>
                  </a:lnTo>
                  <a:lnTo>
                    <a:pt x="2513999" y="11196"/>
                  </a:lnTo>
                  <a:lnTo>
                    <a:pt x="2513999" y="15238"/>
                  </a:lnTo>
                  <a:lnTo>
                    <a:pt x="2513999" y="76188"/>
                  </a:lnTo>
                  <a:lnTo>
                    <a:pt x="2513999" y="84604"/>
                  </a:lnTo>
                  <a:lnTo>
                    <a:pt x="2507177" y="91426"/>
                  </a:lnTo>
                  <a:lnTo>
                    <a:pt x="24987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1528325" y="4784054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4" h="91439">
                  <a:moveTo>
                    <a:pt x="7887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784402" y="0"/>
                  </a:lnTo>
                  <a:lnTo>
                    <a:pt x="788278" y="1605"/>
                  </a:lnTo>
                  <a:lnTo>
                    <a:pt x="793994" y="7320"/>
                  </a:lnTo>
                  <a:lnTo>
                    <a:pt x="795599" y="11196"/>
                  </a:lnTo>
                  <a:lnTo>
                    <a:pt x="795599" y="84604"/>
                  </a:lnTo>
                  <a:lnTo>
                    <a:pt x="7887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1528325" y="4784054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4" h="91439">
                  <a:moveTo>
                    <a:pt x="0" y="15237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780361" y="0"/>
                  </a:lnTo>
                  <a:lnTo>
                    <a:pt x="784402" y="0"/>
                  </a:lnTo>
                  <a:lnTo>
                    <a:pt x="788278" y="1605"/>
                  </a:lnTo>
                  <a:lnTo>
                    <a:pt x="791136" y="4463"/>
                  </a:lnTo>
                  <a:lnTo>
                    <a:pt x="793994" y="7320"/>
                  </a:lnTo>
                  <a:lnTo>
                    <a:pt x="795599" y="11196"/>
                  </a:lnTo>
                  <a:lnTo>
                    <a:pt x="795599" y="15237"/>
                  </a:lnTo>
                  <a:lnTo>
                    <a:pt x="795599" y="76188"/>
                  </a:lnTo>
                  <a:lnTo>
                    <a:pt x="795599" y="84604"/>
                  </a:lnTo>
                  <a:lnTo>
                    <a:pt x="788777" y="91426"/>
                  </a:lnTo>
                  <a:lnTo>
                    <a:pt x="780361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1527600" y="4266369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2233577" y="91426"/>
                  </a:moveTo>
                  <a:lnTo>
                    <a:pt x="6821" y="91426"/>
                  </a:lnTo>
                  <a:lnTo>
                    <a:pt x="0" y="84604"/>
                  </a:lnTo>
                  <a:lnTo>
                    <a:pt x="0" y="15237"/>
                  </a:lnTo>
                  <a:lnTo>
                    <a:pt x="0" y="6822"/>
                  </a:lnTo>
                  <a:lnTo>
                    <a:pt x="6821" y="0"/>
                  </a:lnTo>
                  <a:lnTo>
                    <a:pt x="2229202" y="0"/>
                  </a:lnTo>
                  <a:lnTo>
                    <a:pt x="2233079" y="1605"/>
                  </a:lnTo>
                  <a:lnTo>
                    <a:pt x="2235935" y="4463"/>
                  </a:lnTo>
                  <a:lnTo>
                    <a:pt x="2238793" y="7320"/>
                  </a:lnTo>
                  <a:lnTo>
                    <a:pt x="2240399" y="11196"/>
                  </a:lnTo>
                  <a:lnTo>
                    <a:pt x="2240399" y="84604"/>
                  </a:lnTo>
                  <a:lnTo>
                    <a:pt x="2233577" y="91426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1527600" y="4266369"/>
              <a:ext cx="2240915" cy="91440"/>
            </a:xfrm>
            <a:custGeom>
              <a:avLst/>
              <a:gdLst/>
              <a:ahLst/>
              <a:cxnLst/>
              <a:rect l="l" t="t" r="r" b="b"/>
              <a:pathLst>
                <a:path w="2240915" h="91439">
                  <a:moveTo>
                    <a:pt x="0" y="15237"/>
                  </a:moveTo>
                  <a:lnTo>
                    <a:pt x="0" y="6822"/>
                  </a:lnTo>
                  <a:lnTo>
                    <a:pt x="6821" y="0"/>
                  </a:lnTo>
                  <a:lnTo>
                    <a:pt x="15237" y="0"/>
                  </a:lnTo>
                  <a:lnTo>
                    <a:pt x="2225160" y="0"/>
                  </a:lnTo>
                  <a:lnTo>
                    <a:pt x="2229202" y="0"/>
                  </a:lnTo>
                  <a:lnTo>
                    <a:pt x="2233079" y="1605"/>
                  </a:lnTo>
                  <a:lnTo>
                    <a:pt x="2235935" y="4463"/>
                  </a:lnTo>
                  <a:lnTo>
                    <a:pt x="2238793" y="7320"/>
                  </a:lnTo>
                  <a:lnTo>
                    <a:pt x="2240399" y="11196"/>
                  </a:lnTo>
                  <a:lnTo>
                    <a:pt x="2240399" y="15237"/>
                  </a:lnTo>
                  <a:lnTo>
                    <a:pt x="2240399" y="76188"/>
                  </a:lnTo>
                  <a:lnTo>
                    <a:pt x="2240399" y="84604"/>
                  </a:lnTo>
                  <a:lnTo>
                    <a:pt x="2233577" y="91426"/>
                  </a:lnTo>
                  <a:lnTo>
                    <a:pt x="2225160" y="91426"/>
                  </a:lnTo>
                  <a:lnTo>
                    <a:pt x="15237" y="91426"/>
                  </a:lnTo>
                  <a:lnTo>
                    <a:pt x="6821" y="91426"/>
                  </a:lnTo>
                  <a:lnTo>
                    <a:pt x="0" y="84604"/>
                  </a:lnTo>
                  <a:lnTo>
                    <a:pt x="0" y="76188"/>
                  </a:lnTo>
                  <a:lnTo>
                    <a:pt x="0" y="1523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1680725" y="3008552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4" h="91439">
                  <a:moveTo>
                    <a:pt x="788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784430" y="0"/>
                  </a:lnTo>
                  <a:lnTo>
                    <a:pt x="788296" y="1601"/>
                  </a:lnTo>
                  <a:lnTo>
                    <a:pt x="793998" y="7302"/>
                  </a:lnTo>
                  <a:lnTo>
                    <a:pt x="795599" y="11168"/>
                  </a:lnTo>
                  <a:lnTo>
                    <a:pt x="795599" y="84394"/>
                  </a:lnTo>
                  <a:lnTo>
                    <a:pt x="788794" y="911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1680725" y="3008552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4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780399" y="0"/>
                  </a:lnTo>
                  <a:lnTo>
                    <a:pt x="784430" y="0"/>
                  </a:lnTo>
                  <a:lnTo>
                    <a:pt x="788296" y="1601"/>
                  </a:lnTo>
                  <a:lnTo>
                    <a:pt x="791147" y="4452"/>
                  </a:lnTo>
                  <a:lnTo>
                    <a:pt x="793998" y="7302"/>
                  </a:lnTo>
                  <a:lnTo>
                    <a:pt x="795599" y="11168"/>
                  </a:lnTo>
                  <a:lnTo>
                    <a:pt x="795599" y="15200"/>
                  </a:lnTo>
                  <a:lnTo>
                    <a:pt x="795599" y="75999"/>
                  </a:lnTo>
                  <a:lnTo>
                    <a:pt x="795599" y="84394"/>
                  </a:lnTo>
                  <a:lnTo>
                    <a:pt x="788794" y="91199"/>
                  </a:lnTo>
                  <a:lnTo>
                    <a:pt x="7803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2835475" y="3008542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5" h="91439">
                  <a:moveTo>
                    <a:pt x="788793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200"/>
                  </a:lnTo>
                  <a:lnTo>
                    <a:pt x="0" y="6805"/>
                  </a:lnTo>
                  <a:lnTo>
                    <a:pt x="6805" y="0"/>
                  </a:lnTo>
                  <a:lnTo>
                    <a:pt x="784431" y="0"/>
                  </a:lnTo>
                  <a:lnTo>
                    <a:pt x="788297" y="1601"/>
                  </a:lnTo>
                  <a:lnTo>
                    <a:pt x="791148" y="4452"/>
                  </a:lnTo>
                  <a:lnTo>
                    <a:pt x="793998" y="7302"/>
                  </a:lnTo>
                  <a:lnTo>
                    <a:pt x="795599" y="11168"/>
                  </a:lnTo>
                  <a:lnTo>
                    <a:pt x="795599" y="84394"/>
                  </a:lnTo>
                  <a:lnTo>
                    <a:pt x="788793" y="91199"/>
                  </a:lnTo>
                  <a:close/>
                </a:path>
              </a:pathLst>
            </a:custGeom>
            <a:solidFill>
              <a:srgbClr val="EEF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2835475" y="3008542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5" h="91439">
                  <a:moveTo>
                    <a:pt x="0" y="15200"/>
                  </a:moveTo>
                  <a:lnTo>
                    <a:pt x="0" y="6805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780399" y="0"/>
                  </a:lnTo>
                  <a:lnTo>
                    <a:pt x="784431" y="0"/>
                  </a:lnTo>
                  <a:lnTo>
                    <a:pt x="788297" y="1601"/>
                  </a:lnTo>
                  <a:lnTo>
                    <a:pt x="791148" y="4452"/>
                  </a:lnTo>
                  <a:lnTo>
                    <a:pt x="793998" y="7302"/>
                  </a:lnTo>
                  <a:lnTo>
                    <a:pt x="795599" y="11168"/>
                  </a:lnTo>
                  <a:lnTo>
                    <a:pt x="795599" y="15200"/>
                  </a:lnTo>
                  <a:lnTo>
                    <a:pt x="795599" y="75999"/>
                  </a:lnTo>
                  <a:lnTo>
                    <a:pt x="795599" y="84394"/>
                  </a:lnTo>
                  <a:lnTo>
                    <a:pt x="788793" y="91199"/>
                  </a:lnTo>
                  <a:lnTo>
                    <a:pt x="7803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2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1866250" y="4269415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4" h="91439">
                  <a:moveTo>
                    <a:pt x="788794" y="91199"/>
                  </a:moveTo>
                  <a:lnTo>
                    <a:pt x="6805" y="91199"/>
                  </a:lnTo>
                  <a:lnTo>
                    <a:pt x="0" y="84394"/>
                  </a:lnTo>
                  <a:lnTo>
                    <a:pt x="0" y="15199"/>
                  </a:lnTo>
                  <a:lnTo>
                    <a:pt x="0" y="6804"/>
                  </a:lnTo>
                  <a:lnTo>
                    <a:pt x="6805" y="0"/>
                  </a:lnTo>
                  <a:lnTo>
                    <a:pt x="784430" y="0"/>
                  </a:lnTo>
                  <a:lnTo>
                    <a:pt x="788296" y="1601"/>
                  </a:lnTo>
                  <a:lnTo>
                    <a:pt x="791147" y="4451"/>
                  </a:lnTo>
                  <a:lnTo>
                    <a:pt x="793998" y="7302"/>
                  </a:lnTo>
                  <a:lnTo>
                    <a:pt x="795599" y="11168"/>
                  </a:lnTo>
                  <a:lnTo>
                    <a:pt x="795599" y="84394"/>
                  </a:lnTo>
                  <a:lnTo>
                    <a:pt x="788794" y="911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1866250" y="4269415"/>
              <a:ext cx="795655" cy="91440"/>
            </a:xfrm>
            <a:custGeom>
              <a:avLst/>
              <a:gdLst/>
              <a:ahLst/>
              <a:cxnLst/>
              <a:rect l="l" t="t" r="r" b="b"/>
              <a:pathLst>
                <a:path w="795654" h="91439">
                  <a:moveTo>
                    <a:pt x="0" y="15199"/>
                  </a:moveTo>
                  <a:lnTo>
                    <a:pt x="0" y="6804"/>
                  </a:lnTo>
                  <a:lnTo>
                    <a:pt x="6805" y="0"/>
                  </a:lnTo>
                  <a:lnTo>
                    <a:pt x="15199" y="0"/>
                  </a:lnTo>
                  <a:lnTo>
                    <a:pt x="780399" y="0"/>
                  </a:lnTo>
                  <a:lnTo>
                    <a:pt x="784430" y="0"/>
                  </a:lnTo>
                  <a:lnTo>
                    <a:pt x="788296" y="1601"/>
                  </a:lnTo>
                  <a:lnTo>
                    <a:pt x="791147" y="4451"/>
                  </a:lnTo>
                  <a:lnTo>
                    <a:pt x="793998" y="7302"/>
                  </a:lnTo>
                  <a:lnTo>
                    <a:pt x="795599" y="11168"/>
                  </a:lnTo>
                  <a:lnTo>
                    <a:pt x="795599" y="15199"/>
                  </a:lnTo>
                  <a:lnTo>
                    <a:pt x="795599" y="75999"/>
                  </a:lnTo>
                  <a:lnTo>
                    <a:pt x="795599" y="84394"/>
                  </a:lnTo>
                  <a:lnTo>
                    <a:pt x="788794" y="91199"/>
                  </a:lnTo>
                  <a:lnTo>
                    <a:pt x="780399" y="91199"/>
                  </a:lnTo>
                  <a:lnTo>
                    <a:pt x="15199" y="91199"/>
                  </a:lnTo>
                  <a:lnTo>
                    <a:pt x="6805" y="91199"/>
                  </a:lnTo>
                  <a:lnTo>
                    <a:pt x="0" y="84394"/>
                  </a:lnTo>
                  <a:lnTo>
                    <a:pt x="0" y="75999"/>
                  </a:lnTo>
                  <a:lnTo>
                    <a:pt x="0" y="15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2442125" y="5275410"/>
              <a:ext cx="731520" cy="730885"/>
            </a:xfrm>
            <a:custGeom>
              <a:avLst/>
              <a:gdLst/>
              <a:ahLst/>
              <a:cxnLst/>
              <a:rect l="l" t="t" r="r" b="b"/>
              <a:pathLst>
                <a:path w="731519" h="730885">
                  <a:moveTo>
                    <a:pt x="365699" y="730799"/>
                  </a:moveTo>
                  <a:lnTo>
                    <a:pt x="319827" y="727953"/>
                  </a:lnTo>
                  <a:lnTo>
                    <a:pt x="275655" y="719640"/>
                  </a:lnTo>
                  <a:lnTo>
                    <a:pt x="233526" y="706204"/>
                  </a:lnTo>
                  <a:lnTo>
                    <a:pt x="193782" y="687987"/>
                  </a:lnTo>
                  <a:lnTo>
                    <a:pt x="156767" y="665332"/>
                  </a:lnTo>
                  <a:lnTo>
                    <a:pt x="122824" y="638581"/>
                  </a:lnTo>
                  <a:lnTo>
                    <a:pt x="92294" y="608076"/>
                  </a:lnTo>
                  <a:lnTo>
                    <a:pt x="65521" y="574160"/>
                  </a:lnTo>
                  <a:lnTo>
                    <a:pt x="42847" y="537176"/>
                  </a:lnTo>
                  <a:lnTo>
                    <a:pt x="24615" y="497465"/>
                  </a:lnTo>
                  <a:lnTo>
                    <a:pt x="11168" y="455370"/>
                  </a:lnTo>
                  <a:lnTo>
                    <a:pt x="2849" y="411234"/>
                  </a:lnTo>
                  <a:lnTo>
                    <a:pt x="0" y="365399"/>
                  </a:lnTo>
                  <a:lnTo>
                    <a:pt x="2849" y="319564"/>
                  </a:lnTo>
                  <a:lnTo>
                    <a:pt x="11168" y="275428"/>
                  </a:lnTo>
                  <a:lnTo>
                    <a:pt x="24615" y="233334"/>
                  </a:lnTo>
                  <a:lnTo>
                    <a:pt x="42847" y="193623"/>
                  </a:lnTo>
                  <a:lnTo>
                    <a:pt x="65521" y="156638"/>
                  </a:lnTo>
                  <a:lnTo>
                    <a:pt x="92294" y="122723"/>
                  </a:lnTo>
                  <a:lnTo>
                    <a:pt x="122824" y="92218"/>
                  </a:lnTo>
                  <a:lnTo>
                    <a:pt x="156767" y="65467"/>
                  </a:lnTo>
                  <a:lnTo>
                    <a:pt x="193782" y="42812"/>
                  </a:lnTo>
                  <a:lnTo>
                    <a:pt x="233526" y="24595"/>
                  </a:lnTo>
                  <a:lnTo>
                    <a:pt x="275655" y="11159"/>
                  </a:lnTo>
                  <a:lnTo>
                    <a:pt x="319827" y="2846"/>
                  </a:lnTo>
                  <a:lnTo>
                    <a:pt x="365699" y="0"/>
                  </a:lnTo>
                  <a:lnTo>
                    <a:pt x="413769" y="3168"/>
                  </a:lnTo>
                  <a:lnTo>
                    <a:pt x="460607" y="12518"/>
                  </a:lnTo>
                  <a:lnTo>
                    <a:pt x="505647" y="27814"/>
                  </a:lnTo>
                  <a:lnTo>
                    <a:pt x="548319" y="48820"/>
                  </a:lnTo>
                  <a:lnTo>
                    <a:pt x="588056" y="75301"/>
                  </a:lnTo>
                  <a:lnTo>
                    <a:pt x="624288" y="107022"/>
                  </a:lnTo>
                  <a:lnTo>
                    <a:pt x="656035" y="143225"/>
                  </a:lnTo>
                  <a:lnTo>
                    <a:pt x="682538" y="182929"/>
                  </a:lnTo>
                  <a:lnTo>
                    <a:pt x="703562" y="225567"/>
                  </a:lnTo>
                  <a:lnTo>
                    <a:pt x="718870" y="270570"/>
                  </a:lnTo>
                  <a:lnTo>
                    <a:pt x="728228" y="317370"/>
                  </a:lnTo>
                  <a:lnTo>
                    <a:pt x="731399" y="365399"/>
                  </a:lnTo>
                  <a:lnTo>
                    <a:pt x="728550" y="411234"/>
                  </a:lnTo>
                  <a:lnTo>
                    <a:pt x="720231" y="455370"/>
                  </a:lnTo>
                  <a:lnTo>
                    <a:pt x="706784" y="497465"/>
                  </a:lnTo>
                  <a:lnTo>
                    <a:pt x="688552" y="537176"/>
                  </a:lnTo>
                  <a:lnTo>
                    <a:pt x="665878" y="574160"/>
                  </a:lnTo>
                  <a:lnTo>
                    <a:pt x="639105" y="608076"/>
                  </a:lnTo>
                  <a:lnTo>
                    <a:pt x="608575" y="638581"/>
                  </a:lnTo>
                  <a:lnTo>
                    <a:pt x="574632" y="665332"/>
                  </a:lnTo>
                  <a:lnTo>
                    <a:pt x="537617" y="687987"/>
                  </a:lnTo>
                  <a:lnTo>
                    <a:pt x="497873" y="706204"/>
                  </a:lnTo>
                  <a:lnTo>
                    <a:pt x="455744" y="719640"/>
                  </a:lnTo>
                  <a:lnTo>
                    <a:pt x="411572" y="727953"/>
                  </a:lnTo>
                  <a:lnTo>
                    <a:pt x="365699" y="730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2442125" y="5275410"/>
              <a:ext cx="731520" cy="730885"/>
            </a:xfrm>
            <a:custGeom>
              <a:avLst/>
              <a:gdLst/>
              <a:ahLst/>
              <a:cxnLst/>
              <a:rect l="l" t="t" r="r" b="b"/>
              <a:pathLst>
                <a:path w="731519" h="730885">
                  <a:moveTo>
                    <a:pt x="0" y="365399"/>
                  </a:moveTo>
                  <a:lnTo>
                    <a:pt x="2849" y="319564"/>
                  </a:lnTo>
                  <a:lnTo>
                    <a:pt x="11168" y="275428"/>
                  </a:lnTo>
                  <a:lnTo>
                    <a:pt x="24615" y="233334"/>
                  </a:lnTo>
                  <a:lnTo>
                    <a:pt x="42847" y="193623"/>
                  </a:lnTo>
                  <a:lnTo>
                    <a:pt x="65521" y="156638"/>
                  </a:lnTo>
                  <a:lnTo>
                    <a:pt x="92294" y="122723"/>
                  </a:lnTo>
                  <a:lnTo>
                    <a:pt x="122824" y="92218"/>
                  </a:lnTo>
                  <a:lnTo>
                    <a:pt x="156767" y="65467"/>
                  </a:lnTo>
                  <a:lnTo>
                    <a:pt x="193782" y="42812"/>
                  </a:lnTo>
                  <a:lnTo>
                    <a:pt x="233526" y="24595"/>
                  </a:lnTo>
                  <a:lnTo>
                    <a:pt x="275655" y="11159"/>
                  </a:lnTo>
                  <a:lnTo>
                    <a:pt x="319827" y="2846"/>
                  </a:lnTo>
                  <a:lnTo>
                    <a:pt x="365699" y="0"/>
                  </a:lnTo>
                  <a:lnTo>
                    <a:pt x="413769" y="3168"/>
                  </a:lnTo>
                  <a:lnTo>
                    <a:pt x="460607" y="12518"/>
                  </a:lnTo>
                  <a:lnTo>
                    <a:pt x="505647" y="27814"/>
                  </a:lnTo>
                  <a:lnTo>
                    <a:pt x="548319" y="48820"/>
                  </a:lnTo>
                  <a:lnTo>
                    <a:pt x="588056" y="75301"/>
                  </a:lnTo>
                  <a:lnTo>
                    <a:pt x="624288" y="107022"/>
                  </a:lnTo>
                  <a:lnTo>
                    <a:pt x="656035" y="143225"/>
                  </a:lnTo>
                  <a:lnTo>
                    <a:pt x="682538" y="182929"/>
                  </a:lnTo>
                  <a:lnTo>
                    <a:pt x="703562" y="225567"/>
                  </a:lnTo>
                  <a:lnTo>
                    <a:pt x="718870" y="270570"/>
                  </a:lnTo>
                  <a:lnTo>
                    <a:pt x="728228" y="317370"/>
                  </a:lnTo>
                  <a:lnTo>
                    <a:pt x="731399" y="365399"/>
                  </a:lnTo>
                  <a:lnTo>
                    <a:pt x="728550" y="411234"/>
                  </a:lnTo>
                  <a:lnTo>
                    <a:pt x="720231" y="455370"/>
                  </a:lnTo>
                  <a:lnTo>
                    <a:pt x="706784" y="497465"/>
                  </a:lnTo>
                  <a:lnTo>
                    <a:pt x="688552" y="537176"/>
                  </a:lnTo>
                  <a:lnTo>
                    <a:pt x="665878" y="574160"/>
                  </a:lnTo>
                  <a:lnTo>
                    <a:pt x="639105" y="608076"/>
                  </a:lnTo>
                  <a:lnTo>
                    <a:pt x="608575" y="638581"/>
                  </a:lnTo>
                  <a:lnTo>
                    <a:pt x="574632" y="665332"/>
                  </a:lnTo>
                  <a:lnTo>
                    <a:pt x="537617" y="687987"/>
                  </a:lnTo>
                  <a:lnTo>
                    <a:pt x="497873" y="706204"/>
                  </a:lnTo>
                  <a:lnTo>
                    <a:pt x="455744" y="719640"/>
                  </a:lnTo>
                  <a:lnTo>
                    <a:pt x="411572" y="727953"/>
                  </a:lnTo>
                  <a:lnTo>
                    <a:pt x="365699" y="730799"/>
                  </a:lnTo>
                  <a:lnTo>
                    <a:pt x="319827" y="727953"/>
                  </a:lnTo>
                  <a:lnTo>
                    <a:pt x="275655" y="719640"/>
                  </a:lnTo>
                  <a:lnTo>
                    <a:pt x="233526" y="706204"/>
                  </a:lnTo>
                  <a:lnTo>
                    <a:pt x="193782" y="687987"/>
                  </a:lnTo>
                  <a:lnTo>
                    <a:pt x="156767" y="665332"/>
                  </a:lnTo>
                  <a:lnTo>
                    <a:pt x="122824" y="638581"/>
                  </a:lnTo>
                  <a:lnTo>
                    <a:pt x="92294" y="608076"/>
                  </a:lnTo>
                  <a:lnTo>
                    <a:pt x="65521" y="574160"/>
                  </a:lnTo>
                  <a:lnTo>
                    <a:pt x="42847" y="537176"/>
                  </a:lnTo>
                  <a:lnTo>
                    <a:pt x="24615" y="497465"/>
                  </a:lnTo>
                  <a:lnTo>
                    <a:pt x="11168" y="455370"/>
                  </a:lnTo>
                  <a:lnTo>
                    <a:pt x="2849" y="411234"/>
                  </a:lnTo>
                  <a:lnTo>
                    <a:pt x="0" y="36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2807825" y="4977989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2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8" name="object 18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66834" y="5328764"/>
              <a:ext cx="81980" cy="105500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11390452" y="6195663"/>
              <a:ext cx="2835275" cy="1738630"/>
            </a:xfrm>
            <a:custGeom>
              <a:avLst/>
              <a:gdLst/>
              <a:ahLst/>
              <a:cxnLst/>
              <a:rect l="l" t="t" r="r" b="b"/>
              <a:pathLst>
                <a:path w="2835275" h="1738629">
                  <a:moveTo>
                    <a:pt x="2834999" y="1738199"/>
                  </a:moveTo>
                  <a:lnTo>
                    <a:pt x="0" y="1738199"/>
                  </a:lnTo>
                  <a:lnTo>
                    <a:pt x="0" y="0"/>
                  </a:lnTo>
                  <a:lnTo>
                    <a:pt x="2834999" y="0"/>
                  </a:lnTo>
                  <a:lnTo>
                    <a:pt x="2834999" y="17381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1390452" y="6195663"/>
              <a:ext cx="2835275" cy="1738630"/>
            </a:xfrm>
            <a:custGeom>
              <a:avLst/>
              <a:gdLst/>
              <a:ahLst/>
              <a:cxnLst/>
              <a:rect l="l" t="t" r="r" b="b"/>
              <a:pathLst>
                <a:path w="2835275" h="1738629">
                  <a:moveTo>
                    <a:pt x="0" y="0"/>
                  </a:moveTo>
                  <a:lnTo>
                    <a:pt x="2834999" y="0"/>
                  </a:lnTo>
                  <a:lnTo>
                    <a:pt x="2834999" y="1738199"/>
                  </a:lnTo>
                  <a:lnTo>
                    <a:pt x="0" y="173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1811702" y="6621716"/>
              <a:ext cx="795655" cy="92710"/>
            </a:xfrm>
            <a:custGeom>
              <a:avLst/>
              <a:gdLst/>
              <a:ahLst/>
              <a:cxnLst/>
              <a:rect l="l" t="t" r="r" b="b"/>
              <a:pathLst>
                <a:path w="795654" h="92709">
                  <a:moveTo>
                    <a:pt x="7887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400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784284" y="0"/>
                  </a:lnTo>
                  <a:lnTo>
                    <a:pt x="788201" y="1622"/>
                  </a:lnTo>
                  <a:lnTo>
                    <a:pt x="793977" y="7398"/>
                  </a:lnTo>
                  <a:lnTo>
                    <a:pt x="795599" y="11315"/>
                  </a:lnTo>
                  <a:lnTo>
                    <a:pt x="795599" y="85505"/>
                  </a:lnTo>
                  <a:lnTo>
                    <a:pt x="788704" y="923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1811702" y="6621716"/>
              <a:ext cx="795655" cy="92710"/>
            </a:xfrm>
            <a:custGeom>
              <a:avLst/>
              <a:gdLst/>
              <a:ahLst/>
              <a:cxnLst/>
              <a:rect l="l" t="t" r="r" b="b"/>
              <a:pathLst>
                <a:path w="795654" h="92709">
                  <a:moveTo>
                    <a:pt x="0" y="15400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400" y="0"/>
                  </a:lnTo>
                  <a:lnTo>
                    <a:pt x="780199" y="0"/>
                  </a:lnTo>
                  <a:lnTo>
                    <a:pt x="784284" y="0"/>
                  </a:lnTo>
                  <a:lnTo>
                    <a:pt x="788201" y="1622"/>
                  </a:lnTo>
                  <a:lnTo>
                    <a:pt x="791089" y="4510"/>
                  </a:lnTo>
                  <a:lnTo>
                    <a:pt x="793977" y="7398"/>
                  </a:lnTo>
                  <a:lnTo>
                    <a:pt x="795599" y="11315"/>
                  </a:lnTo>
                  <a:lnTo>
                    <a:pt x="795599" y="15400"/>
                  </a:lnTo>
                  <a:lnTo>
                    <a:pt x="795599" y="76999"/>
                  </a:lnTo>
                  <a:lnTo>
                    <a:pt x="795599" y="85505"/>
                  </a:lnTo>
                  <a:lnTo>
                    <a:pt x="788704" y="92399"/>
                  </a:lnTo>
                  <a:lnTo>
                    <a:pt x="780199" y="92399"/>
                  </a:lnTo>
                  <a:lnTo>
                    <a:pt x="15400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4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1557302" y="6380184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20" h="92710">
                  <a:moveTo>
                    <a:pt x="1410298" y="92488"/>
                  </a:moveTo>
                  <a:lnTo>
                    <a:pt x="6901" y="92488"/>
                  </a:lnTo>
                  <a:lnTo>
                    <a:pt x="0" y="85586"/>
                  </a:lnTo>
                  <a:lnTo>
                    <a:pt x="0" y="15415"/>
                  </a:lnTo>
                  <a:lnTo>
                    <a:pt x="0" y="6901"/>
                  </a:lnTo>
                  <a:lnTo>
                    <a:pt x="6901" y="0"/>
                  </a:lnTo>
                  <a:lnTo>
                    <a:pt x="1405873" y="0"/>
                  </a:lnTo>
                  <a:lnTo>
                    <a:pt x="1409794" y="1624"/>
                  </a:lnTo>
                  <a:lnTo>
                    <a:pt x="1412684" y="4515"/>
                  </a:lnTo>
                  <a:lnTo>
                    <a:pt x="1415576" y="7405"/>
                  </a:lnTo>
                  <a:lnTo>
                    <a:pt x="1417199" y="11326"/>
                  </a:lnTo>
                  <a:lnTo>
                    <a:pt x="1417199" y="85586"/>
                  </a:lnTo>
                  <a:lnTo>
                    <a:pt x="1410298" y="92488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1557302" y="6380184"/>
              <a:ext cx="1417320" cy="92710"/>
            </a:xfrm>
            <a:custGeom>
              <a:avLst/>
              <a:gdLst/>
              <a:ahLst/>
              <a:cxnLst/>
              <a:rect l="l" t="t" r="r" b="b"/>
              <a:pathLst>
                <a:path w="1417320" h="92710">
                  <a:moveTo>
                    <a:pt x="0" y="15415"/>
                  </a:moveTo>
                  <a:lnTo>
                    <a:pt x="0" y="6901"/>
                  </a:lnTo>
                  <a:lnTo>
                    <a:pt x="6901" y="0"/>
                  </a:lnTo>
                  <a:lnTo>
                    <a:pt x="15415" y="0"/>
                  </a:lnTo>
                  <a:lnTo>
                    <a:pt x="1401784" y="0"/>
                  </a:lnTo>
                  <a:lnTo>
                    <a:pt x="1405873" y="0"/>
                  </a:lnTo>
                  <a:lnTo>
                    <a:pt x="1409794" y="1624"/>
                  </a:lnTo>
                  <a:lnTo>
                    <a:pt x="1412684" y="4515"/>
                  </a:lnTo>
                  <a:lnTo>
                    <a:pt x="1415576" y="7405"/>
                  </a:lnTo>
                  <a:lnTo>
                    <a:pt x="1417199" y="11326"/>
                  </a:lnTo>
                  <a:lnTo>
                    <a:pt x="1417199" y="15415"/>
                  </a:lnTo>
                  <a:lnTo>
                    <a:pt x="1417199" y="77073"/>
                  </a:lnTo>
                  <a:lnTo>
                    <a:pt x="1417199" y="85586"/>
                  </a:lnTo>
                  <a:lnTo>
                    <a:pt x="1410298" y="92488"/>
                  </a:lnTo>
                  <a:lnTo>
                    <a:pt x="1401784" y="92488"/>
                  </a:lnTo>
                  <a:lnTo>
                    <a:pt x="15415" y="92488"/>
                  </a:lnTo>
                  <a:lnTo>
                    <a:pt x="6901" y="92488"/>
                  </a:lnTo>
                  <a:lnTo>
                    <a:pt x="0" y="85586"/>
                  </a:lnTo>
                  <a:lnTo>
                    <a:pt x="0" y="77073"/>
                  </a:lnTo>
                  <a:lnTo>
                    <a:pt x="0" y="154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52665" y="6583445"/>
              <a:ext cx="146624" cy="148105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11557302" y="6919345"/>
              <a:ext cx="2149475" cy="92710"/>
            </a:xfrm>
            <a:custGeom>
              <a:avLst/>
              <a:gdLst/>
              <a:ahLst/>
              <a:cxnLst/>
              <a:rect l="l" t="t" r="r" b="b"/>
              <a:pathLst>
                <a:path w="2149475" h="92709">
                  <a:moveTo>
                    <a:pt x="21423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400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2137883" y="0"/>
                  </a:lnTo>
                  <a:lnTo>
                    <a:pt x="2141799" y="1622"/>
                  </a:lnTo>
                  <a:lnTo>
                    <a:pt x="2144689" y="4511"/>
                  </a:lnTo>
                  <a:lnTo>
                    <a:pt x="2147577" y="7399"/>
                  </a:lnTo>
                  <a:lnTo>
                    <a:pt x="2149199" y="11316"/>
                  </a:lnTo>
                  <a:lnTo>
                    <a:pt x="2149199" y="85505"/>
                  </a:lnTo>
                  <a:lnTo>
                    <a:pt x="2142304" y="92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1557302" y="6919345"/>
              <a:ext cx="2149475" cy="92710"/>
            </a:xfrm>
            <a:custGeom>
              <a:avLst/>
              <a:gdLst/>
              <a:ahLst/>
              <a:cxnLst/>
              <a:rect l="l" t="t" r="r" b="b"/>
              <a:pathLst>
                <a:path w="2149475" h="92709">
                  <a:moveTo>
                    <a:pt x="0" y="15400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400" y="0"/>
                  </a:lnTo>
                  <a:lnTo>
                    <a:pt x="2133798" y="0"/>
                  </a:lnTo>
                  <a:lnTo>
                    <a:pt x="2137883" y="0"/>
                  </a:lnTo>
                  <a:lnTo>
                    <a:pt x="2141799" y="1622"/>
                  </a:lnTo>
                  <a:lnTo>
                    <a:pt x="2144689" y="4511"/>
                  </a:lnTo>
                  <a:lnTo>
                    <a:pt x="2147577" y="7399"/>
                  </a:lnTo>
                  <a:lnTo>
                    <a:pt x="2149199" y="11316"/>
                  </a:lnTo>
                  <a:lnTo>
                    <a:pt x="2149199" y="15400"/>
                  </a:lnTo>
                  <a:lnTo>
                    <a:pt x="2149199" y="76999"/>
                  </a:lnTo>
                  <a:lnTo>
                    <a:pt x="2149199" y="85505"/>
                  </a:lnTo>
                  <a:lnTo>
                    <a:pt x="2142304" y="92399"/>
                  </a:lnTo>
                  <a:lnTo>
                    <a:pt x="2133798" y="92399"/>
                  </a:lnTo>
                  <a:lnTo>
                    <a:pt x="15400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4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52665" y="7122605"/>
              <a:ext cx="146924" cy="148124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11811702" y="7155080"/>
              <a:ext cx="795655" cy="92710"/>
            </a:xfrm>
            <a:custGeom>
              <a:avLst/>
              <a:gdLst/>
              <a:ahLst/>
              <a:cxnLst/>
              <a:rect l="l" t="t" r="r" b="b"/>
              <a:pathLst>
                <a:path w="795654" h="92709">
                  <a:moveTo>
                    <a:pt x="788704" y="92399"/>
                  </a:moveTo>
                  <a:lnTo>
                    <a:pt x="6894" y="92399"/>
                  </a:lnTo>
                  <a:lnTo>
                    <a:pt x="0" y="85504"/>
                  </a:lnTo>
                  <a:lnTo>
                    <a:pt x="0" y="15399"/>
                  </a:lnTo>
                  <a:lnTo>
                    <a:pt x="0" y="6894"/>
                  </a:lnTo>
                  <a:lnTo>
                    <a:pt x="6894" y="0"/>
                  </a:lnTo>
                  <a:lnTo>
                    <a:pt x="784284" y="0"/>
                  </a:lnTo>
                  <a:lnTo>
                    <a:pt x="788201" y="1622"/>
                  </a:lnTo>
                  <a:lnTo>
                    <a:pt x="791089" y="4509"/>
                  </a:lnTo>
                  <a:lnTo>
                    <a:pt x="793977" y="7398"/>
                  </a:lnTo>
                  <a:lnTo>
                    <a:pt x="795599" y="11315"/>
                  </a:lnTo>
                  <a:lnTo>
                    <a:pt x="795599" y="85504"/>
                  </a:lnTo>
                  <a:lnTo>
                    <a:pt x="788704" y="92399"/>
                  </a:lnTo>
                  <a:close/>
                </a:path>
              </a:pathLst>
            </a:custGeom>
            <a:solidFill>
              <a:srgbClr val="EEF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1811702" y="7155080"/>
              <a:ext cx="795655" cy="92710"/>
            </a:xfrm>
            <a:custGeom>
              <a:avLst/>
              <a:gdLst/>
              <a:ahLst/>
              <a:cxnLst/>
              <a:rect l="l" t="t" r="r" b="b"/>
              <a:pathLst>
                <a:path w="795654" h="92709">
                  <a:moveTo>
                    <a:pt x="0" y="15399"/>
                  </a:moveTo>
                  <a:lnTo>
                    <a:pt x="0" y="6894"/>
                  </a:lnTo>
                  <a:lnTo>
                    <a:pt x="6894" y="0"/>
                  </a:lnTo>
                  <a:lnTo>
                    <a:pt x="15400" y="0"/>
                  </a:lnTo>
                  <a:lnTo>
                    <a:pt x="780199" y="0"/>
                  </a:lnTo>
                  <a:lnTo>
                    <a:pt x="784284" y="0"/>
                  </a:lnTo>
                  <a:lnTo>
                    <a:pt x="788201" y="1622"/>
                  </a:lnTo>
                  <a:lnTo>
                    <a:pt x="791089" y="4509"/>
                  </a:lnTo>
                  <a:lnTo>
                    <a:pt x="793977" y="7398"/>
                  </a:lnTo>
                  <a:lnTo>
                    <a:pt x="795599" y="11315"/>
                  </a:lnTo>
                  <a:lnTo>
                    <a:pt x="795599" y="15399"/>
                  </a:lnTo>
                  <a:lnTo>
                    <a:pt x="795599" y="76999"/>
                  </a:lnTo>
                  <a:lnTo>
                    <a:pt x="795599" y="85504"/>
                  </a:lnTo>
                  <a:lnTo>
                    <a:pt x="788704" y="92399"/>
                  </a:lnTo>
                  <a:lnTo>
                    <a:pt x="780199" y="92399"/>
                  </a:lnTo>
                  <a:lnTo>
                    <a:pt x="15400" y="92399"/>
                  </a:lnTo>
                  <a:lnTo>
                    <a:pt x="6894" y="92399"/>
                  </a:lnTo>
                  <a:lnTo>
                    <a:pt x="0" y="85504"/>
                  </a:lnTo>
                  <a:lnTo>
                    <a:pt x="0" y="76999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1557302" y="7458505"/>
              <a:ext cx="1783714" cy="92710"/>
            </a:xfrm>
            <a:custGeom>
              <a:avLst/>
              <a:gdLst/>
              <a:ahLst/>
              <a:cxnLst/>
              <a:rect l="l" t="t" r="r" b="b"/>
              <a:pathLst>
                <a:path w="1783715" h="92709">
                  <a:moveTo>
                    <a:pt x="17763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399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1771883" y="0"/>
                  </a:lnTo>
                  <a:lnTo>
                    <a:pt x="1775799" y="1622"/>
                  </a:lnTo>
                  <a:lnTo>
                    <a:pt x="1778689" y="4511"/>
                  </a:lnTo>
                  <a:lnTo>
                    <a:pt x="1781577" y="7398"/>
                  </a:lnTo>
                  <a:lnTo>
                    <a:pt x="1783199" y="11315"/>
                  </a:lnTo>
                  <a:lnTo>
                    <a:pt x="1783199" y="85505"/>
                  </a:lnTo>
                  <a:lnTo>
                    <a:pt x="1776304" y="923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1557302" y="7458505"/>
              <a:ext cx="1783714" cy="92710"/>
            </a:xfrm>
            <a:custGeom>
              <a:avLst/>
              <a:gdLst/>
              <a:ahLst/>
              <a:cxnLst/>
              <a:rect l="l" t="t" r="r" b="b"/>
              <a:pathLst>
                <a:path w="1783715" h="92709">
                  <a:moveTo>
                    <a:pt x="0" y="15399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400" y="0"/>
                  </a:lnTo>
                  <a:lnTo>
                    <a:pt x="1767798" y="0"/>
                  </a:lnTo>
                  <a:lnTo>
                    <a:pt x="1771883" y="0"/>
                  </a:lnTo>
                  <a:lnTo>
                    <a:pt x="1775799" y="1622"/>
                  </a:lnTo>
                  <a:lnTo>
                    <a:pt x="1778689" y="4511"/>
                  </a:lnTo>
                  <a:lnTo>
                    <a:pt x="1781577" y="7398"/>
                  </a:lnTo>
                  <a:lnTo>
                    <a:pt x="1783199" y="11315"/>
                  </a:lnTo>
                  <a:lnTo>
                    <a:pt x="1783199" y="15399"/>
                  </a:lnTo>
                  <a:lnTo>
                    <a:pt x="1783199" y="76999"/>
                  </a:lnTo>
                  <a:lnTo>
                    <a:pt x="1783199" y="85505"/>
                  </a:lnTo>
                  <a:lnTo>
                    <a:pt x="1776304" y="92399"/>
                  </a:lnTo>
                  <a:lnTo>
                    <a:pt x="1767798" y="92399"/>
                  </a:lnTo>
                  <a:lnTo>
                    <a:pt x="15400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52665" y="7661766"/>
              <a:ext cx="146924" cy="14812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811702" y="7688460"/>
              <a:ext cx="795655" cy="92710"/>
            </a:xfrm>
            <a:custGeom>
              <a:avLst/>
              <a:gdLst/>
              <a:ahLst/>
              <a:cxnLst/>
              <a:rect l="l" t="t" r="r" b="b"/>
              <a:pathLst>
                <a:path w="795654" h="92709">
                  <a:moveTo>
                    <a:pt x="788704" y="92399"/>
                  </a:moveTo>
                  <a:lnTo>
                    <a:pt x="6894" y="92399"/>
                  </a:lnTo>
                  <a:lnTo>
                    <a:pt x="0" y="85505"/>
                  </a:lnTo>
                  <a:lnTo>
                    <a:pt x="0" y="15400"/>
                  </a:lnTo>
                  <a:lnTo>
                    <a:pt x="0" y="6895"/>
                  </a:lnTo>
                  <a:lnTo>
                    <a:pt x="6894" y="0"/>
                  </a:lnTo>
                  <a:lnTo>
                    <a:pt x="784284" y="0"/>
                  </a:lnTo>
                  <a:lnTo>
                    <a:pt x="788201" y="1622"/>
                  </a:lnTo>
                  <a:lnTo>
                    <a:pt x="793977" y="7398"/>
                  </a:lnTo>
                  <a:lnTo>
                    <a:pt x="795599" y="11316"/>
                  </a:lnTo>
                  <a:lnTo>
                    <a:pt x="795599" y="85505"/>
                  </a:lnTo>
                  <a:lnTo>
                    <a:pt x="788704" y="92399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1811702" y="7688460"/>
              <a:ext cx="795655" cy="92710"/>
            </a:xfrm>
            <a:custGeom>
              <a:avLst/>
              <a:gdLst/>
              <a:ahLst/>
              <a:cxnLst/>
              <a:rect l="l" t="t" r="r" b="b"/>
              <a:pathLst>
                <a:path w="795654" h="92709">
                  <a:moveTo>
                    <a:pt x="0" y="15400"/>
                  </a:moveTo>
                  <a:lnTo>
                    <a:pt x="0" y="6895"/>
                  </a:lnTo>
                  <a:lnTo>
                    <a:pt x="6894" y="0"/>
                  </a:lnTo>
                  <a:lnTo>
                    <a:pt x="15400" y="0"/>
                  </a:lnTo>
                  <a:lnTo>
                    <a:pt x="780199" y="0"/>
                  </a:lnTo>
                  <a:lnTo>
                    <a:pt x="784284" y="0"/>
                  </a:lnTo>
                  <a:lnTo>
                    <a:pt x="788201" y="1622"/>
                  </a:lnTo>
                  <a:lnTo>
                    <a:pt x="791089" y="4510"/>
                  </a:lnTo>
                  <a:lnTo>
                    <a:pt x="793977" y="7398"/>
                  </a:lnTo>
                  <a:lnTo>
                    <a:pt x="795599" y="11316"/>
                  </a:lnTo>
                  <a:lnTo>
                    <a:pt x="795599" y="15400"/>
                  </a:lnTo>
                  <a:lnTo>
                    <a:pt x="795599" y="76999"/>
                  </a:lnTo>
                  <a:lnTo>
                    <a:pt x="795599" y="85505"/>
                  </a:lnTo>
                  <a:lnTo>
                    <a:pt x="788704" y="92399"/>
                  </a:lnTo>
                  <a:lnTo>
                    <a:pt x="780199" y="92399"/>
                  </a:lnTo>
                  <a:lnTo>
                    <a:pt x="15400" y="92399"/>
                  </a:lnTo>
                  <a:lnTo>
                    <a:pt x="6894" y="92399"/>
                  </a:lnTo>
                  <a:lnTo>
                    <a:pt x="0" y="85505"/>
                  </a:lnTo>
                  <a:lnTo>
                    <a:pt x="0" y="76999"/>
                  </a:lnTo>
                  <a:lnTo>
                    <a:pt x="0" y="154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2807825" y="5923846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2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66834" y="6274621"/>
              <a:ext cx="81980" cy="1055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7337" y="3755537"/>
            <a:ext cx="1838325" cy="1838325"/>
            <a:chOff x="3407337" y="3755537"/>
            <a:chExt cx="1838325" cy="1838325"/>
          </a:xfrm>
        </p:grpSpPr>
        <p:sp>
          <p:nvSpPr>
            <p:cNvPr id="3" name="object 3"/>
            <p:cNvSpPr/>
            <p:nvPr/>
          </p:nvSpPr>
          <p:spPr>
            <a:xfrm>
              <a:off x="3412099" y="3760299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399" y="1828799"/>
                  </a:moveTo>
                  <a:lnTo>
                    <a:pt x="865837" y="1827532"/>
                  </a:lnTo>
                  <a:lnTo>
                    <a:pt x="817934" y="1823772"/>
                  </a:lnTo>
                  <a:lnTo>
                    <a:pt x="770755" y="1817582"/>
                  </a:lnTo>
                  <a:lnTo>
                    <a:pt x="724362" y="1809025"/>
                  </a:lnTo>
                  <a:lnTo>
                    <a:pt x="678819" y="1798166"/>
                  </a:lnTo>
                  <a:lnTo>
                    <a:pt x="634189" y="1785066"/>
                  </a:lnTo>
                  <a:lnTo>
                    <a:pt x="590536" y="1769789"/>
                  </a:lnTo>
                  <a:lnTo>
                    <a:pt x="547921" y="1752399"/>
                  </a:lnTo>
                  <a:lnTo>
                    <a:pt x="506409" y="1732958"/>
                  </a:lnTo>
                  <a:lnTo>
                    <a:pt x="466063" y="1711530"/>
                  </a:lnTo>
                  <a:lnTo>
                    <a:pt x="426946" y="1688178"/>
                  </a:lnTo>
                  <a:lnTo>
                    <a:pt x="389121" y="1662965"/>
                  </a:lnTo>
                  <a:lnTo>
                    <a:pt x="352651" y="1635955"/>
                  </a:lnTo>
                  <a:lnTo>
                    <a:pt x="317600" y="1607210"/>
                  </a:lnTo>
                  <a:lnTo>
                    <a:pt x="284030" y="1576793"/>
                  </a:lnTo>
                  <a:lnTo>
                    <a:pt x="252006" y="1544769"/>
                  </a:lnTo>
                  <a:lnTo>
                    <a:pt x="221589" y="1511199"/>
                  </a:lnTo>
                  <a:lnTo>
                    <a:pt x="192844" y="1476148"/>
                  </a:lnTo>
                  <a:lnTo>
                    <a:pt x="165834" y="1439678"/>
                  </a:lnTo>
                  <a:lnTo>
                    <a:pt x="140621" y="1401853"/>
                  </a:lnTo>
                  <a:lnTo>
                    <a:pt x="117269" y="1362736"/>
                  </a:lnTo>
                  <a:lnTo>
                    <a:pt x="95841" y="1322390"/>
                  </a:lnTo>
                  <a:lnTo>
                    <a:pt x="76400" y="1280878"/>
                  </a:lnTo>
                  <a:lnTo>
                    <a:pt x="59010" y="1238263"/>
                  </a:lnTo>
                  <a:lnTo>
                    <a:pt x="43733" y="1194610"/>
                  </a:lnTo>
                  <a:lnTo>
                    <a:pt x="30633" y="1149980"/>
                  </a:lnTo>
                  <a:lnTo>
                    <a:pt x="19774" y="1104437"/>
                  </a:lnTo>
                  <a:lnTo>
                    <a:pt x="11217" y="1058044"/>
                  </a:lnTo>
                  <a:lnTo>
                    <a:pt x="5027" y="1010865"/>
                  </a:lnTo>
                  <a:lnTo>
                    <a:pt x="1267" y="962962"/>
                  </a:lnTo>
                  <a:lnTo>
                    <a:pt x="0" y="914399"/>
                  </a:lnTo>
                  <a:lnTo>
                    <a:pt x="1267" y="865837"/>
                  </a:lnTo>
                  <a:lnTo>
                    <a:pt x="5027" y="817934"/>
                  </a:lnTo>
                  <a:lnTo>
                    <a:pt x="11217" y="770755"/>
                  </a:lnTo>
                  <a:lnTo>
                    <a:pt x="19774" y="724362"/>
                  </a:lnTo>
                  <a:lnTo>
                    <a:pt x="30633" y="678819"/>
                  </a:lnTo>
                  <a:lnTo>
                    <a:pt x="43733" y="634189"/>
                  </a:lnTo>
                  <a:lnTo>
                    <a:pt x="59010" y="590536"/>
                  </a:lnTo>
                  <a:lnTo>
                    <a:pt x="76400" y="547921"/>
                  </a:lnTo>
                  <a:lnTo>
                    <a:pt x="95841" y="506409"/>
                  </a:lnTo>
                  <a:lnTo>
                    <a:pt x="117269" y="466063"/>
                  </a:lnTo>
                  <a:lnTo>
                    <a:pt x="140621" y="426946"/>
                  </a:lnTo>
                  <a:lnTo>
                    <a:pt x="165834" y="389121"/>
                  </a:lnTo>
                  <a:lnTo>
                    <a:pt x="192844" y="352651"/>
                  </a:lnTo>
                  <a:lnTo>
                    <a:pt x="221589" y="317600"/>
                  </a:lnTo>
                  <a:lnTo>
                    <a:pt x="252006" y="284030"/>
                  </a:lnTo>
                  <a:lnTo>
                    <a:pt x="284030" y="252006"/>
                  </a:lnTo>
                  <a:lnTo>
                    <a:pt x="317600" y="221589"/>
                  </a:lnTo>
                  <a:lnTo>
                    <a:pt x="352651" y="192844"/>
                  </a:lnTo>
                  <a:lnTo>
                    <a:pt x="389121" y="165834"/>
                  </a:lnTo>
                  <a:lnTo>
                    <a:pt x="426946" y="140621"/>
                  </a:lnTo>
                  <a:lnTo>
                    <a:pt x="466063" y="117269"/>
                  </a:lnTo>
                  <a:lnTo>
                    <a:pt x="506409" y="95841"/>
                  </a:lnTo>
                  <a:lnTo>
                    <a:pt x="547921" y="76400"/>
                  </a:lnTo>
                  <a:lnTo>
                    <a:pt x="590536" y="59010"/>
                  </a:lnTo>
                  <a:lnTo>
                    <a:pt x="634189" y="43733"/>
                  </a:lnTo>
                  <a:lnTo>
                    <a:pt x="678819" y="30633"/>
                  </a:lnTo>
                  <a:lnTo>
                    <a:pt x="724362" y="19774"/>
                  </a:lnTo>
                  <a:lnTo>
                    <a:pt x="770755" y="11217"/>
                  </a:lnTo>
                  <a:lnTo>
                    <a:pt x="817934" y="5027"/>
                  </a:lnTo>
                  <a:lnTo>
                    <a:pt x="865837" y="1267"/>
                  </a:lnTo>
                  <a:lnTo>
                    <a:pt x="914399" y="0"/>
                  </a:lnTo>
                  <a:lnTo>
                    <a:pt x="962755" y="1278"/>
                  </a:lnTo>
                  <a:lnTo>
                    <a:pt x="1010754" y="5087"/>
                  </a:lnTo>
                  <a:lnTo>
                    <a:pt x="1058307" y="11391"/>
                  </a:lnTo>
                  <a:lnTo>
                    <a:pt x="1105321" y="20150"/>
                  </a:lnTo>
                  <a:lnTo>
                    <a:pt x="1151708" y="31327"/>
                  </a:lnTo>
                  <a:lnTo>
                    <a:pt x="1197374" y="44885"/>
                  </a:lnTo>
                  <a:lnTo>
                    <a:pt x="1242230" y="60787"/>
                  </a:lnTo>
                  <a:lnTo>
                    <a:pt x="1286184" y="78993"/>
                  </a:lnTo>
                  <a:lnTo>
                    <a:pt x="1329146" y="99467"/>
                  </a:lnTo>
                  <a:lnTo>
                    <a:pt x="1371024" y="122171"/>
                  </a:lnTo>
                  <a:lnTo>
                    <a:pt x="1411727" y="147067"/>
                  </a:lnTo>
                  <a:lnTo>
                    <a:pt x="1451166" y="174118"/>
                  </a:lnTo>
                  <a:lnTo>
                    <a:pt x="1489247" y="203286"/>
                  </a:lnTo>
                  <a:lnTo>
                    <a:pt x="1525882" y="234533"/>
                  </a:lnTo>
                  <a:lnTo>
                    <a:pt x="1560978" y="267821"/>
                  </a:lnTo>
                  <a:lnTo>
                    <a:pt x="1594266" y="302917"/>
                  </a:lnTo>
                  <a:lnTo>
                    <a:pt x="1625513" y="339552"/>
                  </a:lnTo>
                  <a:lnTo>
                    <a:pt x="1654681" y="377633"/>
                  </a:lnTo>
                  <a:lnTo>
                    <a:pt x="1681732" y="417072"/>
                  </a:lnTo>
                  <a:lnTo>
                    <a:pt x="1706628" y="457775"/>
                  </a:lnTo>
                  <a:lnTo>
                    <a:pt x="1729332" y="499653"/>
                  </a:lnTo>
                  <a:lnTo>
                    <a:pt x="1749806" y="542615"/>
                  </a:lnTo>
                  <a:lnTo>
                    <a:pt x="1768012" y="586569"/>
                  </a:lnTo>
                  <a:lnTo>
                    <a:pt x="1783913" y="631425"/>
                  </a:lnTo>
                  <a:lnTo>
                    <a:pt x="1797472" y="677091"/>
                  </a:lnTo>
                  <a:lnTo>
                    <a:pt x="1808649" y="723478"/>
                  </a:lnTo>
                  <a:lnTo>
                    <a:pt x="1817408" y="770492"/>
                  </a:lnTo>
                  <a:lnTo>
                    <a:pt x="1823712" y="818045"/>
                  </a:lnTo>
                  <a:lnTo>
                    <a:pt x="1827521" y="866044"/>
                  </a:lnTo>
                  <a:lnTo>
                    <a:pt x="1828799" y="914399"/>
                  </a:lnTo>
                  <a:lnTo>
                    <a:pt x="1827532" y="962962"/>
                  </a:lnTo>
                  <a:lnTo>
                    <a:pt x="1823772" y="1010865"/>
                  </a:lnTo>
                  <a:lnTo>
                    <a:pt x="1817582" y="1058044"/>
                  </a:lnTo>
                  <a:lnTo>
                    <a:pt x="1809025" y="1104437"/>
                  </a:lnTo>
                  <a:lnTo>
                    <a:pt x="1798166" y="1149980"/>
                  </a:lnTo>
                  <a:lnTo>
                    <a:pt x="1785066" y="1194610"/>
                  </a:lnTo>
                  <a:lnTo>
                    <a:pt x="1769789" y="1238263"/>
                  </a:lnTo>
                  <a:lnTo>
                    <a:pt x="1752399" y="1280878"/>
                  </a:lnTo>
                  <a:lnTo>
                    <a:pt x="1732958" y="1322390"/>
                  </a:lnTo>
                  <a:lnTo>
                    <a:pt x="1711530" y="1362736"/>
                  </a:lnTo>
                  <a:lnTo>
                    <a:pt x="1688178" y="1401853"/>
                  </a:lnTo>
                  <a:lnTo>
                    <a:pt x="1662965" y="1439678"/>
                  </a:lnTo>
                  <a:lnTo>
                    <a:pt x="1635955" y="1476148"/>
                  </a:lnTo>
                  <a:lnTo>
                    <a:pt x="1607210" y="1511199"/>
                  </a:lnTo>
                  <a:lnTo>
                    <a:pt x="1576793" y="1544769"/>
                  </a:lnTo>
                  <a:lnTo>
                    <a:pt x="1544769" y="1576793"/>
                  </a:lnTo>
                  <a:lnTo>
                    <a:pt x="1511199" y="1607210"/>
                  </a:lnTo>
                  <a:lnTo>
                    <a:pt x="1476148" y="1635955"/>
                  </a:lnTo>
                  <a:lnTo>
                    <a:pt x="1439678" y="1662965"/>
                  </a:lnTo>
                  <a:lnTo>
                    <a:pt x="1401853" y="1688178"/>
                  </a:lnTo>
                  <a:lnTo>
                    <a:pt x="1362736" y="1711530"/>
                  </a:lnTo>
                  <a:lnTo>
                    <a:pt x="1322390" y="1732958"/>
                  </a:lnTo>
                  <a:lnTo>
                    <a:pt x="1280878" y="1752399"/>
                  </a:lnTo>
                  <a:lnTo>
                    <a:pt x="1238263" y="1769789"/>
                  </a:lnTo>
                  <a:lnTo>
                    <a:pt x="1194610" y="1785066"/>
                  </a:lnTo>
                  <a:lnTo>
                    <a:pt x="1149980" y="1798166"/>
                  </a:lnTo>
                  <a:lnTo>
                    <a:pt x="1104437" y="1809025"/>
                  </a:lnTo>
                  <a:lnTo>
                    <a:pt x="1058044" y="1817582"/>
                  </a:lnTo>
                  <a:lnTo>
                    <a:pt x="1010865" y="1823772"/>
                  </a:lnTo>
                  <a:lnTo>
                    <a:pt x="962962" y="1827532"/>
                  </a:lnTo>
                  <a:lnTo>
                    <a:pt x="914399" y="18287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12099" y="3760299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399"/>
                  </a:moveTo>
                  <a:lnTo>
                    <a:pt x="1267" y="865837"/>
                  </a:lnTo>
                  <a:lnTo>
                    <a:pt x="5027" y="817934"/>
                  </a:lnTo>
                  <a:lnTo>
                    <a:pt x="11217" y="770755"/>
                  </a:lnTo>
                  <a:lnTo>
                    <a:pt x="19774" y="724362"/>
                  </a:lnTo>
                  <a:lnTo>
                    <a:pt x="30633" y="678819"/>
                  </a:lnTo>
                  <a:lnTo>
                    <a:pt x="43733" y="634189"/>
                  </a:lnTo>
                  <a:lnTo>
                    <a:pt x="59010" y="590536"/>
                  </a:lnTo>
                  <a:lnTo>
                    <a:pt x="76400" y="547921"/>
                  </a:lnTo>
                  <a:lnTo>
                    <a:pt x="95841" y="506409"/>
                  </a:lnTo>
                  <a:lnTo>
                    <a:pt x="117269" y="466063"/>
                  </a:lnTo>
                  <a:lnTo>
                    <a:pt x="140621" y="426946"/>
                  </a:lnTo>
                  <a:lnTo>
                    <a:pt x="165834" y="389121"/>
                  </a:lnTo>
                  <a:lnTo>
                    <a:pt x="192844" y="352651"/>
                  </a:lnTo>
                  <a:lnTo>
                    <a:pt x="221589" y="317600"/>
                  </a:lnTo>
                  <a:lnTo>
                    <a:pt x="252006" y="284030"/>
                  </a:lnTo>
                  <a:lnTo>
                    <a:pt x="284030" y="252006"/>
                  </a:lnTo>
                  <a:lnTo>
                    <a:pt x="317600" y="221589"/>
                  </a:lnTo>
                  <a:lnTo>
                    <a:pt x="352651" y="192844"/>
                  </a:lnTo>
                  <a:lnTo>
                    <a:pt x="389121" y="165834"/>
                  </a:lnTo>
                  <a:lnTo>
                    <a:pt x="426946" y="140621"/>
                  </a:lnTo>
                  <a:lnTo>
                    <a:pt x="466063" y="117269"/>
                  </a:lnTo>
                  <a:lnTo>
                    <a:pt x="506409" y="95841"/>
                  </a:lnTo>
                  <a:lnTo>
                    <a:pt x="547921" y="76400"/>
                  </a:lnTo>
                  <a:lnTo>
                    <a:pt x="590536" y="59010"/>
                  </a:lnTo>
                  <a:lnTo>
                    <a:pt x="634189" y="43733"/>
                  </a:lnTo>
                  <a:lnTo>
                    <a:pt x="678819" y="30633"/>
                  </a:lnTo>
                  <a:lnTo>
                    <a:pt x="724362" y="19774"/>
                  </a:lnTo>
                  <a:lnTo>
                    <a:pt x="770755" y="11217"/>
                  </a:lnTo>
                  <a:lnTo>
                    <a:pt x="817934" y="5027"/>
                  </a:lnTo>
                  <a:lnTo>
                    <a:pt x="865837" y="1267"/>
                  </a:lnTo>
                  <a:lnTo>
                    <a:pt x="914399" y="0"/>
                  </a:lnTo>
                  <a:lnTo>
                    <a:pt x="962755" y="1278"/>
                  </a:lnTo>
                  <a:lnTo>
                    <a:pt x="1010754" y="5087"/>
                  </a:lnTo>
                  <a:lnTo>
                    <a:pt x="1058307" y="11391"/>
                  </a:lnTo>
                  <a:lnTo>
                    <a:pt x="1105321" y="20150"/>
                  </a:lnTo>
                  <a:lnTo>
                    <a:pt x="1151708" y="31327"/>
                  </a:lnTo>
                  <a:lnTo>
                    <a:pt x="1197374" y="44885"/>
                  </a:lnTo>
                  <a:lnTo>
                    <a:pt x="1242230" y="60787"/>
                  </a:lnTo>
                  <a:lnTo>
                    <a:pt x="1286184" y="78993"/>
                  </a:lnTo>
                  <a:lnTo>
                    <a:pt x="1329146" y="99467"/>
                  </a:lnTo>
                  <a:lnTo>
                    <a:pt x="1371024" y="122171"/>
                  </a:lnTo>
                  <a:lnTo>
                    <a:pt x="1411727" y="147067"/>
                  </a:lnTo>
                  <a:lnTo>
                    <a:pt x="1451166" y="174118"/>
                  </a:lnTo>
                  <a:lnTo>
                    <a:pt x="1489247" y="203286"/>
                  </a:lnTo>
                  <a:lnTo>
                    <a:pt x="1525882" y="234533"/>
                  </a:lnTo>
                  <a:lnTo>
                    <a:pt x="1560978" y="267821"/>
                  </a:lnTo>
                  <a:lnTo>
                    <a:pt x="1594266" y="302917"/>
                  </a:lnTo>
                  <a:lnTo>
                    <a:pt x="1625513" y="339552"/>
                  </a:lnTo>
                  <a:lnTo>
                    <a:pt x="1654681" y="377633"/>
                  </a:lnTo>
                  <a:lnTo>
                    <a:pt x="1681732" y="417072"/>
                  </a:lnTo>
                  <a:lnTo>
                    <a:pt x="1706628" y="457775"/>
                  </a:lnTo>
                  <a:lnTo>
                    <a:pt x="1729332" y="499653"/>
                  </a:lnTo>
                  <a:lnTo>
                    <a:pt x="1749806" y="542615"/>
                  </a:lnTo>
                  <a:lnTo>
                    <a:pt x="1768012" y="586569"/>
                  </a:lnTo>
                  <a:lnTo>
                    <a:pt x="1783914" y="631425"/>
                  </a:lnTo>
                  <a:lnTo>
                    <a:pt x="1797472" y="677091"/>
                  </a:lnTo>
                  <a:lnTo>
                    <a:pt x="1808649" y="723478"/>
                  </a:lnTo>
                  <a:lnTo>
                    <a:pt x="1817408" y="770492"/>
                  </a:lnTo>
                  <a:lnTo>
                    <a:pt x="1823712" y="818045"/>
                  </a:lnTo>
                  <a:lnTo>
                    <a:pt x="1827521" y="866044"/>
                  </a:lnTo>
                  <a:lnTo>
                    <a:pt x="1828799" y="914399"/>
                  </a:lnTo>
                  <a:lnTo>
                    <a:pt x="1827532" y="962962"/>
                  </a:lnTo>
                  <a:lnTo>
                    <a:pt x="1823772" y="1010865"/>
                  </a:lnTo>
                  <a:lnTo>
                    <a:pt x="1817582" y="1058044"/>
                  </a:lnTo>
                  <a:lnTo>
                    <a:pt x="1809025" y="1104437"/>
                  </a:lnTo>
                  <a:lnTo>
                    <a:pt x="1798166" y="1149980"/>
                  </a:lnTo>
                  <a:lnTo>
                    <a:pt x="1785066" y="1194610"/>
                  </a:lnTo>
                  <a:lnTo>
                    <a:pt x="1769789" y="1238263"/>
                  </a:lnTo>
                  <a:lnTo>
                    <a:pt x="1752399" y="1280878"/>
                  </a:lnTo>
                  <a:lnTo>
                    <a:pt x="1732958" y="1322390"/>
                  </a:lnTo>
                  <a:lnTo>
                    <a:pt x="1711530" y="1362736"/>
                  </a:lnTo>
                  <a:lnTo>
                    <a:pt x="1688178" y="1401853"/>
                  </a:lnTo>
                  <a:lnTo>
                    <a:pt x="1662965" y="1439678"/>
                  </a:lnTo>
                  <a:lnTo>
                    <a:pt x="1635955" y="1476148"/>
                  </a:lnTo>
                  <a:lnTo>
                    <a:pt x="1607210" y="1511199"/>
                  </a:lnTo>
                  <a:lnTo>
                    <a:pt x="1576793" y="1544769"/>
                  </a:lnTo>
                  <a:lnTo>
                    <a:pt x="1544769" y="1576793"/>
                  </a:lnTo>
                  <a:lnTo>
                    <a:pt x="1511199" y="1607210"/>
                  </a:lnTo>
                  <a:lnTo>
                    <a:pt x="1476148" y="1635955"/>
                  </a:lnTo>
                  <a:lnTo>
                    <a:pt x="1439678" y="1662965"/>
                  </a:lnTo>
                  <a:lnTo>
                    <a:pt x="1401853" y="1688178"/>
                  </a:lnTo>
                  <a:lnTo>
                    <a:pt x="1362736" y="1711530"/>
                  </a:lnTo>
                  <a:lnTo>
                    <a:pt x="1322390" y="1732958"/>
                  </a:lnTo>
                  <a:lnTo>
                    <a:pt x="1280878" y="1752399"/>
                  </a:lnTo>
                  <a:lnTo>
                    <a:pt x="1238263" y="1769789"/>
                  </a:lnTo>
                  <a:lnTo>
                    <a:pt x="1194610" y="1785066"/>
                  </a:lnTo>
                  <a:lnTo>
                    <a:pt x="1149980" y="1798166"/>
                  </a:lnTo>
                  <a:lnTo>
                    <a:pt x="1104437" y="1809025"/>
                  </a:lnTo>
                  <a:lnTo>
                    <a:pt x="1058044" y="1817582"/>
                  </a:lnTo>
                  <a:lnTo>
                    <a:pt x="1010865" y="1823772"/>
                  </a:lnTo>
                  <a:lnTo>
                    <a:pt x="962962" y="1827532"/>
                  </a:lnTo>
                  <a:lnTo>
                    <a:pt x="914399" y="1828799"/>
                  </a:lnTo>
                  <a:lnTo>
                    <a:pt x="865837" y="1827532"/>
                  </a:lnTo>
                  <a:lnTo>
                    <a:pt x="817934" y="1823772"/>
                  </a:lnTo>
                  <a:lnTo>
                    <a:pt x="770755" y="1817582"/>
                  </a:lnTo>
                  <a:lnTo>
                    <a:pt x="724362" y="1809025"/>
                  </a:lnTo>
                  <a:lnTo>
                    <a:pt x="678819" y="1798166"/>
                  </a:lnTo>
                  <a:lnTo>
                    <a:pt x="634189" y="1785066"/>
                  </a:lnTo>
                  <a:lnTo>
                    <a:pt x="590536" y="1769789"/>
                  </a:lnTo>
                  <a:lnTo>
                    <a:pt x="547921" y="1752399"/>
                  </a:lnTo>
                  <a:lnTo>
                    <a:pt x="506409" y="1732958"/>
                  </a:lnTo>
                  <a:lnTo>
                    <a:pt x="466063" y="1711530"/>
                  </a:lnTo>
                  <a:lnTo>
                    <a:pt x="426946" y="1688178"/>
                  </a:lnTo>
                  <a:lnTo>
                    <a:pt x="389121" y="1662965"/>
                  </a:lnTo>
                  <a:lnTo>
                    <a:pt x="352651" y="1635955"/>
                  </a:lnTo>
                  <a:lnTo>
                    <a:pt x="317600" y="1607210"/>
                  </a:lnTo>
                  <a:lnTo>
                    <a:pt x="284030" y="1576793"/>
                  </a:lnTo>
                  <a:lnTo>
                    <a:pt x="252006" y="1544769"/>
                  </a:lnTo>
                  <a:lnTo>
                    <a:pt x="221589" y="1511199"/>
                  </a:lnTo>
                  <a:lnTo>
                    <a:pt x="192844" y="1476148"/>
                  </a:lnTo>
                  <a:lnTo>
                    <a:pt x="165834" y="1439678"/>
                  </a:lnTo>
                  <a:lnTo>
                    <a:pt x="140621" y="1401853"/>
                  </a:lnTo>
                  <a:lnTo>
                    <a:pt x="117269" y="1362736"/>
                  </a:lnTo>
                  <a:lnTo>
                    <a:pt x="95841" y="1322390"/>
                  </a:lnTo>
                  <a:lnTo>
                    <a:pt x="76400" y="1280878"/>
                  </a:lnTo>
                  <a:lnTo>
                    <a:pt x="59010" y="1238263"/>
                  </a:lnTo>
                  <a:lnTo>
                    <a:pt x="43733" y="1194610"/>
                  </a:lnTo>
                  <a:lnTo>
                    <a:pt x="30633" y="1149980"/>
                  </a:lnTo>
                  <a:lnTo>
                    <a:pt x="19774" y="1104437"/>
                  </a:lnTo>
                  <a:lnTo>
                    <a:pt x="11217" y="1058044"/>
                  </a:lnTo>
                  <a:lnTo>
                    <a:pt x="5027" y="1010865"/>
                  </a:lnTo>
                  <a:lnTo>
                    <a:pt x="1267" y="962962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17679" y="4317449"/>
            <a:ext cx="817880" cy="694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6830" marR="5080" indent="-24765">
              <a:lnSpc>
                <a:spcPts val="2630"/>
              </a:lnSpc>
              <a:spcBef>
                <a:spcPts val="195"/>
              </a:spcBef>
            </a:pPr>
            <a:r>
              <a:rPr sz="2200" spc="70" dirty="0">
                <a:latin typeface="Tahoma"/>
                <a:cs typeface="Tahoma"/>
              </a:rPr>
              <a:t>BE</a:t>
            </a:r>
            <a:r>
              <a:rPr sz="2200" spc="15" dirty="0">
                <a:latin typeface="Tahoma"/>
                <a:cs typeface="Tahoma"/>
              </a:rPr>
              <a:t>R</a:t>
            </a:r>
            <a:r>
              <a:rPr sz="2200" spc="-120" dirty="0">
                <a:latin typeface="Tahoma"/>
                <a:cs typeface="Tahoma"/>
              </a:rPr>
              <a:t>T*  </a:t>
            </a:r>
            <a:r>
              <a:rPr sz="2200" spc="135" dirty="0">
                <a:latin typeface="Tahoma"/>
                <a:cs typeface="Tahoma"/>
              </a:rPr>
              <a:t>110M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18987" y="0"/>
            <a:ext cx="12569190" cy="10296525"/>
            <a:chOff x="5718987" y="0"/>
            <a:chExt cx="12569190" cy="10296525"/>
          </a:xfrm>
        </p:grpSpPr>
        <p:sp>
          <p:nvSpPr>
            <p:cNvPr id="7" name="object 7"/>
            <p:cNvSpPr/>
            <p:nvPr/>
          </p:nvSpPr>
          <p:spPr>
            <a:xfrm>
              <a:off x="5723749" y="0"/>
              <a:ext cx="12564745" cy="10287000"/>
            </a:xfrm>
            <a:custGeom>
              <a:avLst/>
              <a:gdLst/>
              <a:ahLst/>
              <a:cxnLst/>
              <a:rect l="l" t="t" r="r" b="b"/>
              <a:pathLst>
                <a:path w="12564744" h="10287000">
                  <a:moveTo>
                    <a:pt x="12564249" y="10286999"/>
                  </a:moveTo>
                  <a:lnTo>
                    <a:pt x="877382" y="10286999"/>
                  </a:lnTo>
                  <a:lnTo>
                    <a:pt x="843697" y="10181651"/>
                  </a:lnTo>
                  <a:lnTo>
                    <a:pt x="800950" y="10044215"/>
                  </a:lnTo>
                  <a:lnTo>
                    <a:pt x="759257" y="9906318"/>
                  </a:lnTo>
                  <a:lnTo>
                    <a:pt x="718623" y="9767964"/>
                  </a:lnTo>
                  <a:lnTo>
                    <a:pt x="679052" y="9629159"/>
                  </a:lnTo>
                  <a:lnTo>
                    <a:pt x="640549" y="9489907"/>
                  </a:lnTo>
                  <a:lnTo>
                    <a:pt x="603120" y="9350213"/>
                  </a:lnTo>
                  <a:lnTo>
                    <a:pt x="566767" y="9210082"/>
                  </a:lnTo>
                  <a:lnTo>
                    <a:pt x="531498" y="9069517"/>
                  </a:lnTo>
                  <a:lnTo>
                    <a:pt x="497315" y="8928525"/>
                  </a:lnTo>
                  <a:lnTo>
                    <a:pt x="464223" y="8787109"/>
                  </a:lnTo>
                  <a:lnTo>
                    <a:pt x="432228" y="8645275"/>
                  </a:lnTo>
                  <a:lnTo>
                    <a:pt x="401335" y="8503027"/>
                  </a:lnTo>
                  <a:lnTo>
                    <a:pt x="371547" y="8360369"/>
                  </a:lnTo>
                  <a:lnTo>
                    <a:pt x="342869" y="8217307"/>
                  </a:lnTo>
                  <a:lnTo>
                    <a:pt x="315307" y="8073845"/>
                  </a:lnTo>
                  <a:lnTo>
                    <a:pt x="288865" y="7929988"/>
                  </a:lnTo>
                  <a:lnTo>
                    <a:pt x="263547" y="7785741"/>
                  </a:lnTo>
                  <a:lnTo>
                    <a:pt x="239359" y="7641108"/>
                  </a:lnTo>
                  <a:lnTo>
                    <a:pt x="216304" y="7496094"/>
                  </a:lnTo>
                  <a:lnTo>
                    <a:pt x="194389" y="7350704"/>
                  </a:lnTo>
                  <a:lnTo>
                    <a:pt x="173617" y="7204942"/>
                  </a:lnTo>
                  <a:lnTo>
                    <a:pt x="153993" y="7058813"/>
                  </a:lnTo>
                  <a:lnTo>
                    <a:pt x="135521" y="6912322"/>
                  </a:lnTo>
                  <a:lnTo>
                    <a:pt x="118208" y="6765474"/>
                  </a:lnTo>
                  <a:lnTo>
                    <a:pt x="102057" y="6618273"/>
                  </a:lnTo>
                  <a:lnTo>
                    <a:pt x="87072" y="6470723"/>
                  </a:lnTo>
                  <a:lnTo>
                    <a:pt x="73260" y="6322831"/>
                  </a:lnTo>
                  <a:lnTo>
                    <a:pt x="60624" y="6174600"/>
                  </a:lnTo>
                  <a:lnTo>
                    <a:pt x="49169" y="6026035"/>
                  </a:lnTo>
                  <a:lnTo>
                    <a:pt x="38899" y="5877140"/>
                  </a:lnTo>
                  <a:lnTo>
                    <a:pt x="29821" y="5727922"/>
                  </a:lnTo>
                  <a:lnTo>
                    <a:pt x="21937" y="5578383"/>
                  </a:lnTo>
                  <a:lnTo>
                    <a:pt x="15254" y="5428530"/>
                  </a:lnTo>
                  <a:lnTo>
                    <a:pt x="9775" y="5278365"/>
                  </a:lnTo>
                  <a:lnTo>
                    <a:pt x="5505" y="5127896"/>
                  </a:lnTo>
                  <a:lnTo>
                    <a:pt x="2450" y="4977125"/>
                  </a:lnTo>
                  <a:lnTo>
                    <a:pt x="613" y="4826058"/>
                  </a:lnTo>
                  <a:lnTo>
                    <a:pt x="0" y="4674700"/>
                  </a:lnTo>
                  <a:lnTo>
                    <a:pt x="613" y="4523341"/>
                  </a:lnTo>
                  <a:lnTo>
                    <a:pt x="2450" y="4372274"/>
                  </a:lnTo>
                  <a:lnTo>
                    <a:pt x="5505" y="4221503"/>
                  </a:lnTo>
                  <a:lnTo>
                    <a:pt x="9775" y="4071034"/>
                  </a:lnTo>
                  <a:lnTo>
                    <a:pt x="15254" y="3920870"/>
                  </a:lnTo>
                  <a:lnTo>
                    <a:pt x="21937" y="3771016"/>
                  </a:lnTo>
                  <a:lnTo>
                    <a:pt x="29821" y="3621477"/>
                  </a:lnTo>
                  <a:lnTo>
                    <a:pt x="38899" y="3472259"/>
                  </a:lnTo>
                  <a:lnTo>
                    <a:pt x="49169" y="3323364"/>
                  </a:lnTo>
                  <a:lnTo>
                    <a:pt x="60624" y="3174799"/>
                  </a:lnTo>
                  <a:lnTo>
                    <a:pt x="73260" y="3026568"/>
                  </a:lnTo>
                  <a:lnTo>
                    <a:pt x="87072" y="2878676"/>
                  </a:lnTo>
                  <a:lnTo>
                    <a:pt x="102057" y="2731126"/>
                  </a:lnTo>
                  <a:lnTo>
                    <a:pt x="118208" y="2583925"/>
                  </a:lnTo>
                  <a:lnTo>
                    <a:pt x="135521" y="2437077"/>
                  </a:lnTo>
                  <a:lnTo>
                    <a:pt x="153993" y="2290586"/>
                  </a:lnTo>
                  <a:lnTo>
                    <a:pt x="173617" y="2144457"/>
                  </a:lnTo>
                  <a:lnTo>
                    <a:pt x="194389" y="1998695"/>
                  </a:lnTo>
                  <a:lnTo>
                    <a:pt x="216304" y="1853305"/>
                  </a:lnTo>
                  <a:lnTo>
                    <a:pt x="239359" y="1708291"/>
                  </a:lnTo>
                  <a:lnTo>
                    <a:pt x="263547" y="1563658"/>
                  </a:lnTo>
                  <a:lnTo>
                    <a:pt x="288865" y="1419411"/>
                  </a:lnTo>
                  <a:lnTo>
                    <a:pt x="315307" y="1275554"/>
                  </a:lnTo>
                  <a:lnTo>
                    <a:pt x="342869" y="1132092"/>
                  </a:lnTo>
                  <a:lnTo>
                    <a:pt x="371547" y="989030"/>
                  </a:lnTo>
                  <a:lnTo>
                    <a:pt x="401335" y="846372"/>
                  </a:lnTo>
                  <a:lnTo>
                    <a:pt x="432228" y="704124"/>
                  </a:lnTo>
                  <a:lnTo>
                    <a:pt x="464223" y="562290"/>
                  </a:lnTo>
                  <a:lnTo>
                    <a:pt x="497315" y="420874"/>
                  </a:lnTo>
                  <a:lnTo>
                    <a:pt x="531498" y="279881"/>
                  </a:lnTo>
                  <a:lnTo>
                    <a:pt x="566767" y="139317"/>
                  </a:lnTo>
                  <a:lnTo>
                    <a:pt x="602908" y="0"/>
                  </a:lnTo>
                  <a:lnTo>
                    <a:pt x="12564249" y="0"/>
                  </a:lnTo>
                  <a:lnTo>
                    <a:pt x="12564249" y="102869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3749" y="0"/>
              <a:ext cx="877569" cy="10287000"/>
            </a:xfrm>
            <a:custGeom>
              <a:avLst/>
              <a:gdLst/>
              <a:ahLst/>
              <a:cxnLst/>
              <a:rect l="l" t="t" r="r" b="b"/>
              <a:pathLst>
                <a:path w="877570" h="10287000">
                  <a:moveTo>
                    <a:pt x="0" y="4674700"/>
                  </a:moveTo>
                  <a:lnTo>
                    <a:pt x="613" y="4523341"/>
                  </a:lnTo>
                  <a:lnTo>
                    <a:pt x="2450" y="4372274"/>
                  </a:lnTo>
                  <a:lnTo>
                    <a:pt x="5505" y="4221503"/>
                  </a:lnTo>
                  <a:lnTo>
                    <a:pt x="9775" y="4071034"/>
                  </a:lnTo>
                  <a:lnTo>
                    <a:pt x="15254" y="3920870"/>
                  </a:lnTo>
                  <a:lnTo>
                    <a:pt x="21937" y="3771016"/>
                  </a:lnTo>
                  <a:lnTo>
                    <a:pt x="29821" y="3621477"/>
                  </a:lnTo>
                  <a:lnTo>
                    <a:pt x="38899" y="3472259"/>
                  </a:lnTo>
                  <a:lnTo>
                    <a:pt x="49169" y="3323364"/>
                  </a:lnTo>
                  <a:lnTo>
                    <a:pt x="60624" y="3174799"/>
                  </a:lnTo>
                  <a:lnTo>
                    <a:pt x="73260" y="3026568"/>
                  </a:lnTo>
                  <a:lnTo>
                    <a:pt x="87072" y="2878676"/>
                  </a:lnTo>
                  <a:lnTo>
                    <a:pt x="102057" y="2731126"/>
                  </a:lnTo>
                  <a:lnTo>
                    <a:pt x="118208" y="2583925"/>
                  </a:lnTo>
                  <a:lnTo>
                    <a:pt x="135521" y="2437077"/>
                  </a:lnTo>
                  <a:lnTo>
                    <a:pt x="153993" y="2290586"/>
                  </a:lnTo>
                  <a:lnTo>
                    <a:pt x="173617" y="2144457"/>
                  </a:lnTo>
                  <a:lnTo>
                    <a:pt x="194389" y="1998695"/>
                  </a:lnTo>
                  <a:lnTo>
                    <a:pt x="216304" y="1853305"/>
                  </a:lnTo>
                  <a:lnTo>
                    <a:pt x="239359" y="1708291"/>
                  </a:lnTo>
                  <a:lnTo>
                    <a:pt x="263547" y="1563658"/>
                  </a:lnTo>
                  <a:lnTo>
                    <a:pt x="288865" y="1419411"/>
                  </a:lnTo>
                  <a:lnTo>
                    <a:pt x="315307" y="1275554"/>
                  </a:lnTo>
                  <a:lnTo>
                    <a:pt x="342869" y="1132092"/>
                  </a:lnTo>
                  <a:lnTo>
                    <a:pt x="371547" y="989030"/>
                  </a:lnTo>
                  <a:lnTo>
                    <a:pt x="401335" y="846372"/>
                  </a:lnTo>
                  <a:lnTo>
                    <a:pt x="432228" y="704124"/>
                  </a:lnTo>
                  <a:lnTo>
                    <a:pt x="464223" y="562290"/>
                  </a:lnTo>
                  <a:lnTo>
                    <a:pt x="497315" y="420874"/>
                  </a:lnTo>
                  <a:lnTo>
                    <a:pt x="531498" y="279881"/>
                  </a:lnTo>
                  <a:lnTo>
                    <a:pt x="566767" y="139317"/>
                  </a:lnTo>
                  <a:lnTo>
                    <a:pt x="602908" y="0"/>
                  </a:lnTo>
                </a:path>
                <a:path w="877570" h="10287000">
                  <a:moveTo>
                    <a:pt x="877382" y="10286999"/>
                  </a:moveTo>
                  <a:lnTo>
                    <a:pt x="843697" y="10181651"/>
                  </a:lnTo>
                  <a:lnTo>
                    <a:pt x="800950" y="10044215"/>
                  </a:lnTo>
                  <a:lnTo>
                    <a:pt x="759257" y="9906318"/>
                  </a:lnTo>
                  <a:lnTo>
                    <a:pt x="718623" y="9767964"/>
                  </a:lnTo>
                  <a:lnTo>
                    <a:pt x="679052" y="9629159"/>
                  </a:lnTo>
                  <a:lnTo>
                    <a:pt x="640549" y="9489907"/>
                  </a:lnTo>
                  <a:lnTo>
                    <a:pt x="603120" y="9350213"/>
                  </a:lnTo>
                  <a:lnTo>
                    <a:pt x="566767" y="9210082"/>
                  </a:lnTo>
                  <a:lnTo>
                    <a:pt x="531498" y="9069517"/>
                  </a:lnTo>
                  <a:lnTo>
                    <a:pt x="497315" y="8928525"/>
                  </a:lnTo>
                  <a:lnTo>
                    <a:pt x="464223" y="8787109"/>
                  </a:lnTo>
                  <a:lnTo>
                    <a:pt x="432228" y="8645275"/>
                  </a:lnTo>
                  <a:lnTo>
                    <a:pt x="401335" y="8503027"/>
                  </a:lnTo>
                  <a:lnTo>
                    <a:pt x="371547" y="8360369"/>
                  </a:lnTo>
                  <a:lnTo>
                    <a:pt x="342869" y="8217307"/>
                  </a:lnTo>
                  <a:lnTo>
                    <a:pt x="315307" y="8073845"/>
                  </a:lnTo>
                  <a:lnTo>
                    <a:pt x="288865" y="7929988"/>
                  </a:lnTo>
                  <a:lnTo>
                    <a:pt x="263547" y="7785741"/>
                  </a:lnTo>
                  <a:lnTo>
                    <a:pt x="239359" y="7641108"/>
                  </a:lnTo>
                  <a:lnTo>
                    <a:pt x="216304" y="7496094"/>
                  </a:lnTo>
                  <a:lnTo>
                    <a:pt x="194389" y="7350704"/>
                  </a:lnTo>
                  <a:lnTo>
                    <a:pt x="173617" y="7204942"/>
                  </a:lnTo>
                  <a:lnTo>
                    <a:pt x="153993" y="7058813"/>
                  </a:lnTo>
                  <a:lnTo>
                    <a:pt x="135521" y="6912322"/>
                  </a:lnTo>
                  <a:lnTo>
                    <a:pt x="118208" y="6765474"/>
                  </a:lnTo>
                  <a:lnTo>
                    <a:pt x="102057" y="6618273"/>
                  </a:lnTo>
                  <a:lnTo>
                    <a:pt x="87072" y="6470723"/>
                  </a:lnTo>
                  <a:lnTo>
                    <a:pt x="73260" y="6322831"/>
                  </a:lnTo>
                  <a:lnTo>
                    <a:pt x="60624" y="6174600"/>
                  </a:lnTo>
                  <a:lnTo>
                    <a:pt x="49169" y="6026035"/>
                  </a:lnTo>
                  <a:lnTo>
                    <a:pt x="38899" y="5877140"/>
                  </a:lnTo>
                  <a:lnTo>
                    <a:pt x="29821" y="5727922"/>
                  </a:lnTo>
                  <a:lnTo>
                    <a:pt x="21937" y="5578383"/>
                  </a:lnTo>
                  <a:lnTo>
                    <a:pt x="15254" y="5428530"/>
                  </a:lnTo>
                  <a:lnTo>
                    <a:pt x="9775" y="5278365"/>
                  </a:lnTo>
                  <a:lnTo>
                    <a:pt x="5505" y="5127896"/>
                  </a:lnTo>
                  <a:lnTo>
                    <a:pt x="2450" y="4977125"/>
                  </a:lnTo>
                  <a:lnTo>
                    <a:pt x="613" y="4826058"/>
                  </a:lnTo>
                  <a:lnTo>
                    <a:pt x="0" y="467470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8275" y="8671799"/>
            <a:ext cx="13436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 dirty="0">
                <a:latin typeface="Tahoma"/>
                <a:cs typeface="Tahoma"/>
              </a:rPr>
              <a:t>*Bert-base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6924" y="322726"/>
            <a:ext cx="1520951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70" dirty="0"/>
              <a:t> </a:t>
            </a:r>
            <a:r>
              <a:rPr spc="10" dirty="0"/>
              <a:t>signiﬁcance</a:t>
            </a:r>
            <a:r>
              <a:rPr spc="-670" dirty="0"/>
              <a:t> </a:t>
            </a:r>
            <a:r>
              <a:rPr spc="85" dirty="0"/>
              <a:t>of</a:t>
            </a:r>
            <a:r>
              <a:rPr spc="-670" dirty="0"/>
              <a:t> </a:t>
            </a:r>
            <a:r>
              <a:rPr spc="-95" dirty="0"/>
              <a:t>scale:</a:t>
            </a:r>
            <a:r>
              <a:rPr spc="-670" dirty="0"/>
              <a:t> </a:t>
            </a:r>
            <a:r>
              <a:rPr spc="-70" dirty="0"/>
              <a:t>language</a:t>
            </a:r>
            <a:r>
              <a:rPr spc="-670" dirty="0"/>
              <a:t> </a:t>
            </a:r>
            <a:r>
              <a:rPr spc="15" dirty="0"/>
              <a:t>understanding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11231" y="7437551"/>
            <a:ext cx="13188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 marR="5080" indent="-222250">
              <a:lnSpc>
                <a:spcPct val="100000"/>
              </a:lnSpc>
              <a:spcBef>
                <a:spcPts val="100"/>
              </a:spcBef>
            </a:pPr>
            <a:r>
              <a:rPr sz="2800" spc="160" dirty="0">
                <a:latin typeface="Tahoma"/>
                <a:cs typeface="Tahoma"/>
              </a:rPr>
              <a:t>B</a:t>
            </a:r>
            <a:r>
              <a:rPr sz="2800" spc="-70" dirty="0">
                <a:latin typeface="Tahoma"/>
                <a:cs typeface="Tahoma"/>
              </a:rPr>
              <a:t>L</a:t>
            </a:r>
            <a:r>
              <a:rPr sz="2800" spc="235" dirty="0">
                <a:latin typeface="Tahoma"/>
                <a:cs typeface="Tahoma"/>
              </a:rPr>
              <a:t>OOM  </a:t>
            </a:r>
            <a:r>
              <a:rPr sz="2800" spc="110" dirty="0">
                <a:latin typeface="Tahoma"/>
                <a:cs typeface="Tahoma"/>
              </a:rPr>
              <a:t>176B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45399" y="7817118"/>
            <a:ext cx="913765" cy="164465"/>
            <a:chOff x="5445399" y="7817118"/>
            <a:chExt cx="913765" cy="164465"/>
          </a:xfrm>
        </p:grpSpPr>
        <p:sp>
          <p:nvSpPr>
            <p:cNvPr id="13" name="object 13"/>
            <p:cNvSpPr/>
            <p:nvPr/>
          </p:nvSpPr>
          <p:spPr>
            <a:xfrm>
              <a:off x="5445399" y="789910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60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7549" y="7817118"/>
              <a:ext cx="211001" cy="16396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7871" y="329076"/>
            <a:ext cx="58591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Model</a:t>
            </a:r>
            <a:r>
              <a:rPr spc="-670" dirty="0"/>
              <a:t> </a:t>
            </a:r>
            <a:r>
              <a:rPr spc="40" dirty="0"/>
              <a:t>size</a:t>
            </a:r>
            <a:r>
              <a:rPr spc="-670" dirty="0"/>
              <a:t> </a:t>
            </a:r>
            <a:r>
              <a:rPr spc="-170" dirty="0"/>
              <a:t>vs.</a:t>
            </a:r>
            <a:r>
              <a:rPr spc="-670" dirty="0"/>
              <a:t> </a:t>
            </a:r>
            <a:r>
              <a:rPr spc="60" dirty="0"/>
              <a:t>time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4960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2018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00136" y="8380649"/>
            <a:ext cx="15818485" cy="92075"/>
            <a:chOff x="1100136" y="8380649"/>
            <a:chExt cx="15818485" cy="92075"/>
          </a:xfrm>
        </p:grpSpPr>
        <p:sp>
          <p:nvSpPr>
            <p:cNvPr id="9" name="object 9"/>
            <p:cNvSpPr/>
            <p:nvPr/>
          </p:nvSpPr>
          <p:spPr>
            <a:xfrm>
              <a:off x="1114423" y="8410466"/>
              <a:ext cx="15703550" cy="16510"/>
            </a:xfrm>
            <a:custGeom>
              <a:avLst/>
              <a:gdLst/>
              <a:ahLst/>
              <a:cxnLst/>
              <a:rect l="l" t="t" r="r" b="b"/>
              <a:pathLst>
                <a:path w="15703550" h="16509">
                  <a:moveTo>
                    <a:pt x="0" y="0"/>
                  </a:moveTo>
                  <a:lnTo>
                    <a:pt x="15703012" y="1606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3115" y="8380649"/>
              <a:ext cx="115422" cy="9176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0881" y="4290136"/>
            <a:ext cx="14922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3600" spc="114" dirty="0">
                <a:latin typeface="Tahoma"/>
                <a:cs typeface="Tahoma"/>
              </a:rPr>
              <a:t>BE</a:t>
            </a:r>
            <a:r>
              <a:rPr sz="3600" spc="30" dirty="0">
                <a:latin typeface="Tahoma"/>
                <a:cs typeface="Tahoma"/>
              </a:rPr>
              <a:t>R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dirty="0">
                <a:latin typeface="Tahoma"/>
                <a:cs typeface="Tahoma"/>
              </a:rPr>
              <a:t>-L  </a:t>
            </a:r>
            <a:r>
              <a:rPr sz="3600" spc="225" dirty="0">
                <a:latin typeface="Tahoma"/>
                <a:cs typeface="Tahoma"/>
              </a:rPr>
              <a:t>340M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9537" y="3721313"/>
            <a:ext cx="434340" cy="433705"/>
            <a:chOff x="869537" y="3721313"/>
            <a:chExt cx="434340" cy="433705"/>
          </a:xfrm>
        </p:grpSpPr>
        <p:sp>
          <p:nvSpPr>
            <p:cNvPr id="13" name="object 13"/>
            <p:cNvSpPr/>
            <p:nvPr/>
          </p:nvSpPr>
          <p:spPr>
            <a:xfrm>
              <a:off x="874300" y="3726075"/>
              <a:ext cx="424815" cy="424180"/>
            </a:xfrm>
            <a:custGeom>
              <a:avLst/>
              <a:gdLst/>
              <a:ahLst/>
              <a:cxnLst/>
              <a:rect l="l" t="t" r="r" b="b"/>
              <a:pathLst>
                <a:path w="424815" h="424179">
                  <a:moveTo>
                    <a:pt x="212399" y="423599"/>
                  </a:moveTo>
                  <a:lnTo>
                    <a:pt x="163698" y="418006"/>
                  </a:lnTo>
                  <a:lnTo>
                    <a:pt x="118991" y="402072"/>
                  </a:lnTo>
                  <a:lnTo>
                    <a:pt x="79554" y="377069"/>
                  </a:lnTo>
                  <a:lnTo>
                    <a:pt x="46661" y="344270"/>
                  </a:lnTo>
                  <a:lnTo>
                    <a:pt x="21588" y="304944"/>
                  </a:lnTo>
                  <a:lnTo>
                    <a:pt x="5609" y="260363"/>
                  </a:lnTo>
                  <a:lnTo>
                    <a:pt x="0" y="211799"/>
                  </a:lnTo>
                  <a:lnTo>
                    <a:pt x="5609" y="163236"/>
                  </a:lnTo>
                  <a:lnTo>
                    <a:pt x="21588" y="118655"/>
                  </a:lnTo>
                  <a:lnTo>
                    <a:pt x="46661" y="79329"/>
                  </a:lnTo>
                  <a:lnTo>
                    <a:pt x="79554" y="46530"/>
                  </a:lnTo>
                  <a:lnTo>
                    <a:pt x="118991" y="21527"/>
                  </a:lnTo>
                  <a:lnTo>
                    <a:pt x="163698" y="5593"/>
                  </a:lnTo>
                  <a:lnTo>
                    <a:pt x="212399" y="0"/>
                  </a:lnTo>
                  <a:lnTo>
                    <a:pt x="254030" y="4107"/>
                  </a:lnTo>
                  <a:lnTo>
                    <a:pt x="293681" y="16122"/>
                  </a:lnTo>
                  <a:lnTo>
                    <a:pt x="330239" y="35584"/>
                  </a:lnTo>
                  <a:lnTo>
                    <a:pt x="362589" y="62034"/>
                  </a:lnTo>
                  <a:lnTo>
                    <a:pt x="389114" y="94293"/>
                  </a:lnTo>
                  <a:lnTo>
                    <a:pt x="408631" y="130747"/>
                  </a:lnTo>
                  <a:lnTo>
                    <a:pt x="420681" y="170286"/>
                  </a:lnTo>
                  <a:lnTo>
                    <a:pt x="424799" y="211799"/>
                  </a:lnTo>
                  <a:lnTo>
                    <a:pt x="419190" y="260363"/>
                  </a:lnTo>
                  <a:lnTo>
                    <a:pt x="403211" y="304944"/>
                  </a:lnTo>
                  <a:lnTo>
                    <a:pt x="378138" y="344270"/>
                  </a:lnTo>
                  <a:lnTo>
                    <a:pt x="345245" y="377069"/>
                  </a:lnTo>
                  <a:lnTo>
                    <a:pt x="305808" y="402072"/>
                  </a:lnTo>
                  <a:lnTo>
                    <a:pt x="261101" y="418006"/>
                  </a:lnTo>
                  <a:lnTo>
                    <a:pt x="212399" y="4235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4300" y="3726075"/>
              <a:ext cx="424815" cy="424180"/>
            </a:xfrm>
            <a:custGeom>
              <a:avLst/>
              <a:gdLst/>
              <a:ahLst/>
              <a:cxnLst/>
              <a:rect l="l" t="t" r="r" b="b"/>
              <a:pathLst>
                <a:path w="424815" h="424179">
                  <a:moveTo>
                    <a:pt x="0" y="211799"/>
                  </a:moveTo>
                  <a:lnTo>
                    <a:pt x="5609" y="163236"/>
                  </a:lnTo>
                  <a:lnTo>
                    <a:pt x="21588" y="118655"/>
                  </a:lnTo>
                  <a:lnTo>
                    <a:pt x="46661" y="79329"/>
                  </a:lnTo>
                  <a:lnTo>
                    <a:pt x="79554" y="46530"/>
                  </a:lnTo>
                  <a:lnTo>
                    <a:pt x="118991" y="21527"/>
                  </a:lnTo>
                  <a:lnTo>
                    <a:pt x="163698" y="5593"/>
                  </a:lnTo>
                  <a:lnTo>
                    <a:pt x="212399" y="0"/>
                  </a:lnTo>
                  <a:lnTo>
                    <a:pt x="254030" y="4107"/>
                  </a:lnTo>
                  <a:lnTo>
                    <a:pt x="293681" y="16122"/>
                  </a:lnTo>
                  <a:lnTo>
                    <a:pt x="330239" y="35584"/>
                  </a:lnTo>
                  <a:lnTo>
                    <a:pt x="362589" y="62034"/>
                  </a:lnTo>
                  <a:lnTo>
                    <a:pt x="389114" y="94293"/>
                  </a:lnTo>
                  <a:lnTo>
                    <a:pt x="408631" y="130747"/>
                  </a:lnTo>
                  <a:lnTo>
                    <a:pt x="420681" y="170286"/>
                  </a:lnTo>
                  <a:lnTo>
                    <a:pt x="424799" y="211799"/>
                  </a:lnTo>
                  <a:lnTo>
                    <a:pt x="419190" y="260363"/>
                  </a:lnTo>
                  <a:lnTo>
                    <a:pt x="403211" y="304944"/>
                  </a:lnTo>
                  <a:lnTo>
                    <a:pt x="378138" y="344270"/>
                  </a:lnTo>
                  <a:lnTo>
                    <a:pt x="345245" y="377069"/>
                  </a:lnTo>
                  <a:lnTo>
                    <a:pt x="305808" y="402072"/>
                  </a:lnTo>
                  <a:lnTo>
                    <a:pt x="261101" y="418006"/>
                  </a:lnTo>
                  <a:lnTo>
                    <a:pt x="212399" y="423599"/>
                  </a:lnTo>
                  <a:lnTo>
                    <a:pt x="163698" y="418006"/>
                  </a:lnTo>
                  <a:lnTo>
                    <a:pt x="118991" y="402072"/>
                  </a:lnTo>
                  <a:lnTo>
                    <a:pt x="79554" y="377069"/>
                  </a:lnTo>
                  <a:lnTo>
                    <a:pt x="46661" y="344270"/>
                  </a:lnTo>
                  <a:lnTo>
                    <a:pt x="21588" y="304944"/>
                  </a:lnTo>
                  <a:lnTo>
                    <a:pt x="5609" y="260363"/>
                  </a:lnTo>
                  <a:lnTo>
                    <a:pt x="0" y="2117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95559" y="4580812"/>
            <a:ext cx="12928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latin typeface="Tahoma"/>
                <a:cs typeface="Tahoma"/>
              </a:rPr>
              <a:t>GP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spc="25" dirty="0">
                <a:latin typeface="Tahoma"/>
                <a:cs typeface="Tahoma"/>
              </a:rPr>
              <a:t>-2  </a:t>
            </a:r>
            <a:r>
              <a:rPr sz="3600" spc="30" dirty="0">
                <a:latin typeface="Tahoma"/>
                <a:cs typeface="Tahoma"/>
              </a:rPr>
              <a:t>1.5B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9100" y="2289111"/>
            <a:ext cx="9785350" cy="3246755"/>
            <a:chOff x="1299100" y="2289111"/>
            <a:chExt cx="9785350" cy="3246755"/>
          </a:xfrm>
        </p:grpSpPr>
        <p:sp>
          <p:nvSpPr>
            <p:cNvPr id="17" name="object 17"/>
            <p:cNvSpPr/>
            <p:nvPr/>
          </p:nvSpPr>
          <p:spPr>
            <a:xfrm>
              <a:off x="1299100" y="3937875"/>
              <a:ext cx="1110615" cy="0"/>
            </a:xfrm>
            <a:custGeom>
              <a:avLst/>
              <a:gdLst/>
              <a:ahLst/>
              <a:cxnLst/>
              <a:rect l="l" t="t" r="r" b="b"/>
              <a:pathLst>
                <a:path w="1110614">
                  <a:moveTo>
                    <a:pt x="0" y="0"/>
                  </a:moveTo>
                  <a:lnTo>
                    <a:pt x="11105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0650" y="3855894"/>
              <a:ext cx="211001" cy="16396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3791" y="2289111"/>
              <a:ext cx="8450420" cy="32465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094181" y="5111519"/>
            <a:ext cx="12928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latin typeface="Tahoma"/>
                <a:cs typeface="Tahoma"/>
              </a:rPr>
              <a:t>GP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spc="25" dirty="0">
                <a:latin typeface="Tahoma"/>
                <a:cs typeface="Tahoma"/>
              </a:rPr>
              <a:t>-3  </a:t>
            </a:r>
            <a:r>
              <a:rPr sz="3600" spc="140" dirty="0">
                <a:latin typeface="Tahoma"/>
                <a:cs typeface="Tahoma"/>
              </a:rPr>
              <a:t>175B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30199" y="5680882"/>
            <a:ext cx="11811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 marR="5080" indent="-32384">
              <a:lnSpc>
                <a:spcPct val="100000"/>
              </a:lnSpc>
              <a:spcBef>
                <a:spcPts val="100"/>
              </a:spcBef>
            </a:pPr>
            <a:r>
              <a:rPr sz="3600" spc="125" dirty="0">
                <a:latin typeface="Tahoma"/>
                <a:cs typeface="Tahoma"/>
              </a:rPr>
              <a:t>P</a:t>
            </a:r>
            <a:r>
              <a:rPr sz="3600" spc="140" dirty="0">
                <a:latin typeface="Tahoma"/>
                <a:cs typeface="Tahoma"/>
              </a:rPr>
              <a:t>aLM  540B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519062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2023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67260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2022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0171" y="1864674"/>
            <a:ext cx="4799330" cy="450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4000" spc="120" dirty="0">
                <a:latin typeface="Tahoma"/>
                <a:cs typeface="Tahoma"/>
              </a:rPr>
              <a:t>Growth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45" dirty="0">
                <a:latin typeface="Tahoma"/>
                <a:cs typeface="Tahoma"/>
              </a:rPr>
              <a:t>powered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b</a:t>
            </a:r>
            <a:r>
              <a:rPr sz="4000" spc="-180" dirty="0">
                <a:latin typeface="Tahoma"/>
                <a:cs typeface="Tahoma"/>
              </a:rPr>
              <a:t>y:</a:t>
            </a:r>
            <a:endParaRPr sz="4000">
              <a:latin typeface="Tahoma"/>
              <a:cs typeface="Tahoma"/>
            </a:endParaRPr>
          </a:p>
          <a:p>
            <a:pPr marL="548005" marR="888365" indent="-535940">
              <a:lnSpc>
                <a:spcPct val="105000"/>
              </a:lnSpc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35" dirty="0">
                <a:latin typeface="Tahoma"/>
                <a:cs typeface="Tahoma"/>
              </a:rPr>
              <a:t>Introduction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0" dirty="0">
                <a:latin typeface="Tahoma"/>
                <a:cs typeface="Tahoma"/>
              </a:rPr>
              <a:t>of  </a:t>
            </a:r>
            <a:r>
              <a:rPr sz="4000" spc="45" dirty="0">
                <a:latin typeface="Tahoma"/>
                <a:cs typeface="Tahoma"/>
              </a:rPr>
              <a:t>transformer</a:t>
            </a:r>
            <a:endParaRPr sz="4000">
              <a:latin typeface="Tahoma"/>
              <a:cs typeface="Tahoma"/>
            </a:endParaRPr>
          </a:p>
          <a:p>
            <a:pPr marL="548005" marR="282575" indent="-535940">
              <a:lnSpc>
                <a:spcPct val="105000"/>
              </a:lnSpc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40" dirty="0">
                <a:latin typeface="Tahoma"/>
                <a:cs typeface="Tahoma"/>
              </a:rPr>
              <a:t>Access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100" dirty="0">
                <a:latin typeface="Tahoma"/>
                <a:cs typeface="Tahoma"/>
              </a:rPr>
              <a:t>to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5" dirty="0">
                <a:latin typeface="Tahoma"/>
                <a:cs typeface="Tahoma"/>
              </a:rPr>
              <a:t>massi</a:t>
            </a:r>
            <a:r>
              <a:rPr sz="4000" spc="-70" dirty="0">
                <a:latin typeface="Tahoma"/>
                <a:cs typeface="Tahoma"/>
              </a:rPr>
              <a:t>v</a:t>
            </a:r>
            <a:r>
              <a:rPr sz="4000" spc="-10" dirty="0">
                <a:latin typeface="Tahoma"/>
                <a:cs typeface="Tahoma"/>
              </a:rPr>
              <a:t>e  </a:t>
            </a:r>
            <a:r>
              <a:rPr sz="4000" spc="10" dirty="0">
                <a:latin typeface="Tahoma"/>
                <a:cs typeface="Tahoma"/>
              </a:rPr>
              <a:t>datasets</a:t>
            </a:r>
            <a:endParaRPr sz="4000">
              <a:latin typeface="Tahoma"/>
              <a:cs typeface="Tahoma"/>
            </a:endParaRPr>
          </a:p>
          <a:p>
            <a:pPr marL="548005" marR="5080" indent="-535940">
              <a:lnSpc>
                <a:spcPct val="105000"/>
              </a:lnSpc>
              <a:buFont typeface="Arial MT"/>
              <a:buChar char="●"/>
              <a:tabLst>
                <a:tab pos="548005" algn="l"/>
                <a:tab pos="548640" algn="l"/>
              </a:tabLst>
            </a:pPr>
            <a:r>
              <a:rPr sz="4000" spc="200" dirty="0">
                <a:latin typeface="Tahoma"/>
                <a:cs typeface="Tahoma"/>
              </a:rPr>
              <a:t>More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powerful  </a:t>
            </a:r>
            <a:r>
              <a:rPr sz="4000" spc="15" dirty="0">
                <a:latin typeface="Tahoma"/>
                <a:cs typeface="Tahoma"/>
              </a:rPr>
              <a:t>compute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resources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7871" y="329076"/>
            <a:ext cx="58591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Model</a:t>
            </a:r>
            <a:r>
              <a:rPr spc="-670" dirty="0"/>
              <a:t> </a:t>
            </a:r>
            <a:r>
              <a:rPr spc="40" dirty="0"/>
              <a:t>size</a:t>
            </a:r>
            <a:r>
              <a:rPr spc="-670" dirty="0"/>
              <a:t> </a:t>
            </a:r>
            <a:r>
              <a:rPr spc="-170" dirty="0"/>
              <a:t>vs.</a:t>
            </a:r>
            <a:r>
              <a:rPr spc="-670" dirty="0"/>
              <a:t> </a:t>
            </a:r>
            <a:r>
              <a:rPr spc="60" dirty="0"/>
              <a:t>time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4960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2018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00136" y="8380649"/>
            <a:ext cx="15818485" cy="92075"/>
            <a:chOff x="1100136" y="8380649"/>
            <a:chExt cx="15818485" cy="92075"/>
          </a:xfrm>
        </p:grpSpPr>
        <p:sp>
          <p:nvSpPr>
            <p:cNvPr id="9" name="object 9"/>
            <p:cNvSpPr/>
            <p:nvPr/>
          </p:nvSpPr>
          <p:spPr>
            <a:xfrm>
              <a:off x="1114423" y="8410466"/>
              <a:ext cx="15703550" cy="16510"/>
            </a:xfrm>
            <a:custGeom>
              <a:avLst/>
              <a:gdLst/>
              <a:ahLst/>
              <a:cxnLst/>
              <a:rect l="l" t="t" r="r" b="b"/>
              <a:pathLst>
                <a:path w="15703550" h="16509">
                  <a:moveTo>
                    <a:pt x="0" y="0"/>
                  </a:moveTo>
                  <a:lnTo>
                    <a:pt x="15703012" y="1606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3115" y="8380649"/>
              <a:ext cx="115422" cy="9176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0881" y="4290136"/>
            <a:ext cx="14922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3600" spc="114" dirty="0">
                <a:latin typeface="Tahoma"/>
                <a:cs typeface="Tahoma"/>
              </a:rPr>
              <a:t>BE</a:t>
            </a:r>
            <a:r>
              <a:rPr sz="3600" spc="30" dirty="0">
                <a:latin typeface="Tahoma"/>
                <a:cs typeface="Tahoma"/>
              </a:rPr>
              <a:t>R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dirty="0">
                <a:latin typeface="Tahoma"/>
                <a:cs typeface="Tahoma"/>
              </a:rPr>
              <a:t>-L  </a:t>
            </a:r>
            <a:r>
              <a:rPr sz="3600" spc="225" dirty="0">
                <a:latin typeface="Tahoma"/>
                <a:cs typeface="Tahoma"/>
              </a:rPr>
              <a:t>340M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9537" y="3721313"/>
            <a:ext cx="434340" cy="433705"/>
            <a:chOff x="869537" y="3721313"/>
            <a:chExt cx="434340" cy="433705"/>
          </a:xfrm>
        </p:grpSpPr>
        <p:sp>
          <p:nvSpPr>
            <p:cNvPr id="13" name="object 13"/>
            <p:cNvSpPr/>
            <p:nvPr/>
          </p:nvSpPr>
          <p:spPr>
            <a:xfrm>
              <a:off x="874300" y="3726075"/>
              <a:ext cx="424815" cy="424180"/>
            </a:xfrm>
            <a:custGeom>
              <a:avLst/>
              <a:gdLst/>
              <a:ahLst/>
              <a:cxnLst/>
              <a:rect l="l" t="t" r="r" b="b"/>
              <a:pathLst>
                <a:path w="424815" h="424179">
                  <a:moveTo>
                    <a:pt x="212399" y="423599"/>
                  </a:moveTo>
                  <a:lnTo>
                    <a:pt x="163698" y="418006"/>
                  </a:lnTo>
                  <a:lnTo>
                    <a:pt x="118991" y="402072"/>
                  </a:lnTo>
                  <a:lnTo>
                    <a:pt x="79554" y="377069"/>
                  </a:lnTo>
                  <a:lnTo>
                    <a:pt x="46661" y="344270"/>
                  </a:lnTo>
                  <a:lnTo>
                    <a:pt x="21588" y="304944"/>
                  </a:lnTo>
                  <a:lnTo>
                    <a:pt x="5609" y="260363"/>
                  </a:lnTo>
                  <a:lnTo>
                    <a:pt x="0" y="211799"/>
                  </a:lnTo>
                  <a:lnTo>
                    <a:pt x="5609" y="163236"/>
                  </a:lnTo>
                  <a:lnTo>
                    <a:pt x="21588" y="118655"/>
                  </a:lnTo>
                  <a:lnTo>
                    <a:pt x="46661" y="79329"/>
                  </a:lnTo>
                  <a:lnTo>
                    <a:pt x="79554" y="46530"/>
                  </a:lnTo>
                  <a:lnTo>
                    <a:pt x="118991" y="21527"/>
                  </a:lnTo>
                  <a:lnTo>
                    <a:pt x="163698" y="5593"/>
                  </a:lnTo>
                  <a:lnTo>
                    <a:pt x="212399" y="0"/>
                  </a:lnTo>
                  <a:lnTo>
                    <a:pt x="254030" y="4107"/>
                  </a:lnTo>
                  <a:lnTo>
                    <a:pt x="293681" y="16122"/>
                  </a:lnTo>
                  <a:lnTo>
                    <a:pt x="330239" y="35584"/>
                  </a:lnTo>
                  <a:lnTo>
                    <a:pt x="362589" y="62034"/>
                  </a:lnTo>
                  <a:lnTo>
                    <a:pt x="389114" y="94293"/>
                  </a:lnTo>
                  <a:lnTo>
                    <a:pt x="408631" y="130747"/>
                  </a:lnTo>
                  <a:lnTo>
                    <a:pt x="420681" y="170286"/>
                  </a:lnTo>
                  <a:lnTo>
                    <a:pt x="424799" y="211799"/>
                  </a:lnTo>
                  <a:lnTo>
                    <a:pt x="419190" y="260363"/>
                  </a:lnTo>
                  <a:lnTo>
                    <a:pt x="403211" y="304944"/>
                  </a:lnTo>
                  <a:lnTo>
                    <a:pt x="378138" y="344270"/>
                  </a:lnTo>
                  <a:lnTo>
                    <a:pt x="345245" y="377069"/>
                  </a:lnTo>
                  <a:lnTo>
                    <a:pt x="305808" y="402072"/>
                  </a:lnTo>
                  <a:lnTo>
                    <a:pt x="261101" y="418006"/>
                  </a:lnTo>
                  <a:lnTo>
                    <a:pt x="212399" y="4235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4300" y="3726075"/>
              <a:ext cx="424815" cy="424180"/>
            </a:xfrm>
            <a:custGeom>
              <a:avLst/>
              <a:gdLst/>
              <a:ahLst/>
              <a:cxnLst/>
              <a:rect l="l" t="t" r="r" b="b"/>
              <a:pathLst>
                <a:path w="424815" h="424179">
                  <a:moveTo>
                    <a:pt x="0" y="211799"/>
                  </a:moveTo>
                  <a:lnTo>
                    <a:pt x="5609" y="163236"/>
                  </a:lnTo>
                  <a:lnTo>
                    <a:pt x="21588" y="118655"/>
                  </a:lnTo>
                  <a:lnTo>
                    <a:pt x="46661" y="79329"/>
                  </a:lnTo>
                  <a:lnTo>
                    <a:pt x="79554" y="46530"/>
                  </a:lnTo>
                  <a:lnTo>
                    <a:pt x="118991" y="21527"/>
                  </a:lnTo>
                  <a:lnTo>
                    <a:pt x="163698" y="5593"/>
                  </a:lnTo>
                  <a:lnTo>
                    <a:pt x="212399" y="0"/>
                  </a:lnTo>
                  <a:lnTo>
                    <a:pt x="254030" y="4107"/>
                  </a:lnTo>
                  <a:lnTo>
                    <a:pt x="293681" y="16122"/>
                  </a:lnTo>
                  <a:lnTo>
                    <a:pt x="330239" y="35584"/>
                  </a:lnTo>
                  <a:lnTo>
                    <a:pt x="362589" y="62034"/>
                  </a:lnTo>
                  <a:lnTo>
                    <a:pt x="389114" y="94293"/>
                  </a:lnTo>
                  <a:lnTo>
                    <a:pt x="408631" y="130747"/>
                  </a:lnTo>
                  <a:lnTo>
                    <a:pt x="420681" y="170286"/>
                  </a:lnTo>
                  <a:lnTo>
                    <a:pt x="424799" y="211799"/>
                  </a:lnTo>
                  <a:lnTo>
                    <a:pt x="419190" y="260363"/>
                  </a:lnTo>
                  <a:lnTo>
                    <a:pt x="403211" y="304944"/>
                  </a:lnTo>
                  <a:lnTo>
                    <a:pt x="378138" y="344270"/>
                  </a:lnTo>
                  <a:lnTo>
                    <a:pt x="345245" y="377069"/>
                  </a:lnTo>
                  <a:lnTo>
                    <a:pt x="305808" y="402072"/>
                  </a:lnTo>
                  <a:lnTo>
                    <a:pt x="261101" y="418006"/>
                  </a:lnTo>
                  <a:lnTo>
                    <a:pt x="212399" y="423599"/>
                  </a:lnTo>
                  <a:lnTo>
                    <a:pt x="163698" y="418006"/>
                  </a:lnTo>
                  <a:lnTo>
                    <a:pt x="118991" y="402072"/>
                  </a:lnTo>
                  <a:lnTo>
                    <a:pt x="79554" y="377069"/>
                  </a:lnTo>
                  <a:lnTo>
                    <a:pt x="46661" y="344270"/>
                  </a:lnTo>
                  <a:lnTo>
                    <a:pt x="21588" y="304944"/>
                  </a:lnTo>
                  <a:lnTo>
                    <a:pt x="5609" y="260363"/>
                  </a:lnTo>
                  <a:lnTo>
                    <a:pt x="0" y="2117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95559" y="4580812"/>
            <a:ext cx="12928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latin typeface="Tahoma"/>
                <a:cs typeface="Tahoma"/>
              </a:rPr>
              <a:t>GP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spc="25" dirty="0">
                <a:latin typeface="Tahoma"/>
                <a:cs typeface="Tahoma"/>
              </a:rPr>
              <a:t>-2  </a:t>
            </a:r>
            <a:r>
              <a:rPr sz="3600" spc="30" dirty="0">
                <a:latin typeface="Tahoma"/>
                <a:cs typeface="Tahoma"/>
              </a:rPr>
              <a:t>1.5B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9100" y="0"/>
            <a:ext cx="16993870" cy="5541010"/>
            <a:chOff x="1299100" y="0"/>
            <a:chExt cx="16993870" cy="5541010"/>
          </a:xfrm>
        </p:grpSpPr>
        <p:sp>
          <p:nvSpPr>
            <p:cNvPr id="17" name="object 17"/>
            <p:cNvSpPr/>
            <p:nvPr/>
          </p:nvSpPr>
          <p:spPr>
            <a:xfrm>
              <a:off x="1299100" y="3937875"/>
              <a:ext cx="1110615" cy="0"/>
            </a:xfrm>
            <a:custGeom>
              <a:avLst/>
              <a:gdLst/>
              <a:ahLst/>
              <a:cxnLst/>
              <a:rect l="l" t="t" r="r" b="b"/>
              <a:pathLst>
                <a:path w="1110614">
                  <a:moveTo>
                    <a:pt x="0" y="0"/>
                  </a:moveTo>
                  <a:lnTo>
                    <a:pt x="11105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0650" y="3855894"/>
              <a:ext cx="211001" cy="16396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3791" y="0"/>
              <a:ext cx="15658971" cy="554039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094181" y="5111519"/>
            <a:ext cx="12928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latin typeface="Tahoma"/>
                <a:cs typeface="Tahoma"/>
              </a:rPr>
              <a:t>GP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spc="25" dirty="0">
                <a:latin typeface="Tahoma"/>
                <a:cs typeface="Tahoma"/>
              </a:rPr>
              <a:t>-3  </a:t>
            </a:r>
            <a:r>
              <a:rPr sz="3600" spc="140" dirty="0">
                <a:latin typeface="Tahoma"/>
                <a:cs typeface="Tahoma"/>
              </a:rPr>
              <a:t>175B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30199" y="5680882"/>
            <a:ext cx="11811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 marR="5080" indent="-32384">
              <a:lnSpc>
                <a:spcPct val="100000"/>
              </a:lnSpc>
              <a:spcBef>
                <a:spcPts val="100"/>
              </a:spcBef>
            </a:pPr>
            <a:r>
              <a:rPr sz="3600" spc="125" dirty="0">
                <a:latin typeface="Tahoma"/>
                <a:cs typeface="Tahoma"/>
              </a:rPr>
              <a:t>P</a:t>
            </a:r>
            <a:r>
              <a:rPr sz="3600" spc="140" dirty="0">
                <a:latin typeface="Tahoma"/>
                <a:cs typeface="Tahoma"/>
              </a:rPr>
              <a:t>aLM  540B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81636" y="2578089"/>
            <a:ext cx="5245100" cy="187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90" dirty="0">
                <a:latin typeface="Tahoma"/>
                <a:cs typeface="Tahoma"/>
              </a:rPr>
              <a:t>increase?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 marL="3364865">
              <a:lnSpc>
                <a:spcPct val="100000"/>
              </a:lnSpc>
              <a:spcBef>
                <a:spcPts val="2855"/>
              </a:spcBef>
            </a:pPr>
            <a:r>
              <a:rPr sz="3600" spc="-270" dirty="0">
                <a:latin typeface="Tahoma"/>
                <a:cs typeface="Tahoma"/>
              </a:rPr>
              <a:t>T</a:t>
            </a:r>
            <a:r>
              <a:rPr sz="3600" spc="-5" dirty="0">
                <a:latin typeface="Tahoma"/>
                <a:cs typeface="Tahoma"/>
              </a:rPr>
              <a:t>rillion(s)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519062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2023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67260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2022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126572"/>
            <a:ext cx="18288000" cy="1160780"/>
            <a:chOff x="0" y="9126572"/>
            <a:chExt cx="18288000" cy="1160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26572"/>
              <a:ext cx="18287999" cy="11604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12501" y="9448322"/>
              <a:ext cx="829499" cy="497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168" y="9343040"/>
              <a:ext cx="3493006" cy="77213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7871" y="329076"/>
            <a:ext cx="58591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Model</a:t>
            </a:r>
            <a:r>
              <a:rPr spc="-670" dirty="0"/>
              <a:t> </a:t>
            </a:r>
            <a:r>
              <a:rPr spc="40" dirty="0"/>
              <a:t>size</a:t>
            </a:r>
            <a:r>
              <a:rPr spc="-670" dirty="0"/>
              <a:t> </a:t>
            </a:r>
            <a:r>
              <a:rPr spc="-170" dirty="0"/>
              <a:t>vs.</a:t>
            </a:r>
            <a:r>
              <a:rPr spc="-670" dirty="0"/>
              <a:t> </a:t>
            </a:r>
            <a:r>
              <a:rPr spc="60" dirty="0"/>
              <a:t>time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4960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2018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00136" y="8380649"/>
            <a:ext cx="15818485" cy="92075"/>
            <a:chOff x="1100136" y="8380649"/>
            <a:chExt cx="15818485" cy="92075"/>
          </a:xfrm>
        </p:grpSpPr>
        <p:sp>
          <p:nvSpPr>
            <p:cNvPr id="9" name="object 9"/>
            <p:cNvSpPr/>
            <p:nvPr/>
          </p:nvSpPr>
          <p:spPr>
            <a:xfrm>
              <a:off x="1114423" y="8410466"/>
              <a:ext cx="15703550" cy="16510"/>
            </a:xfrm>
            <a:custGeom>
              <a:avLst/>
              <a:gdLst/>
              <a:ahLst/>
              <a:cxnLst/>
              <a:rect l="l" t="t" r="r" b="b"/>
              <a:pathLst>
                <a:path w="15703550" h="16509">
                  <a:moveTo>
                    <a:pt x="0" y="0"/>
                  </a:moveTo>
                  <a:lnTo>
                    <a:pt x="15703012" y="1606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3115" y="8380649"/>
              <a:ext cx="115422" cy="9176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0881" y="4290136"/>
            <a:ext cx="14922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3600" spc="114" dirty="0">
                <a:latin typeface="Tahoma"/>
                <a:cs typeface="Tahoma"/>
              </a:rPr>
              <a:t>BE</a:t>
            </a:r>
            <a:r>
              <a:rPr sz="3600" spc="30" dirty="0">
                <a:latin typeface="Tahoma"/>
                <a:cs typeface="Tahoma"/>
              </a:rPr>
              <a:t>R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dirty="0">
                <a:latin typeface="Tahoma"/>
                <a:cs typeface="Tahoma"/>
              </a:rPr>
              <a:t>-L  </a:t>
            </a:r>
            <a:r>
              <a:rPr sz="3600" spc="225" dirty="0">
                <a:latin typeface="Tahoma"/>
                <a:cs typeface="Tahoma"/>
              </a:rPr>
              <a:t>340M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537" y="2289111"/>
            <a:ext cx="10214674" cy="32465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495559" y="4580812"/>
            <a:ext cx="12928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latin typeface="Tahoma"/>
                <a:cs typeface="Tahoma"/>
              </a:rPr>
              <a:t>GP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spc="25" dirty="0">
                <a:latin typeface="Tahoma"/>
                <a:cs typeface="Tahoma"/>
              </a:rPr>
              <a:t>-2  </a:t>
            </a:r>
            <a:r>
              <a:rPr sz="3600" spc="30" dirty="0">
                <a:latin typeface="Tahoma"/>
                <a:cs typeface="Tahoma"/>
              </a:rPr>
              <a:t>1.5B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4181" y="5111519"/>
            <a:ext cx="12928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5080" indent="-88265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latin typeface="Tahoma"/>
                <a:cs typeface="Tahoma"/>
              </a:rPr>
              <a:t>GP</a:t>
            </a:r>
            <a:r>
              <a:rPr sz="3600" spc="-305" dirty="0">
                <a:latin typeface="Tahoma"/>
                <a:cs typeface="Tahoma"/>
              </a:rPr>
              <a:t>T</a:t>
            </a:r>
            <a:r>
              <a:rPr sz="3600" spc="25" dirty="0">
                <a:latin typeface="Tahoma"/>
                <a:cs typeface="Tahoma"/>
              </a:rPr>
              <a:t>-3  </a:t>
            </a:r>
            <a:r>
              <a:rPr sz="3600" spc="140" dirty="0">
                <a:latin typeface="Tahoma"/>
                <a:cs typeface="Tahoma"/>
              </a:rPr>
              <a:t>175B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30199" y="5680882"/>
            <a:ext cx="11811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 marR="5080" indent="-32384">
              <a:lnSpc>
                <a:spcPct val="100000"/>
              </a:lnSpc>
              <a:spcBef>
                <a:spcPts val="100"/>
              </a:spcBef>
            </a:pPr>
            <a:r>
              <a:rPr sz="3600" spc="125" dirty="0">
                <a:latin typeface="Tahoma"/>
                <a:cs typeface="Tahoma"/>
              </a:rPr>
              <a:t>P</a:t>
            </a:r>
            <a:r>
              <a:rPr sz="3600" spc="140" dirty="0">
                <a:latin typeface="Tahoma"/>
                <a:cs typeface="Tahoma"/>
              </a:rPr>
              <a:t>aLM  540B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074686" y="3082462"/>
            <a:ext cx="2036445" cy="835025"/>
            <a:chOff x="11074686" y="3082462"/>
            <a:chExt cx="2036445" cy="835025"/>
          </a:xfrm>
        </p:grpSpPr>
        <p:sp>
          <p:nvSpPr>
            <p:cNvPr id="17" name="object 17"/>
            <p:cNvSpPr/>
            <p:nvPr/>
          </p:nvSpPr>
          <p:spPr>
            <a:xfrm>
              <a:off x="11079449" y="3103525"/>
              <a:ext cx="1986914" cy="808990"/>
            </a:xfrm>
            <a:custGeom>
              <a:avLst/>
              <a:gdLst/>
              <a:ahLst/>
              <a:cxnLst/>
              <a:rect l="l" t="t" r="r" b="b"/>
              <a:pathLst>
                <a:path w="1986915" h="808989">
                  <a:moveTo>
                    <a:pt x="0" y="808847"/>
                  </a:moveTo>
                  <a:lnTo>
                    <a:pt x="198646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059985" y="308722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11865" y="30872"/>
                  </a:moveTo>
                  <a:lnTo>
                    <a:pt x="0" y="1729"/>
                  </a:lnTo>
                  <a:lnTo>
                    <a:pt x="45966" y="0"/>
                  </a:lnTo>
                  <a:lnTo>
                    <a:pt x="11865" y="308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059985" y="3087224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11865" y="30872"/>
                  </a:moveTo>
                  <a:lnTo>
                    <a:pt x="45966" y="0"/>
                  </a:lnTo>
                  <a:lnTo>
                    <a:pt x="0" y="1729"/>
                  </a:lnTo>
                  <a:lnTo>
                    <a:pt x="11865" y="3087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181636" y="2578089"/>
            <a:ext cx="5245100" cy="187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90" dirty="0">
                <a:latin typeface="Tahoma"/>
                <a:cs typeface="Tahoma"/>
              </a:rPr>
              <a:t>increase?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300">
              <a:latin typeface="Tahoma"/>
              <a:cs typeface="Tahoma"/>
            </a:endParaRPr>
          </a:p>
          <a:p>
            <a:pPr marL="3364865">
              <a:lnSpc>
                <a:spcPct val="100000"/>
              </a:lnSpc>
              <a:spcBef>
                <a:spcPts val="2855"/>
              </a:spcBef>
            </a:pPr>
            <a:r>
              <a:rPr sz="3600" spc="-270" dirty="0">
                <a:latin typeface="Tahoma"/>
                <a:cs typeface="Tahoma"/>
              </a:rPr>
              <a:t>T</a:t>
            </a:r>
            <a:r>
              <a:rPr sz="3600" spc="-5" dirty="0">
                <a:latin typeface="Tahoma"/>
                <a:cs typeface="Tahoma"/>
              </a:rPr>
              <a:t>rillion(s)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519062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2023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67260" y="8525464"/>
            <a:ext cx="850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latin typeface="Tahoma"/>
                <a:cs typeface="Tahoma"/>
              </a:rPr>
              <a:t>2022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591137" y="0"/>
            <a:ext cx="5701665" cy="3895725"/>
            <a:chOff x="12591137" y="0"/>
            <a:chExt cx="5701665" cy="3895725"/>
          </a:xfrm>
        </p:grpSpPr>
        <p:sp>
          <p:nvSpPr>
            <p:cNvPr id="24" name="object 24"/>
            <p:cNvSpPr/>
            <p:nvPr/>
          </p:nvSpPr>
          <p:spPr>
            <a:xfrm>
              <a:off x="12595993" y="0"/>
              <a:ext cx="5692140" cy="3886200"/>
            </a:xfrm>
            <a:custGeom>
              <a:avLst/>
              <a:gdLst/>
              <a:ahLst/>
              <a:cxnLst/>
              <a:rect l="l" t="t" r="r" b="b"/>
              <a:pathLst>
                <a:path w="5692140" h="3886200">
                  <a:moveTo>
                    <a:pt x="2846006" y="3885700"/>
                  </a:moveTo>
                  <a:lnTo>
                    <a:pt x="2797982" y="3885300"/>
                  </a:lnTo>
                  <a:lnTo>
                    <a:pt x="2750150" y="3884104"/>
                  </a:lnTo>
                  <a:lnTo>
                    <a:pt x="2702516" y="3882119"/>
                  </a:lnTo>
                  <a:lnTo>
                    <a:pt x="2655087" y="3879351"/>
                  </a:lnTo>
                  <a:lnTo>
                    <a:pt x="2607869" y="3875806"/>
                  </a:lnTo>
                  <a:lnTo>
                    <a:pt x="2560868" y="3871490"/>
                  </a:lnTo>
                  <a:lnTo>
                    <a:pt x="2514090" y="3866410"/>
                  </a:lnTo>
                  <a:lnTo>
                    <a:pt x="2467542" y="3860573"/>
                  </a:lnTo>
                  <a:lnTo>
                    <a:pt x="2421230" y="3853983"/>
                  </a:lnTo>
                  <a:lnTo>
                    <a:pt x="2375159" y="3846648"/>
                  </a:lnTo>
                  <a:lnTo>
                    <a:pt x="2329337" y="3838573"/>
                  </a:lnTo>
                  <a:lnTo>
                    <a:pt x="2283769" y="3829766"/>
                  </a:lnTo>
                  <a:lnTo>
                    <a:pt x="2238462" y="3820232"/>
                  </a:lnTo>
                  <a:lnTo>
                    <a:pt x="2193421" y="3809977"/>
                  </a:lnTo>
                  <a:lnTo>
                    <a:pt x="2148654" y="3799009"/>
                  </a:lnTo>
                  <a:lnTo>
                    <a:pt x="2104166" y="3787332"/>
                  </a:lnTo>
                  <a:lnTo>
                    <a:pt x="2059963" y="3774954"/>
                  </a:lnTo>
                  <a:lnTo>
                    <a:pt x="2016053" y="3761881"/>
                  </a:lnTo>
                  <a:lnTo>
                    <a:pt x="1972440" y="3748119"/>
                  </a:lnTo>
                  <a:lnTo>
                    <a:pt x="1929132" y="3733673"/>
                  </a:lnTo>
                  <a:lnTo>
                    <a:pt x="1886134" y="3718552"/>
                  </a:lnTo>
                  <a:lnTo>
                    <a:pt x="1843452" y="3702760"/>
                  </a:lnTo>
                  <a:lnTo>
                    <a:pt x="1801094" y="3686304"/>
                  </a:lnTo>
                  <a:lnTo>
                    <a:pt x="1759064" y="3669190"/>
                  </a:lnTo>
                  <a:lnTo>
                    <a:pt x="1717371" y="3651425"/>
                  </a:lnTo>
                  <a:lnTo>
                    <a:pt x="1676018" y="3633015"/>
                  </a:lnTo>
                  <a:lnTo>
                    <a:pt x="1635014" y="3613966"/>
                  </a:lnTo>
                  <a:lnTo>
                    <a:pt x="1594363" y="3594284"/>
                  </a:lnTo>
                  <a:lnTo>
                    <a:pt x="1554073" y="3573976"/>
                  </a:lnTo>
                  <a:lnTo>
                    <a:pt x="1514149" y="3553048"/>
                  </a:lnTo>
                  <a:lnTo>
                    <a:pt x="1474598" y="3531506"/>
                  </a:lnTo>
                  <a:lnTo>
                    <a:pt x="1435426" y="3509357"/>
                  </a:lnTo>
                  <a:lnTo>
                    <a:pt x="1396639" y="3486606"/>
                  </a:lnTo>
                  <a:lnTo>
                    <a:pt x="1358243" y="3463261"/>
                  </a:lnTo>
                  <a:lnTo>
                    <a:pt x="1320245" y="3439327"/>
                  </a:lnTo>
                  <a:lnTo>
                    <a:pt x="1282651" y="3414810"/>
                  </a:lnTo>
                  <a:lnTo>
                    <a:pt x="1245467" y="3389717"/>
                  </a:lnTo>
                  <a:lnTo>
                    <a:pt x="1208699" y="3364054"/>
                  </a:lnTo>
                  <a:lnTo>
                    <a:pt x="1172354" y="3337828"/>
                  </a:lnTo>
                  <a:lnTo>
                    <a:pt x="1136437" y="3311044"/>
                  </a:lnTo>
                  <a:lnTo>
                    <a:pt x="1100956" y="3283710"/>
                  </a:lnTo>
                  <a:lnTo>
                    <a:pt x="1065915" y="3255830"/>
                  </a:lnTo>
                  <a:lnTo>
                    <a:pt x="1031322" y="3227412"/>
                  </a:lnTo>
                  <a:lnTo>
                    <a:pt x="997183" y="3198462"/>
                  </a:lnTo>
                  <a:lnTo>
                    <a:pt x="963504" y="3168985"/>
                  </a:lnTo>
                  <a:lnTo>
                    <a:pt x="930290" y="3138989"/>
                  </a:lnTo>
                  <a:lnTo>
                    <a:pt x="897549" y="3108480"/>
                  </a:lnTo>
                  <a:lnTo>
                    <a:pt x="865287" y="3077463"/>
                  </a:lnTo>
                  <a:lnTo>
                    <a:pt x="833509" y="3045945"/>
                  </a:lnTo>
                  <a:lnTo>
                    <a:pt x="802222" y="3013933"/>
                  </a:lnTo>
                  <a:lnTo>
                    <a:pt x="771433" y="2981433"/>
                  </a:lnTo>
                  <a:lnTo>
                    <a:pt x="741147" y="2948450"/>
                  </a:lnTo>
                  <a:lnTo>
                    <a:pt x="711371" y="2914992"/>
                  </a:lnTo>
                  <a:lnTo>
                    <a:pt x="682110" y="2881064"/>
                  </a:lnTo>
                  <a:lnTo>
                    <a:pt x="653372" y="2846673"/>
                  </a:lnTo>
                  <a:lnTo>
                    <a:pt x="625162" y="2811824"/>
                  </a:lnTo>
                  <a:lnTo>
                    <a:pt x="597487" y="2776526"/>
                  </a:lnTo>
                  <a:lnTo>
                    <a:pt x="570352" y="2740782"/>
                  </a:lnTo>
                  <a:lnTo>
                    <a:pt x="543765" y="2704601"/>
                  </a:lnTo>
                  <a:lnTo>
                    <a:pt x="517730" y="2667987"/>
                  </a:lnTo>
                  <a:lnTo>
                    <a:pt x="492255" y="2630948"/>
                  </a:lnTo>
                  <a:lnTo>
                    <a:pt x="467346" y="2593490"/>
                  </a:lnTo>
                  <a:lnTo>
                    <a:pt x="443009" y="2555618"/>
                  </a:lnTo>
                  <a:lnTo>
                    <a:pt x="419250" y="2517340"/>
                  </a:lnTo>
                  <a:lnTo>
                    <a:pt x="396076" y="2478661"/>
                  </a:lnTo>
                  <a:lnTo>
                    <a:pt x="373492" y="2439588"/>
                  </a:lnTo>
                  <a:lnTo>
                    <a:pt x="351505" y="2400126"/>
                  </a:lnTo>
                  <a:lnTo>
                    <a:pt x="330121" y="2360284"/>
                  </a:lnTo>
                  <a:lnTo>
                    <a:pt x="309346" y="2320065"/>
                  </a:lnTo>
                  <a:lnTo>
                    <a:pt x="289187" y="2279478"/>
                  </a:lnTo>
                  <a:lnTo>
                    <a:pt x="269649" y="2238527"/>
                  </a:lnTo>
                  <a:lnTo>
                    <a:pt x="250740" y="2197220"/>
                  </a:lnTo>
                  <a:lnTo>
                    <a:pt x="232464" y="2155563"/>
                  </a:lnTo>
                  <a:lnTo>
                    <a:pt x="214829" y="2113561"/>
                  </a:lnTo>
                  <a:lnTo>
                    <a:pt x="197841" y="2071222"/>
                  </a:lnTo>
                  <a:lnTo>
                    <a:pt x="181506" y="2028551"/>
                  </a:lnTo>
                  <a:lnTo>
                    <a:pt x="165829" y="1985554"/>
                  </a:lnTo>
                  <a:lnTo>
                    <a:pt x="150819" y="1942239"/>
                  </a:lnTo>
                  <a:lnTo>
                    <a:pt x="136479" y="1898611"/>
                  </a:lnTo>
                  <a:lnTo>
                    <a:pt x="122817" y="1854677"/>
                  </a:lnTo>
                  <a:lnTo>
                    <a:pt x="109840" y="1810442"/>
                  </a:lnTo>
                  <a:lnTo>
                    <a:pt x="97552" y="1765913"/>
                  </a:lnTo>
                  <a:lnTo>
                    <a:pt x="85962" y="1721097"/>
                  </a:lnTo>
                  <a:lnTo>
                    <a:pt x="75073" y="1675999"/>
                  </a:lnTo>
                  <a:lnTo>
                    <a:pt x="64894" y="1630627"/>
                  </a:lnTo>
                  <a:lnTo>
                    <a:pt x="55430" y="1584985"/>
                  </a:lnTo>
                  <a:lnTo>
                    <a:pt x="46687" y="1539081"/>
                  </a:lnTo>
                  <a:lnTo>
                    <a:pt x="38672" y="1492921"/>
                  </a:lnTo>
                  <a:lnTo>
                    <a:pt x="31390" y="1446510"/>
                  </a:lnTo>
                  <a:lnTo>
                    <a:pt x="24849" y="1399856"/>
                  </a:lnTo>
                  <a:lnTo>
                    <a:pt x="19054" y="1352964"/>
                  </a:lnTo>
                  <a:lnTo>
                    <a:pt x="14011" y="1305841"/>
                  </a:lnTo>
                  <a:lnTo>
                    <a:pt x="9727" y="1258493"/>
                  </a:lnTo>
                  <a:lnTo>
                    <a:pt x="6208" y="1210927"/>
                  </a:lnTo>
                  <a:lnTo>
                    <a:pt x="3460" y="1163148"/>
                  </a:lnTo>
                  <a:lnTo>
                    <a:pt x="1490" y="1115163"/>
                  </a:lnTo>
                  <a:lnTo>
                    <a:pt x="303" y="1066978"/>
                  </a:lnTo>
                  <a:lnTo>
                    <a:pt x="0" y="1007173"/>
                  </a:lnTo>
                  <a:lnTo>
                    <a:pt x="303" y="970221"/>
                  </a:lnTo>
                  <a:lnTo>
                    <a:pt x="1490" y="922036"/>
                  </a:lnTo>
                  <a:lnTo>
                    <a:pt x="3460" y="874051"/>
                  </a:lnTo>
                  <a:lnTo>
                    <a:pt x="6208" y="826272"/>
                  </a:lnTo>
                  <a:lnTo>
                    <a:pt x="9727" y="778706"/>
                  </a:lnTo>
                  <a:lnTo>
                    <a:pt x="14011" y="731358"/>
                  </a:lnTo>
                  <a:lnTo>
                    <a:pt x="19054" y="684235"/>
                  </a:lnTo>
                  <a:lnTo>
                    <a:pt x="24849" y="637344"/>
                  </a:lnTo>
                  <a:lnTo>
                    <a:pt x="31390" y="590689"/>
                  </a:lnTo>
                  <a:lnTo>
                    <a:pt x="38672" y="544279"/>
                  </a:lnTo>
                  <a:lnTo>
                    <a:pt x="46687" y="498118"/>
                  </a:lnTo>
                  <a:lnTo>
                    <a:pt x="55430" y="452214"/>
                  </a:lnTo>
                  <a:lnTo>
                    <a:pt x="64894" y="406573"/>
                  </a:lnTo>
                  <a:lnTo>
                    <a:pt x="75073" y="361200"/>
                  </a:lnTo>
                  <a:lnTo>
                    <a:pt x="85962" y="316102"/>
                  </a:lnTo>
                  <a:lnTo>
                    <a:pt x="97552" y="271286"/>
                  </a:lnTo>
                  <a:lnTo>
                    <a:pt x="109908" y="226527"/>
                  </a:lnTo>
                  <a:lnTo>
                    <a:pt x="122817" y="182523"/>
                  </a:lnTo>
                  <a:lnTo>
                    <a:pt x="136479" y="138588"/>
                  </a:lnTo>
                  <a:lnTo>
                    <a:pt x="150819" y="94960"/>
                  </a:lnTo>
                  <a:lnTo>
                    <a:pt x="165829" y="51645"/>
                  </a:lnTo>
                  <a:lnTo>
                    <a:pt x="181506" y="8649"/>
                  </a:lnTo>
                  <a:lnTo>
                    <a:pt x="5506362" y="0"/>
                  </a:lnTo>
                  <a:lnTo>
                    <a:pt x="5520204" y="37270"/>
                  </a:lnTo>
                  <a:lnTo>
                    <a:pt x="5536703" y="84155"/>
                  </a:lnTo>
                  <a:lnTo>
                    <a:pt x="5552397" y="131334"/>
                  </a:lnTo>
                  <a:lnTo>
                    <a:pt x="5567279" y="178794"/>
                  </a:lnTo>
                  <a:lnTo>
                    <a:pt x="5581411" y="226757"/>
                  </a:lnTo>
                  <a:lnTo>
                    <a:pt x="5594597" y="274521"/>
                  </a:lnTo>
                  <a:lnTo>
                    <a:pt x="5607023" y="322765"/>
                  </a:lnTo>
                  <a:lnTo>
                    <a:pt x="5618621" y="371250"/>
                  </a:lnTo>
                  <a:lnTo>
                    <a:pt x="5629387" y="419964"/>
                  </a:lnTo>
                  <a:lnTo>
                    <a:pt x="5639317" y="468898"/>
                  </a:lnTo>
                  <a:lnTo>
                    <a:pt x="5648406" y="518039"/>
                  </a:lnTo>
                  <a:lnTo>
                    <a:pt x="5656651" y="567379"/>
                  </a:lnTo>
                  <a:lnTo>
                    <a:pt x="5664046" y="616906"/>
                  </a:lnTo>
                  <a:lnTo>
                    <a:pt x="5670587" y="666610"/>
                  </a:lnTo>
                  <a:lnTo>
                    <a:pt x="5676270" y="716480"/>
                  </a:lnTo>
                  <a:lnTo>
                    <a:pt x="5681090" y="766506"/>
                  </a:lnTo>
                  <a:lnTo>
                    <a:pt x="5685044" y="816677"/>
                  </a:lnTo>
                  <a:lnTo>
                    <a:pt x="5688127" y="866982"/>
                  </a:lnTo>
                  <a:lnTo>
                    <a:pt x="5690335" y="917411"/>
                  </a:lnTo>
                  <a:lnTo>
                    <a:pt x="5691662" y="967954"/>
                  </a:lnTo>
                  <a:lnTo>
                    <a:pt x="5692006" y="1007173"/>
                  </a:lnTo>
                  <a:lnTo>
                    <a:pt x="5692006" y="1030794"/>
                  </a:lnTo>
                  <a:lnTo>
                    <a:pt x="5690522" y="1115163"/>
                  </a:lnTo>
                  <a:lnTo>
                    <a:pt x="5688551" y="1163148"/>
                  </a:lnTo>
                  <a:lnTo>
                    <a:pt x="5685804" y="1210927"/>
                  </a:lnTo>
                  <a:lnTo>
                    <a:pt x="5682285" y="1258493"/>
                  </a:lnTo>
                  <a:lnTo>
                    <a:pt x="5678001" y="1305841"/>
                  </a:lnTo>
                  <a:lnTo>
                    <a:pt x="5672958" y="1352964"/>
                  </a:lnTo>
                  <a:lnTo>
                    <a:pt x="5667163" y="1399856"/>
                  </a:lnTo>
                  <a:lnTo>
                    <a:pt x="5660621" y="1446510"/>
                  </a:lnTo>
                  <a:lnTo>
                    <a:pt x="5653340" y="1492921"/>
                  </a:lnTo>
                  <a:lnTo>
                    <a:pt x="5645325" y="1539081"/>
                  </a:lnTo>
                  <a:lnTo>
                    <a:pt x="5636582" y="1584985"/>
                  </a:lnTo>
                  <a:lnTo>
                    <a:pt x="5627117" y="1630627"/>
                  </a:lnTo>
                  <a:lnTo>
                    <a:pt x="5616938" y="1675999"/>
                  </a:lnTo>
                  <a:lnTo>
                    <a:pt x="5606050" y="1721097"/>
                  </a:lnTo>
                  <a:lnTo>
                    <a:pt x="5594459" y="1765913"/>
                  </a:lnTo>
                  <a:lnTo>
                    <a:pt x="5582172" y="1810442"/>
                  </a:lnTo>
                  <a:lnTo>
                    <a:pt x="5569194" y="1854677"/>
                  </a:lnTo>
                  <a:lnTo>
                    <a:pt x="5555532" y="1898611"/>
                  </a:lnTo>
                  <a:lnTo>
                    <a:pt x="5541193" y="1942239"/>
                  </a:lnTo>
                  <a:lnTo>
                    <a:pt x="5526182" y="1985554"/>
                  </a:lnTo>
                  <a:lnTo>
                    <a:pt x="5510506" y="2028551"/>
                  </a:lnTo>
                  <a:lnTo>
                    <a:pt x="5494170" y="2071222"/>
                  </a:lnTo>
                  <a:lnTo>
                    <a:pt x="5477182" y="2113561"/>
                  </a:lnTo>
                  <a:lnTo>
                    <a:pt x="5459547" y="2155563"/>
                  </a:lnTo>
                  <a:lnTo>
                    <a:pt x="5441272" y="2197220"/>
                  </a:lnTo>
                  <a:lnTo>
                    <a:pt x="5422362" y="2238527"/>
                  </a:lnTo>
                  <a:lnTo>
                    <a:pt x="5402825" y="2279478"/>
                  </a:lnTo>
                  <a:lnTo>
                    <a:pt x="5382666" y="2320065"/>
                  </a:lnTo>
                  <a:lnTo>
                    <a:pt x="5361891" y="2360284"/>
                  </a:lnTo>
                  <a:lnTo>
                    <a:pt x="5340507" y="2400126"/>
                  </a:lnTo>
                  <a:lnTo>
                    <a:pt x="5318520" y="2439588"/>
                  </a:lnTo>
                  <a:lnTo>
                    <a:pt x="5295936" y="2478661"/>
                  </a:lnTo>
                  <a:lnTo>
                    <a:pt x="5272761" y="2517340"/>
                  </a:lnTo>
                  <a:lnTo>
                    <a:pt x="5249002" y="2555618"/>
                  </a:lnTo>
                  <a:lnTo>
                    <a:pt x="5224665" y="2593490"/>
                  </a:lnTo>
                  <a:lnTo>
                    <a:pt x="5199756" y="2630948"/>
                  </a:lnTo>
                  <a:lnTo>
                    <a:pt x="5174281" y="2667987"/>
                  </a:lnTo>
                  <a:lnTo>
                    <a:pt x="5148247" y="2704601"/>
                  </a:lnTo>
                  <a:lnTo>
                    <a:pt x="5121659" y="2740782"/>
                  </a:lnTo>
                  <a:lnTo>
                    <a:pt x="5094525" y="2776526"/>
                  </a:lnTo>
                  <a:lnTo>
                    <a:pt x="5066849" y="2811824"/>
                  </a:lnTo>
                  <a:lnTo>
                    <a:pt x="5038640" y="2846673"/>
                  </a:lnTo>
                  <a:lnTo>
                    <a:pt x="5009901" y="2881064"/>
                  </a:lnTo>
                  <a:lnTo>
                    <a:pt x="4980641" y="2914992"/>
                  </a:lnTo>
                  <a:lnTo>
                    <a:pt x="4950864" y="2948450"/>
                  </a:lnTo>
                  <a:lnTo>
                    <a:pt x="4920578" y="2981433"/>
                  </a:lnTo>
                  <a:lnTo>
                    <a:pt x="4889789" y="3013933"/>
                  </a:lnTo>
                  <a:lnTo>
                    <a:pt x="4858502" y="3045945"/>
                  </a:lnTo>
                  <a:lnTo>
                    <a:pt x="4826725" y="3077463"/>
                  </a:lnTo>
                  <a:lnTo>
                    <a:pt x="4794462" y="3108480"/>
                  </a:lnTo>
                  <a:lnTo>
                    <a:pt x="4761721" y="3138989"/>
                  </a:lnTo>
                  <a:lnTo>
                    <a:pt x="4728508" y="3168985"/>
                  </a:lnTo>
                  <a:lnTo>
                    <a:pt x="4694828" y="3198462"/>
                  </a:lnTo>
                  <a:lnTo>
                    <a:pt x="4660689" y="3227412"/>
                  </a:lnTo>
                  <a:lnTo>
                    <a:pt x="4626096" y="3255830"/>
                  </a:lnTo>
                  <a:lnTo>
                    <a:pt x="4591056" y="3283710"/>
                  </a:lnTo>
                  <a:lnTo>
                    <a:pt x="4555574" y="3311044"/>
                  </a:lnTo>
                  <a:lnTo>
                    <a:pt x="4519658" y="3337828"/>
                  </a:lnTo>
                  <a:lnTo>
                    <a:pt x="4483312" y="3364054"/>
                  </a:lnTo>
                  <a:lnTo>
                    <a:pt x="4446544" y="3389717"/>
                  </a:lnTo>
                  <a:lnTo>
                    <a:pt x="4409360" y="3414810"/>
                  </a:lnTo>
                  <a:lnTo>
                    <a:pt x="4371766" y="3439327"/>
                  </a:lnTo>
                  <a:lnTo>
                    <a:pt x="4333768" y="3463261"/>
                  </a:lnTo>
                  <a:lnTo>
                    <a:pt x="4295373" y="3486606"/>
                  </a:lnTo>
                  <a:lnTo>
                    <a:pt x="4256586" y="3509357"/>
                  </a:lnTo>
                  <a:lnTo>
                    <a:pt x="4217413" y="3531506"/>
                  </a:lnTo>
                  <a:lnTo>
                    <a:pt x="4177862" y="3553048"/>
                  </a:lnTo>
                  <a:lnTo>
                    <a:pt x="4137939" y="3573976"/>
                  </a:lnTo>
                  <a:lnTo>
                    <a:pt x="4097648" y="3594284"/>
                  </a:lnTo>
                  <a:lnTo>
                    <a:pt x="4056998" y="3613966"/>
                  </a:lnTo>
                  <a:lnTo>
                    <a:pt x="4015993" y="3633015"/>
                  </a:lnTo>
                  <a:lnTo>
                    <a:pt x="3974641" y="3651425"/>
                  </a:lnTo>
                  <a:lnTo>
                    <a:pt x="3932947" y="3669190"/>
                  </a:lnTo>
                  <a:lnTo>
                    <a:pt x="3890918" y="3686304"/>
                  </a:lnTo>
                  <a:lnTo>
                    <a:pt x="3848559" y="3702760"/>
                  </a:lnTo>
                  <a:lnTo>
                    <a:pt x="3805878" y="3718552"/>
                  </a:lnTo>
                  <a:lnTo>
                    <a:pt x="3762880" y="3733673"/>
                  </a:lnTo>
                  <a:lnTo>
                    <a:pt x="3719571" y="3748119"/>
                  </a:lnTo>
                  <a:lnTo>
                    <a:pt x="3675959" y="3761881"/>
                  </a:lnTo>
                  <a:lnTo>
                    <a:pt x="3632048" y="3774954"/>
                  </a:lnTo>
                  <a:lnTo>
                    <a:pt x="3587846" y="3787332"/>
                  </a:lnTo>
                  <a:lnTo>
                    <a:pt x="3543358" y="3799009"/>
                  </a:lnTo>
                  <a:lnTo>
                    <a:pt x="3498590" y="3809977"/>
                  </a:lnTo>
                  <a:lnTo>
                    <a:pt x="3453550" y="3820232"/>
                  </a:lnTo>
                  <a:lnTo>
                    <a:pt x="3408243" y="3829766"/>
                  </a:lnTo>
                  <a:lnTo>
                    <a:pt x="3362675" y="3838573"/>
                  </a:lnTo>
                  <a:lnTo>
                    <a:pt x="3316852" y="3846648"/>
                  </a:lnTo>
                  <a:lnTo>
                    <a:pt x="3270782" y="3853983"/>
                  </a:lnTo>
                  <a:lnTo>
                    <a:pt x="3224469" y="3860573"/>
                  </a:lnTo>
                  <a:lnTo>
                    <a:pt x="3177921" y="3866410"/>
                  </a:lnTo>
                  <a:lnTo>
                    <a:pt x="3131143" y="3871490"/>
                  </a:lnTo>
                  <a:lnTo>
                    <a:pt x="3084142" y="3875806"/>
                  </a:lnTo>
                  <a:lnTo>
                    <a:pt x="3036924" y="3879351"/>
                  </a:lnTo>
                  <a:lnTo>
                    <a:pt x="2989495" y="3882119"/>
                  </a:lnTo>
                  <a:lnTo>
                    <a:pt x="2941862" y="3884104"/>
                  </a:lnTo>
                  <a:lnTo>
                    <a:pt x="2894030" y="3885300"/>
                  </a:lnTo>
                  <a:lnTo>
                    <a:pt x="2846006" y="3885700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595900" y="0"/>
              <a:ext cx="5692140" cy="3886200"/>
            </a:xfrm>
            <a:custGeom>
              <a:avLst/>
              <a:gdLst/>
              <a:ahLst/>
              <a:cxnLst/>
              <a:rect l="l" t="t" r="r" b="b"/>
              <a:pathLst>
                <a:path w="5692140" h="3886200">
                  <a:moveTo>
                    <a:pt x="0" y="1018600"/>
                  </a:moveTo>
                  <a:lnTo>
                    <a:pt x="396" y="970221"/>
                  </a:lnTo>
                  <a:lnTo>
                    <a:pt x="1583" y="922036"/>
                  </a:lnTo>
                  <a:lnTo>
                    <a:pt x="3554" y="874051"/>
                  </a:lnTo>
                  <a:lnTo>
                    <a:pt x="6302" y="826272"/>
                  </a:lnTo>
                  <a:lnTo>
                    <a:pt x="9821" y="778706"/>
                  </a:lnTo>
                  <a:lnTo>
                    <a:pt x="14105" y="731358"/>
                  </a:lnTo>
                  <a:lnTo>
                    <a:pt x="19147" y="684235"/>
                  </a:lnTo>
                  <a:lnTo>
                    <a:pt x="24942" y="637344"/>
                  </a:lnTo>
                  <a:lnTo>
                    <a:pt x="31484" y="590689"/>
                  </a:lnTo>
                  <a:lnTo>
                    <a:pt x="38765" y="544279"/>
                  </a:lnTo>
                  <a:lnTo>
                    <a:pt x="46781" y="498118"/>
                  </a:lnTo>
                  <a:lnTo>
                    <a:pt x="55523" y="452214"/>
                  </a:lnTo>
                  <a:lnTo>
                    <a:pt x="64988" y="406573"/>
                  </a:lnTo>
                  <a:lnTo>
                    <a:pt x="75167" y="361200"/>
                  </a:lnTo>
                  <a:lnTo>
                    <a:pt x="86055" y="316102"/>
                  </a:lnTo>
                  <a:lnTo>
                    <a:pt x="97646" y="271286"/>
                  </a:lnTo>
                  <a:lnTo>
                    <a:pt x="109934" y="226757"/>
                  </a:lnTo>
                  <a:lnTo>
                    <a:pt x="122911" y="182523"/>
                  </a:lnTo>
                  <a:lnTo>
                    <a:pt x="136573" y="138588"/>
                  </a:lnTo>
                  <a:lnTo>
                    <a:pt x="150912" y="94960"/>
                  </a:lnTo>
                  <a:lnTo>
                    <a:pt x="165923" y="51645"/>
                  </a:lnTo>
                  <a:lnTo>
                    <a:pt x="181600" y="8649"/>
                  </a:lnTo>
                  <a:lnTo>
                    <a:pt x="184911" y="0"/>
                  </a:lnTo>
                </a:path>
                <a:path w="5692140" h="3886200">
                  <a:moveTo>
                    <a:pt x="5506456" y="0"/>
                  </a:moveTo>
                  <a:lnTo>
                    <a:pt x="5520298" y="37270"/>
                  </a:lnTo>
                  <a:lnTo>
                    <a:pt x="5536797" y="84155"/>
                  </a:lnTo>
                  <a:lnTo>
                    <a:pt x="5552490" y="131334"/>
                  </a:lnTo>
                  <a:lnTo>
                    <a:pt x="5567373" y="178794"/>
                  </a:lnTo>
                  <a:lnTo>
                    <a:pt x="5581441" y="226527"/>
                  </a:lnTo>
                  <a:lnTo>
                    <a:pt x="5594691" y="274521"/>
                  </a:lnTo>
                  <a:lnTo>
                    <a:pt x="5607117" y="322765"/>
                  </a:lnTo>
                  <a:lnTo>
                    <a:pt x="5618715" y="371250"/>
                  </a:lnTo>
                  <a:lnTo>
                    <a:pt x="5629481" y="419964"/>
                  </a:lnTo>
                  <a:lnTo>
                    <a:pt x="5639411" y="468898"/>
                  </a:lnTo>
                  <a:lnTo>
                    <a:pt x="5648500" y="518039"/>
                  </a:lnTo>
                  <a:lnTo>
                    <a:pt x="5656744" y="567379"/>
                  </a:lnTo>
                  <a:lnTo>
                    <a:pt x="5664139" y="616906"/>
                  </a:lnTo>
                  <a:lnTo>
                    <a:pt x="5670680" y="666610"/>
                  </a:lnTo>
                  <a:lnTo>
                    <a:pt x="5676364" y="716480"/>
                  </a:lnTo>
                  <a:lnTo>
                    <a:pt x="5681184" y="766506"/>
                  </a:lnTo>
                  <a:lnTo>
                    <a:pt x="5685138" y="816677"/>
                  </a:lnTo>
                  <a:lnTo>
                    <a:pt x="5688221" y="866982"/>
                  </a:lnTo>
                  <a:lnTo>
                    <a:pt x="5690428" y="917411"/>
                  </a:lnTo>
                  <a:lnTo>
                    <a:pt x="5691756" y="967954"/>
                  </a:lnTo>
                  <a:lnTo>
                    <a:pt x="5692099" y="1007173"/>
                  </a:lnTo>
                </a:path>
                <a:path w="5692140" h="3886200">
                  <a:moveTo>
                    <a:pt x="5692099" y="1030794"/>
                  </a:moveTo>
                  <a:lnTo>
                    <a:pt x="5690616" y="1115163"/>
                  </a:lnTo>
                  <a:lnTo>
                    <a:pt x="5688645" y="1163148"/>
                  </a:lnTo>
                  <a:lnTo>
                    <a:pt x="5685897" y="1210927"/>
                  </a:lnTo>
                  <a:lnTo>
                    <a:pt x="5682378" y="1258493"/>
                  </a:lnTo>
                  <a:lnTo>
                    <a:pt x="5678094" y="1305841"/>
                  </a:lnTo>
                  <a:lnTo>
                    <a:pt x="5673052" y="1352964"/>
                  </a:lnTo>
                  <a:lnTo>
                    <a:pt x="5667257" y="1399856"/>
                  </a:lnTo>
                  <a:lnTo>
                    <a:pt x="5660715" y="1446510"/>
                  </a:lnTo>
                  <a:lnTo>
                    <a:pt x="5653434" y="1492921"/>
                  </a:lnTo>
                  <a:lnTo>
                    <a:pt x="5645418" y="1539081"/>
                  </a:lnTo>
                  <a:lnTo>
                    <a:pt x="5636676" y="1584985"/>
                  </a:lnTo>
                  <a:lnTo>
                    <a:pt x="5627211" y="1630627"/>
                  </a:lnTo>
                  <a:lnTo>
                    <a:pt x="5617032" y="1675999"/>
                  </a:lnTo>
                  <a:lnTo>
                    <a:pt x="5606144" y="1721097"/>
                  </a:lnTo>
                  <a:lnTo>
                    <a:pt x="5594553" y="1765913"/>
                  </a:lnTo>
                  <a:lnTo>
                    <a:pt x="5582265" y="1810442"/>
                  </a:lnTo>
                  <a:lnTo>
                    <a:pt x="5569288" y="1854677"/>
                  </a:lnTo>
                  <a:lnTo>
                    <a:pt x="5555626" y="1898611"/>
                  </a:lnTo>
                  <a:lnTo>
                    <a:pt x="5541287" y="1942239"/>
                  </a:lnTo>
                  <a:lnTo>
                    <a:pt x="5526276" y="1985554"/>
                  </a:lnTo>
                  <a:lnTo>
                    <a:pt x="5510599" y="2028551"/>
                  </a:lnTo>
                  <a:lnTo>
                    <a:pt x="5494264" y="2071222"/>
                  </a:lnTo>
                  <a:lnTo>
                    <a:pt x="5477276" y="2113561"/>
                  </a:lnTo>
                  <a:lnTo>
                    <a:pt x="5459641" y="2155563"/>
                  </a:lnTo>
                  <a:lnTo>
                    <a:pt x="5441366" y="2197220"/>
                  </a:lnTo>
                  <a:lnTo>
                    <a:pt x="5422456" y="2238527"/>
                  </a:lnTo>
                  <a:lnTo>
                    <a:pt x="5402919" y="2279478"/>
                  </a:lnTo>
                  <a:lnTo>
                    <a:pt x="5382759" y="2320065"/>
                  </a:lnTo>
                  <a:lnTo>
                    <a:pt x="5361985" y="2360284"/>
                  </a:lnTo>
                  <a:lnTo>
                    <a:pt x="5340601" y="2400126"/>
                  </a:lnTo>
                  <a:lnTo>
                    <a:pt x="5318613" y="2439588"/>
                  </a:lnTo>
                  <a:lnTo>
                    <a:pt x="5296029" y="2478661"/>
                  </a:lnTo>
                  <a:lnTo>
                    <a:pt x="5272855" y="2517340"/>
                  </a:lnTo>
                  <a:lnTo>
                    <a:pt x="5249096" y="2555618"/>
                  </a:lnTo>
                  <a:lnTo>
                    <a:pt x="5224759" y="2593490"/>
                  </a:lnTo>
                  <a:lnTo>
                    <a:pt x="5199850" y="2630948"/>
                  </a:lnTo>
                  <a:lnTo>
                    <a:pt x="5174375" y="2667987"/>
                  </a:lnTo>
                  <a:lnTo>
                    <a:pt x="5148341" y="2704601"/>
                  </a:lnTo>
                  <a:lnTo>
                    <a:pt x="5121753" y="2740782"/>
                  </a:lnTo>
                  <a:lnTo>
                    <a:pt x="5094619" y="2776526"/>
                  </a:lnTo>
                  <a:lnTo>
                    <a:pt x="5066943" y="2811824"/>
                  </a:lnTo>
                  <a:lnTo>
                    <a:pt x="5038733" y="2846673"/>
                  </a:lnTo>
                  <a:lnTo>
                    <a:pt x="5009995" y="2881064"/>
                  </a:lnTo>
                  <a:lnTo>
                    <a:pt x="4980735" y="2914992"/>
                  </a:lnTo>
                  <a:lnTo>
                    <a:pt x="4950958" y="2948450"/>
                  </a:lnTo>
                  <a:lnTo>
                    <a:pt x="4920672" y="2981433"/>
                  </a:lnTo>
                  <a:lnTo>
                    <a:pt x="4889883" y="3013933"/>
                  </a:lnTo>
                  <a:lnTo>
                    <a:pt x="4858596" y="3045946"/>
                  </a:lnTo>
                  <a:lnTo>
                    <a:pt x="4826818" y="3077463"/>
                  </a:lnTo>
                  <a:lnTo>
                    <a:pt x="4794556" y="3108480"/>
                  </a:lnTo>
                  <a:lnTo>
                    <a:pt x="4761815" y="3138989"/>
                  </a:lnTo>
                  <a:lnTo>
                    <a:pt x="4728602" y="3168985"/>
                  </a:lnTo>
                  <a:lnTo>
                    <a:pt x="4694922" y="3198462"/>
                  </a:lnTo>
                  <a:lnTo>
                    <a:pt x="4660783" y="3227412"/>
                  </a:lnTo>
                  <a:lnTo>
                    <a:pt x="4626190" y="3255830"/>
                  </a:lnTo>
                  <a:lnTo>
                    <a:pt x="4591149" y="3283710"/>
                  </a:lnTo>
                  <a:lnTo>
                    <a:pt x="4555668" y="3311044"/>
                  </a:lnTo>
                  <a:lnTo>
                    <a:pt x="4519751" y="3337828"/>
                  </a:lnTo>
                  <a:lnTo>
                    <a:pt x="4483406" y="3364054"/>
                  </a:lnTo>
                  <a:lnTo>
                    <a:pt x="4446638" y="3389717"/>
                  </a:lnTo>
                  <a:lnTo>
                    <a:pt x="4409454" y="3414810"/>
                  </a:lnTo>
                  <a:lnTo>
                    <a:pt x="4371860" y="3439327"/>
                  </a:lnTo>
                  <a:lnTo>
                    <a:pt x="4333862" y="3463261"/>
                  </a:lnTo>
                  <a:lnTo>
                    <a:pt x="4295466" y="3486606"/>
                  </a:lnTo>
                  <a:lnTo>
                    <a:pt x="4256679" y="3509357"/>
                  </a:lnTo>
                  <a:lnTo>
                    <a:pt x="4217507" y="3531506"/>
                  </a:lnTo>
                  <a:lnTo>
                    <a:pt x="4177956" y="3553048"/>
                  </a:lnTo>
                  <a:lnTo>
                    <a:pt x="4138032" y="3573976"/>
                  </a:lnTo>
                  <a:lnTo>
                    <a:pt x="4097742" y="3594284"/>
                  </a:lnTo>
                  <a:lnTo>
                    <a:pt x="4057092" y="3613966"/>
                  </a:lnTo>
                  <a:lnTo>
                    <a:pt x="4016087" y="3633015"/>
                  </a:lnTo>
                  <a:lnTo>
                    <a:pt x="3974735" y="3651425"/>
                  </a:lnTo>
                  <a:lnTo>
                    <a:pt x="3933041" y="3669190"/>
                  </a:lnTo>
                  <a:lnTo>
                    <a:pt x="3891011" y="3686304"/>
                  </a:lnTo>
                  <a:lnTo>
                    <a:pt x="3848653" y="3702760"/>
                  </a:lnTo>
                  <a:lnTo>
                    <a:pt x="3805972" y="3718552"/>
                  </a:lnTo>
                  <a:lnTo>
                    <a:pt x="3762974" y="3733673"/>
                  </a:lnTo>
                  <a:lnTo>
                    <a:pt x="3719665" y="3748119"/>
                  </a:lnTo>
                  <a:lnTo>
                    <a:pt x="3676053" y="3761881"/>
                  </a:lnTo>
                  <a:lnTo>
                    <a:pt x="3632142" y="3774954"/>
                  </a:lnTo>
                  <a:lnTo>
                    <a:pt x="3587939" y="3787332"/>
                  </a:lnTo>
                  <a:lnTo>
                    <a:pt x="3543451" y="3799009"/>
                  </a:lnTo>
                  <a:lnTo>
                    <a:pt x="3498684" y="3809977"/>
                  </a:lnTo>
                  <a:lnTo>
                    <a:pt x="3453644" y="3820232"/>
                  </a:lnTo>
                  <a:lnTo>
                    <a:pt x="3408336" y="3829766"/>
                  </a:lnTo>
                  <a:lnTo>
                    <a:pt x="3362768" y="3838573"/>
                  </a:lnTo>
                  <a:lnTo>
                    <a:pt x="3316946" y="3846648"/>
                  </a:lnTo>
                  <a:lnTo>
                    <a:pt x="3270876" y="3853983"/>
                  </a:lnTo>
                  <a:lnTo>
                    <a:pt x="3224563" y="3860573"/>
                  </a:lnTo>
                  <a:lnTo>
                    <a:pt x="3178015" y="3866411"/>
                  </a:lnTo>
                  <a:lnTo>
                    <a:pt x="3131237" y="3871490"/>
                  </a:lnTo>
                  <a:lnTo>
                    <a:pt x="3084236" y="3875806"/>
                  </a:lnTo>
                  <a:lnTo>
                    <a:pt x="3037018" y="3879351"/>
                  </a:lnTo>
                  <a:lnTo>
                    <a:pt x="2989589" y="3882119"/>
                  </a:lnTo>
                  <a:lnTo>
                    <a:pt x="2941955" y="3884104"/>
                  </a:lnTo>
                  <a:lnTo>
                    <a:pt x="2894124" y="3885300"/>
                  </a:lnTo>
                  <a:lnTo>
                    <a:pt x="2846099" y="3885700"/>
                  </a:lnTo>
                  <a:lnTo>
                    <a:pt x="2798075" y="3885300"/>
                  </a:lnTo>
                  <a:lnTo>
                    <a:pt x="2750243" y="3884104"/>
                  </a:lnTo>
                  <a:lnTo>
                    <a:pt x="2702610" y="3882119"/>
                  </a:lnTo>
                  <a:lnTo>
                    <a:pt x="2655181" y="3879351"/>
                  </a:lnTo>
                  <a:lnTo>
                    <a:pt x="2607963" y="3875806"/>
                  </a:lnTo>
                  <a:lnTo>
                    <a:pt x="2560962" y="3871490"/>
                  </a:lnTo>
                  <a:lnTo>
                    <a:pt x="2514184" y="3866411"/>
                  </a:lnTo>
                  <a:lnTo>
                    <a:pt x="2467636" y="3860573"/>
                  </a:lnTo>
                  <a:lnTo>
                    <a:pt x="2421323" y="3853983"/>
                  </a:lnTo>
                  <a:lnTo>
                    <a:pt x="2375253" y="3846648"/>
                  </a:lnTo>
                  <a:lnTo>
                    <a:pt x="2329431" y="3838573"/>
                  </a:lnTo>
                  <a:lnTo>
                    <a:pt x="2283863" y="3829766"/>
                  </a:lnTo>
                  <a:lnTo>
                    <a:pt x="2238555" y="3820232"/>
                  </a:lnTo>
                  <a:lnTo>
                    <a:pt x="2193515" y="3809977"/>
                  </a:lnTo>
                  <a:lnTo>
                    <a:pt x="2148748" y="3799009"/>
                  </a:lnTo>
                  <a:lnTo>
                    <a:pt x="2104260" y="3787332"/>
                  </a:lnTo>
                  <a:lnTo>
                    <a:pt x="2060057" y="3774954"/>
                  </a:lnTo>
                  <a:lnTo>
                    <a:pt x="2016146" y="3761881"/>
                  </a:lnTo>
                  <a:lnTo>
                    <a:pt x="1972534" y="3748119"/>
                  </a:lnTo>
                  <a:lnTo>
                    <a:pt x="1929225" y="3733673"/>
                  </a:lnTo>
                  <a:lnTo>
                    <a:pt x="1886227" y="3718552"/>
                  </a:lnTo>
                  <a:lnTo>
                    <a:pt x="1843546" y="3702760"/>
                  </a:lnTo>
                  <a:lnTo>
                    <a:pt x="1801188" y="3686304"/>
                  </a:lnTo>
                  <a:lnTo>
                    <a:pt x="1759158" y="3669190"/>
                  </a:lnTo>
                  <a:lnTo>
                    <a:pt x="1717464" y="3651425"/>
                  </a:lnTo>
                  <a:lnTo>
                    <a:pt x="1676112" y="3633015"/>
                  </a:lnTo>
                  <a:lnTo>
                    <a:pt x="1635107" y="3613966"/>
                  </a:lnTo>
                  <a:lnTo>
                    <a:pt x="1594457" y="3594284"/>
                  </a:lnTo>
                  <a:lnTo>
                    <a:pt x="1554167" y="3573976"/>
                  </a:lnTo>
                  <a:lnTo>
                    <a:pt x="1514243" y="3553048"/>
                  </a:lnTo>
                  <a:lnTo>
                    <a:pt x="1474692" y="3531506"/>
                  </a:lnTo>
                  <a:lnTo>
                    <a:pt x="1435520" y="3509357"/>
                  </a:lnTo>
                  <a:lnTo>
                    <a:pt x="1396733" y="3486606"/>
                  </a:lnTo>
                  <a:lnTo>
                    <a:pt x="1358337" y="3463261"/>
                  </a:lnTo>
                  <a:lnTo>
                    <a:pt x="1320339" y="3439327"/>
                  </a:lnTo>
                  <a:lnTo>
                    <a:pt x="1282745" y="3414810"/>
                  </a:lnTo>
                  <a:lnTo>
                    <a:pt x="1245561" y="3389717"/>
                  </a:lnTo>
                  <a:lnTo>
                    <a:pt x="1208793" y="3364054"/>
                  </a:lnTo>
                  <a:lnTo>
                    <a:pt x="1172448" y="3337828"/>
                  </a:lnTo>
                  <a:lnTo>
                    <a:pt x="1136531" y="3311044"/>
                  </a:lnTo>
                  <a:lnTo>
                    <a:pt x="1101050" y="3283710"/>
                  </a:lnTo>
                  <a:lnTo>
                    <a:pt x="1066009" y="3255830"/>
                  </a:lnTo>
                  <a:lnTo>
                    <a:pt x="1031416" y="3227412"/>
                  </a:lnTo>
                  <a:lnTo>
                    <a:pt x="997277" y="3198462"/>
                  </a:lnTo>
                  <a:lnTo>
                    <a:pt x="963597" y="3168985"/>
                  </a:lnTo>
                  <a:lnTo>
                    <a:pt x="930384" y="3138989"/>
                  </a:lnTo>
                  <a:lnTo>
                    <a:pt x="897643" y="3108480"/>
                  </a:lnTo>
                  <a:lnTo>
                    <a:pt x="865381" y="3077463"/>
                  </a:lnTo>
                  <a:lnTo>
                    <a:pt x="833603" y="3045946"/>
                  </a:lnTo>
                  <a:lnTo>
                    <a:pt x="802316" y="3013933"/>
                  </a:lnTo>
                  <a:lnTo>
                    <a:pt x="771527" y="2981433"/>
                  </a:lnTo>
                  <a:lnTo>
                    <a:pt x="741241" y="2948450"/>
                  </a:lnTo>
                  <a:lnTo>
                    <a:pt x="711464" y="2914992"/>
                  </a:lnTo>
                  <a:lnTo>
                    <a:pt x="682204" y="2881064"/>
                  </a:lnTo>
                  <a:lnTo>
                    <a:pt x="653466" y="2846673"/>
                  </a:lnTo>
                  <a:lnTo>
                    <a:pt x="625256" y="2811824"/>
                  </a:lnTo>
                  <a:lnTo>
                    <a:pt x="597580" y="2776526"/>
                  </a:lnTo>
                  <a:lnTo>
                    <a:pt x="570446" y="2740782"/>
                  </a:lnTo>
                  <a:lnTo>
                    <a:pt x="543858" y="2704601"/>
                  </a:lnTo>
                  <a:lnTo>
                    <a:pt x="517824" y="2667987"/>
                  </a:lnTo>
                  <a:lnTo>
                    <a:pt x="492349" y="2630948"/>
                  </a:lnTo>
                  <a:lnTo>
                    <a:pt x="467440" y="2593490"/>
                  </a:lnTo>
                  <a:lnTo>
                    <a:pt x="443103" y="2555618"/>
                  </a:lnTo>
                  <a:lnTo>
                    <a:pt x="419344" y="2517340"/>
                  </a:lnTo>
                  <a:lnTo>
                    <a:pt x="396170" y="2478661"/>
                  </a:lnTo>
                  <a:lnTo>
                    <a:pt x="373586" y="2439588"/>
                  </a:lnTo>
                  <a:lnTo>
                    <a:pt x="351598" y="2400126"/>
                  </a:lnTo>
                  <a:lnTo>
                    <a:pt x="330214" y="2360284"/>
                  </a:lnTo>
                  <a:lnTo>
                    <a:pt x="309440" y="2320065"/>
                  </a:lnTo>
                  <a:lnTo>
                    <a:pt x="289280" y="2279478"/>
                  </a:lnTo>
                  <a:lnTo>
                    <a:pt x="269743" y="2238527"/>
                  </a:lnTo>
                  <a:lnTo>
                    <a:pt x="250833" y="2197220"/>
                  </a:lnTo>
                  <a:lnTo>
                    <a:pt x="232558" y="2155563"/>
                  </a:lnTo>
                  <a:lnTo>
                    <a:pt x="214923" y="2113561"/>
                  </a:lnTo>
                  <a:lnTo>
                    <a:pt x="197935" y="2071222"/>
                  </a:lnTo>
                  <a:lnTo>
                    <a:pt x="181600" y="2028551"/>
                  </a:lnTo>
                  <a:lnTo>
                    <a:pt x="165923" y="1985554"/>
                  </a:lnTo>
                  <a:lnTo>
                    <a:pt x="150912" y="1942239"/>
                  </a:lnTo>
                  <a:lnTo>
                    <a:pt x="136573" y="1898611"/>
                  </a:lnTo>
                  <a:lnTo>
                    <a:pt x="122911" y="1854677"/>
                  </a:lnTo>
                  <a:lnTo>
                    <a:pt x="109934" y="1810442"/>
                  </a:lnTo>
                  <a:lnTo>
                    <a:pt x="97646" y="1765913"/>
                  </a:lnTo>
                  <a:lnTo>
                    <a:pt x="86055" y="1721097"/>
                  </a:lnTo>
                  <a:lnTo>
                    <a:pt x="75167" y="1675999"/>
                  </a:lnTo>
                  <a:lnTo>
                    <a:pt x="64988" y="1630627"/>
                  </a:lnTo>
                  <a:lnTo>
                    <a:pt x="55523" y="1584985"/>
                  </a:lnTo>
                  <a:lnTo>
                    <a:pt x="46781" y="1539081"/>
                  </a:lnTo>
                  <a:lnTo>
                    <a:pt x="38765" y="1492921"/>
                  </a:lnTo>
                  <a:lnTo>
                    <a:pt x="31484" y="1446510"/>
                  </a:lnTo>
                  <a:lnTo>
                    <a:pt x="24942" y="1399856"/>
                  </a:lnTo>
                  <a:lnTo>
                    <a:pt x="19147" y="1352964"/>
                  </a:lnTo>
                  <a:lnTo>
                    <a:pt x="14105" y="1305841"/>
                  </a:lnTo>
                  <a:lnTo>
                    <a:pt x="9821" y="1258493"/>
                  </a:lnTo>
                  <a:lnTo>
                    <a:pt x="6302" y="1210927"/>
                  </a:lnTo>
                  <a:lnTo>
                    <a:pt x="3554" y="1163148"/>
                  </a:lnTo>
                  <a:lnTo>
                    <a:pt x="1583" y="1115163"/>
                  </a:lnTo>
                  <a:lnTo>
                    <a:pt x="396" y="1066978"/>
                  </a:lnTo>
                  <a:lnTo>
                    <a:pt x="0" y="101860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526735" y="7157529"/>
            <a:ext cx="3279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7135" marR="102870" indent="-1134110">
              <a:lnSpc>
                <a:spcPct val="100000"/>
              </a:lnSpc>
              <a:spcBef>
                <a:spcPts val="100"/>
              </a:spcBef>
            </a:pPr>
            <a:r>
              <a:rPr sz="3600" spc="60" dirty="0">
                <a:latin typeface="Tahoma"/>
                <a:cs typeface="Tahoma"/>
              </a:rPr>
              <a:t>BloombergGPT  </a:t>
            </a:r>
            <a:r>
              <a:rPr sz="3600" spc="150" dirty="0">
                <a:latin typeface="Tahoma"/>
                <a:cs typeface="Tahoma"/>
              </a:rPr>
              <a:t>50B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766587" y="5361760"/>
            <a:ext cx="3414395" cy="1861820"/>
            <a:chOff x="13766587" y="5361760"/>
            <a:chExt cx="3414395" cy="1861820"/>
          </a:xfrm>
        </p:grpSpPr>
        <p:sp>
          <p:nvSpPr>
            <p:cNvPr id="28" name="object 28"/>
            <p:cNvSpPr/>
            <p:nvPr/>
          </p:nvSpPr>
          <p:spPr>
            <a:xfrm>
              <a:off x="14447950" y="5366522"/>
              <a:ext cx="1628775" cy="1641475"/>
            </a:xfrm>
            <a:custGeom>
              <a:avLst/>
              <a:gdLst/>
              <a:ahLst/>
              <a:cxnLst/>
              <a:rect l="l" t="t" r="r" b="b"/>
              <a:pathLst>
                <a:path w="1628775" h="1641475">
                  <a:moveTo>
                    <a:pt x="814199" y="1640999"/>
                  </a:moveTo>
                  <a:lnTo>
                    <a:pt x="766359" y="1639606"/>
                  </a:lnTo>
                  <a:lnTo>
                    <a:pt x="719247" y="1635479"/>
                  </a:lnTo>
                  <a:lnTo>
                    <a:pt x="672938" y="1628694"/>
                  </a:lnTo>
                  <a:lnTo>
                    <a:pt x="627511" y="1619329"/>
                  </a:lnTo>
                  <a:lnTo>
                    <a:pt x="583041" y="1607460"/>
                  </a:lnTo>
                  <a:lnTo>
                    <a:pt x="539603" y="1593165"/>
                  </a:lnTo>
                  <a:lnTo>
                    <a:pt x="497276" y="1576520"/>
                  </a:lnTo>
                  <a:lnTo>
                    <a:pt x="456135" y="1557602"/>
                  </a:lnTo>
                  <a:lnTo>
                    <a:pt x="416256" y="1536489"/>
                  </a:lnTo>
                  <a:lnTo>
                    <a:pt x="377717" y="1513257"/>
                  </a:lnTo>
                  <a:lnTo>
                    <a:pt x="340592" y="1487983"/>
                  </a:lnTo>
                  <a:lnTo>
                    <a:pt x="304959" y="1460745"/>
                  </a:lnTo>
                  <a:lnTo>
                    <a:pt x="270894" y="1431618"/>
                  </a:lnTo>
                  <a:lnTo>
                    <a:pt x="238473" y="1400680"/>
                  </a:lnTo>
                  <a:lnTo>
                    <a:pt x="207773" y="1368009"/>
                  </a:lnTo>
                  <a:lnTo>
                    <a:pt x="178870" y="1333680"/>
                  </a:lnTo>
                  <a:lnTo>
                    <a:pt x="151841" y="1297771"/>
                  </a:lnTo>
                  <a:lnTo>
                    <a:pt x="126761" y="1260360"/>
                  </a:lnTo>
                  <a:lnTo>
                    <a:pt x="103707" y="1221522"/>
                  </a:lnTo>
                  <a:lnTo>
                    <a:pt x="82756" y="1181334"/>
                  </a:lnTo>
                  <a:lnTo>
                    <a:pt x="63983" y="1139875"/>
                  </a:lnTo>
                  <a:lnTo>
                    <a:pt x="47466" y="1097220"/>
                  </a:lnTo>
                  <a:lnTo>
                    <a:pt x="33281" y="1053447"/>
                  </a:lnTo>
                  <a:lnTo>
                    <a:pt x="21503" y="1008633"/>
                  </a:lnTo>
                  <a:lnTo>
                    <a:pt x="12210" y="962854"/>
                  </a:lnTo>
                  <a:lnTo>
                    <a:pt x="5477" y="916187"/>
                  </a:lnTo>
                  <a:lnTo>
                    <a:pt x="1382" y="868710"/>
                  </a:lnTo>
                  <a:lnTo>
                    <a:pt x="0" y="820499"/>
                  </a:lnTo>
                  <a:lnTo>
                    <a:pt x="1382" y="772289"/>
                  </a:lnTo>
                  <a:lnTo>
                    <a:pt x="5477" y="724812"/>
                  </a:lnTo>
                  <a:lnTo>
                    <a:pt x="12210" y="678145"/>
                  </a:lnTo>
                  <a:lnTo>
                    <a:pt x="21503" y="632366"/>
                  </a:lnTo>
                  <a:lnTo>
                    <a:pt x="33281" y="587552"/>
                  </a:lnTo>
                  <a:lnTo>
                    <a:pt x="47466" y="543779"/>
                  </a:lnTo>
                  <a:lnTo>
                    <a:pt x="63983" y="501124"/>
                  </a:lnTo>
                  <a:lnTo>
                    <a:pt x="82756" y="459664"/>
                  </a:lnTo>
                  <a:lnTo>
                    <a:pt x="103707" y="419477"/>
                  </a:lnTo>
                  <a:lnTo>
                    <a:pt x="126761" y="380639"/>
                  </a:lnTo>
                  <a:lnTo>
                    <a:pt x="151841" y="343227"/>
                  </a:lnTo>
                  <a:lnTo>
                    <a:pt x="178870" y="307319"/>
                  </a:lnTo>
                  <a:lnTo>
                    <a:pt x="207773" y="272990"/>
                  </a:lnTo>
                  <a:lnTo>
                    <a:pt x="238473" y="240318"/>
                  </a:lnTo>
                  <a:lnTo>
                    <a:pt x="270894" y="209381"/>
                  </a:lnTo>
                  <a:lnTo>
                    <a:pt x="304959" y="180254"/>
                  </a:lnTo>
                  <a:lnTo>
                    <a:pt x="340592" y="153015"/>
                  </a:lnTo>
                  <a:lnTo>
                    <a:pt x="377717" y="127742"/>
                  </a:lnTo>
                  <a:lnTo>
                    <a:pt x="416256" y="104509"/>
                  </a:lnTo>
                  <a:lnTo>
                    <a:pt x="456135" y="83396"/>
                  </a:lnTo>
                  <a:lnTo>
                    <a:pt x="497276" y="64478"/>
                  </a:lnTo>
                  <a:lnTo>
                    <a:pt x="539603" y="47834"/>
                  </a:lnTo>
                  <a:lnTo>
                    <a:pt x="583041" y="33538"/>
                  </a:lnTo>
                  <a:lnTo>
                    <a:pt x="627511" y="21669"/>
                  </a:lnTo>
                  <a:lnTo>
                    <a:pt x="672938" y="12304"/>
                  </a:lnTo>
                  <a:lnTo>
                    <a:pt x="719247" y="5520"/>
                  </a:lnTo>
                  <a:lnTo>
                    <a:pt x="766359" y="1392"/>
                  </a:lnTo>
                  <a:lnTo>
                    <a:pt x="814199" y="0"/>
                  </a:lnTo>
                  <a:lnTo>
                    <a:pt x="863854" y="1525"/>
                  </a:lnTo>
                  <a:lnTo>
                    <a:pt x="913070" y="6068"/>
                  </a:lnTo>
                  <a:lnTo>
                    <a:pt x="961723" y="13577"/>
                  </a:lnTo>
                  <a:lnTo>
                    <a:pt x="1009689" y="23998"/>
                  </a:lnTo>
                  <a:lnTo>
                    <a:pt x="1056843" y="37281"/>
                  </a:lnTo>
                  <a:lnTo>
                    <a:pt x="1103061" y="53373"/>
                  </a:lnTo>
                  <a:lnTo>
                    <a:pt x="1148219" y="72223"/>
                  </a:lnTo>
                  <a:lnTo>
                    <a:pt x="1192192" y="93778"/>
                  </a:lnTo>
                  <a:lnTo>
                    <a:pt x="1234855" y="117986"/>
                  </a:lnTo>
                  <a:lnTo>
                    <a:pt x="1276085" y="144797"/>
                  </a:lnTo>
                  <a:lnTo>
                    <a:pt x="1315756" y="174157"/>
                  </a:lnTo>
                  <a:lnTo>
                    <a:pt x="1353744" y="206015"/>
                  </a:lnTo>
                  <a:lnTo>
                    <a:pt x="1389926" y="240318"/>
                  </a:lnTo>
                  <a:lnTo>
                    <a:pt x="1423966" y="276780"/>
                  </a:lnTo>
                  <a:lnTo>
                    <a:pt x="1455580" y="315063"/>
                  </a:lnTo>
                  <a:lnTo>
                    <a:pt x="1484714" y="355041"/>
                  </a:lnTo>
                  <a:lnTo>
                    <a:pt x="1511319" y="396589"/>
                  </a:lnTo>
                  <a:lnTo>
                    <a:pt x="1535341" y="439583"/>
                  </a:lnTo>
                  <a:lnTo>
                    <a:pt x="1556731" y="483896"/>
                  </a:lnTo>
                  <a:lnTo>
                    <a:pt x="1575436" y="529403"/>
                  </a:lnTo>
                  <a:lnTo>
                    <a:pt x="1591405" y="575978"/>
                  </a:lnTo>
                  <a:lnTo>
                    <a:pt x="1604585" y="623498"/>
                  </a:lnTo>
                  <a:lnTo>
                    <a:pt x="1614927" y="671835"/>
                  </a:lnTo>
                  <a:lnTo>
                    <a:pt x="1622377" y="720864"/>
                  </a:lnTo>
                  <a:lnTo>
                    <a:pt x="1626885" y="770461"/>
                  </a:lnTo>
                  <a:lnTo>
                    <a:pt x="1628399" y="820499"/>
                  </a:lnTo>
                  <a:lnTo>
                    <a:pt x="1627017" y="868710"/>
                  </a:lnTo>
                  <a:lnTo>
                    <a:pt x="1622922" y="916187"/>
                  </a:lnTo>
                  <a:lnTo>
                    <a:pt x="1616189" y="962854"/>
                  </a:lnTo>
                  <a:lnTo>
                    <a:pt x="1606896" y="1008633"/>
                  </a:lnTo>
                  <a:lnTo>
                    <a:pt x="1595118" y="1053447"/>
                  </a:lnTo>
                  <a:lnTo>
                    <a:pt x="1580933" y="1097220"/>
                  </a:lnTo>
                  <a:lnTo>
                    <a:pt x="1564416" y="1139875"/>
                  </a:lnTo>
                  <a:lnTo>
                    <a:pt x="1545643" y="1181334"/>
                  </a:lnTo>
                  <a:lnTo>
                    <a:pt x="1524692" y="1221522"/>
                  </a:lnTo>
                  <a:lnTo>
                    <a:pt x="1501638" y="1260360"/>
                  </a:lnTo>
                  <a:lnTo>
                    <a:pt x="1476558" y="1297771"/>
                  </a:lnTo>
                  <a:lnTo>
                    <a:pt x="1449529" y="1333680"/>
                  </a:lnTo>
                  <a:lnTo>
                    <a:pt x="1420626" y="1368009"/>
                  </a:lnTo>
                  <a:lnTo>
                    <a:pt x="1389926" y="1400680"/>
                  </a:lnTo>
                  <a:lnTo>
                    <a:pt x="1357505" y="1431618"/>
                  </a:lnTo>
                  <a:lnTo>
                    <a:pt x="1323440" y="1460745"/>
                  </a:lnTo>
                  <a:lnTo>
                    <a:pt x="1287807" y="1487983"/>
                  </a:lnTo>
                  <a:lnTo>
                    <a:pt x="1250682" y="1513257"/>
                  </a:lnTo>
                  <a:lnTo>
                    <a:pt x="1212143" y="1536489"/>
                  </a:lnTo>
                  <a:lnTo>
                    <a:pt x="1172264" y="1557602"/>
                  </a:lnTo>
                  <a:lnTo>
                    <a:pt x="1131123" y="1576520"/>
                  </a:lnTo>
                  <a:lnTo>
                    <a:pt x="1088795" y="1593165"/>
                  </a:lnTo>
                  <a:lnTo>
                    <a:pt x="1045358" y="1607460"/>
                  </a:lnTo>
                  <a:lnTo>
                    <a:pt x="1000888" y="1619329"/>
                  </a:lnTo>
                  <a:lnTo>
                    <a:pt x="955461" y="1628694"/>
                  </a:lnTo>
                  <a:lnTo>
                    <a:pt x="909152" y="1635479"/>
                  </a:lnTo>
                  <a:lnTo>
                    <a:pt x="862040" y="1639606"/>
                  </a:lnTo>
                  <a:lnTo>
                    <a:pt x="814199" y="16409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47950" y="5366522"/>
              <a:ext cx="1628775" cy="1641475"/>
            </a:xfrm>
            <a:custGeom>
              <a:avLst/>
              <a:gdLst/>
              <a:ahLst/>
              <a:cxnLst/>
              <a:rect l="l" t="t" r="r" b="b"/>
              <a:pathLst>
                <a:path w="1628775" h="1641475">
                  <a:moveTo>
                    <a:pt x="0" y="820499"/>
                  </a:moveTo>
                  <a:lnTo>
                    <a:pt x="1382" y="772289"/>
                  </a:lnTo>
                  <a:lnTo>
                    <a:pt x="5477" y="724812"/>
                  </a:lnTo>
                  <a:lnTo>
                    <a:pt x="12210" y="678145"/>
                  </a:lnTo>
                  <a:lnTo>
                    <a:pt x="21503" y="632366"/>
                  </a:lnTo>
                  <a:lnTo>
                    <a:pt x="33281" y="587552"/>
                  </a:lnTo>
                  <a:lnTo>
                    <a:pt x="47466" y="543779"/>
                  </a:lnTo>
                  <a:lnTo>
                    <a:pt x="63983" y="501124"/>
                  </a:lnTo>
                  <a:lnTo>
                    <a:pt x="82756" y="459664"/>
                  </a:lnTo>
                  <a:lnTo>
                    <a:pt x="103707" y="419477"/>
                  </a:lnTo>
                  <a:lnTo>
                    <a:pt x="126761" y="380639"/>
                  </a:lnTo>
                  <a:lnTo>
                    <a:pt x="151841" y="343227"/>
                  </a:lnTo>
                  <a:lnTo>
                    <a:pt x="178870" y="307319"/>
                  </a:lnTo>
                  <a:lnTo>
                    <a:pt x="207773" y="272990"/>
                  </a:lnTo>
                  <a:lnTo>
                    <a:pt x="238473" y="240318"/>
                  </a:lnTo>
                  <a:lnTo>
                    <a:pt x="270894" y="209381"/>
                  </a:lnTo>
                  <a:lnTo>
                    <a:pt x="304959" y="180254"/>
                  </a:lnTo>
                  <a:lnTo>
                    <a:pt x="340592" y="153015"/>
                  </a:lnTo>
                  <a:lnTo>
                    <a:pt x="377717" y="127742"/>
                  </a:lnTo>
                  <a:lnTo>
                    <a:pt x="416256" y="104509"/>
                  </a:lnTo>
                  <a:lnTo>
                    <a:pt x="456135" y="83396"/>
                  </a:lnTo>
                  <a:lnTo>
                    <a:pt x="497276" y="64478"/>
                  </a:lnTo>
                  <a:lnTo>
                    <a:pt x="539603" y="47834"/>
                  </a:lnTo>
                  <a:lnTo>
                    <a:pt x="583041" y="33538"/>
                  </a:lnTo>
                  <a:lnTo>
                    <a:pt x="627511" y="21669"/>
                  </a:lnTo>
                  <a:lnTo>
                    <a:pt x="672938" y="12304"/>
                  </a:lnTo>
                  <a:lnTo>
                    <a:pt x="719247" y="5520"/>
                  </a:lnTo>
                  <a:lnTo>
                    <a:pt x="766359" y="1392"/>
                  </a:lnTo>
                  <a:lnTo>
                    <a:pt x="814199" y="0"/>
                  </a:lnTo>
                  <a:lnTo>
                    <a:pt x="863854" y="1525"/>
                  </a:lnTo>
                  <a:lnTo>
                    <a:pt x="913070" y="6068"/>
                  </a:lnTo>
                  <a:lnTo>
                    <a:pt x="961723" y="13577"/>
                  </a:lnTo>
                  <a:lnTo>
                    <a:pt x="1009689" y="23998"/>
                  </a:lnTo>
                  <a:lnTo>
                    <a:pt x="1056843" y="37281"/>
                  </a:lnTo>
                  <a:lnTo>
                    <a:pt x="1103061" y="53373"/>
                  </a:lnTo>
                  <a:lnTo>
                    <a:pt x="1148219" y="72223"/>
                  </a:lnTo>
                  <a:lnTo>
                    <a:pt x="1192192" y="93778"/>
                  </a:lnTo>
                  <a:lnTo>
                    <a:pt x="1234855" y="117986"/>
                  </a:lnTo>
                  <a:lnTo>
                    <a:pt x="1276085" y="144797"/>
                  </a:lnTo>
                  <a:lnTo>
                    <a:pt x="1315756" y="174157"/>
                  </a:lnTo>
                  <a:lnTo>
                    <a:pt x="1353744" y="206015"/>
                  </a:lnTo>
                  <a:lnTo>
                    <a:pt x="1389926" y="240318"/>
                  </a:lnTo>
                  <a:lnTo>
                    <a:pt x="1423966" y="276780"/>
                  </a:lnTo>
                  <a:lnTo>
                    <a:pt x="1455580" y="315063"/>
                  </a:lnTo>
                  <a:lnTo>
                    <a:pt x="1484714" y="355041"/>
                  </a:lnTo>
                  <a:lnTo>
                    <a:pt x="1511319" y="396589"/>
                  </a:lnTo>
                  <a:lnTo>
                    <a:pt x="1535341" y="439583"/>
                  </a:lnTo>
                  <a:lnTo>
                    <a:pt x="1556731" y="483896"/>
                  </a:lnTo>
                  <a:lnTo>
                    <a:pt x="1575436" y="529403"/>
                  </a:lnTo>
                  <a:lnTo>
                    <a:pt x="1591405" y="575978"/>
                  </a:lnTo>
                  <a:lnTo>
                    <a:pt x="1604585" y="623498"/>
                  </a:lnTo>
                  <a:lnTo>
                    <a:pt x="1614927" y="671835"/>
                  </a:lnTo>
                  <a:lnTo>
                    <a:pt x="1622377" y="720864"/>
                  </a:lnTo>
                  <a:lnTo>
                    <a:pt x="1626885" y="770461"/>
                  </a:lnTo>
                  <a:lnTo>
                    <a:pt x="1628399" y="820499"/>
                  </a:lnTo>
                  <a:lnTo>
                    <a:pt x="1627017" y="868710"/>
                  </a:lnTo>
                  <a:lnTo>
                    <a:pt x="1622922" y="916187"/>
                  </a:lnTo>
                  <a:lnTo>
                    <a:pt x="1616189" y="962854"/>
                  </a:lnTo>
                  <a:lnTo>
                    <a:pt x="1606896" y="1008633"/>
                  </a:lnTo>
                  <a:lnTo>
                    <a:pt x="1595118" y="1053447"/>
                  </a:lnTo>
                  <a:lnTo>
                    <a:pt x="1580933" y="1097220"/>
                  </a:lnTo>
                  <a:lnTo>
                    <a:pt x="1564416" y="1139875"/>
                  </a:lnTo>
                  <a:lnTo>
                    <a:pt x="1545643" y="1181334"/>
                  </a:lnTo>
                  <a:lnTo>
                    <a:pt x="1524692" y="1221522"/>
                  </a:lnTo>
                  <a:lnTo>
                    <a:pt x="1501638" y="1260360"/>
                  </a:lnTo>
                  <a:lnTo>
                    <a:pt x="1476558" y="1297771"/>
                  </a:lnTo>
                  <a:lnTo>
                    <a:pt x="1449529" y="1333680"/>
                  </a:lnTo>
                  <a:lnTo>
                    <a:pt x="1420626" y="1368009"/>
                  </a:lnTo>
                  <a:lnTo>
                    <a:pt x="1389926" y="1400680"/>
                  </a:lnTo>
                  <a:lnTo>
                    <a:pt x="1357505" y="1431618"/>
                  </a:lnTo>
                  <a:lnTo>
                    <a:pt x="1323440" y="1460745"/>
                  </a:lnTo>
                  <a:lnTo>
                    <a:pt x="1287807" y="1487983"/>
                  </a:lnTo>
                  <a:lnTo>
                    <a:pt x="1250682" y="1513257"/>
                  </a:lnTo>
                  <a:lnTo>
                    <a:pt x="1212143" y="1536489"/>
                  </a:lnTo>
                  <a:lnTo>
                    <a:pt x="1172264" y="1557603"/>
                  </a:lnTo>
                  <a:lnTo>
                    <a:pt x="1131123" y="1576520"/>
                  </a:lnTo>
                  <a:lnTo>
                    <a:pt x="1088795" y="1593165"/>
                  </a:lnTo>
                  <a:lnTo>
                    <a:pt x="1045358" y="1607460"/>
                  </a:lnTo>
                  <a:lnTo>
                    <a:pt x="1000888" y="1619329"/>
                  </a:lnTo>
                  <a:lnTo>
                    <a:pt x="955461" y="1628694"/>
                  </a:lnTo>
                  <a:lnTo>
                    <a:pt x="909152" y="1635479"/>
                  </a:lnTo>
                  <a:lnTo>
                    <a:pt x="862040" y="1639606"/>
                  </a:lnTo>
                  <a:lnTo>
                    <a:pt x="814199" y="1640999"/>
                  </a:lnTo>
                  <a:lnTo>
                    <a:pt x="766359" y="1639606"/>
                  </a:lnTo>
                  <a:lnTo>
                    <a:pt x="719247" y="1635479"/>
                  </a:lnTo>
                  <a:lnTo>
                    <a:pt x="672938" y="1628694"/>
                  </a:lnTo>
                  <a:lnTo>
                    <a:pt x="627511" y="1619329"/>
                  </a:lnTo>
                  <a:lnTo>
                    <a:pt x="583041" y="1607460"/>
                  </a:lnTo>
                  <a:lnTo>
                    <a:pt x="539603" y="1593165"/>
                  </a:lnTo>
                  <a:lnTo>
                    <a:pt x="497276" y="1576520"/>
                  </a:lnTo>
                  <a:lnTo>
                    <a:pt x="456135" y="1557603"/>
                  </a:lnTo>
                  <a:lnTo>
                    <a:pt x="416256" y="1536489"/>
                  </a:lnTo>
                  <a:lnTo>
                    <a:pt x="377717" y="1513257"/>
                  </a:lnTo>
                  <a:lnTo>
                    <a:pt x="340592" y="1487983"/>
                  </a:lnTo>
                  <a:lnTo>
                    <a:pt x="304959" y="1460745"/>
                  </a:lnTo>
                  <a:lnTo>
                    <a:pt x="270894" y="1431618"/>
                  </a:lnTo>
                  <a:lnTo>
                    <a:pt x="238473" y="1400680"/>
                  </a:lnTo>
                  <a:lnTo>
                    <a:pt x="207773" y="1368009"/>
                  </a:lnTo>
                  <a:lnTo>
                    <a:pt x="178870" y="1333680"/>
                  </a:lnTo>
                  <a:lnTo>
                    <a:pt x="151841" y="1297771"/>
                  </a:lnTo>
                  <a:lnTo>
                    <a:pt x="126761" y="1260360"/>
                  </a:lnTo>
                  <a:lnTo>
                    <a:pt x="103707" y="1221522"/>
                  </a:lnTo>
                  <a:lnTo>
                    <a:pt x="82756" y="1181334"/>
                  </a:lnTo>
                  <a:lnTo>
                    <a:pt x="63983" y="1139875"/>
                  </a:lnTo>
                  <a:lnTo>
                    <a:pt x="47466" y="1097220"/>
                  </a:lnTo>
                  <a:lnTo>
                    <a:pt x="33281" y="1053447"/>
                  </a:lnTo>
                  <a:lnTo>
                    <a:pt x="21503" y="1008633"/>
                  </a:lnTo>
                  <a:lnTo>
                    <a:pt x="12210" y="962854"/>
                  </a:lnTo>
                  <a:lnTo>
                    <a:pt x="5477" y="916187"/>
                  </a:lnTo>
                  <a:lnTo>
                    <a:pt x="1382" y="868710"/>
                  </a:lnTo>
                  <a:lnTo>
                    <a:pt x="0" y="820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771350" y="5611672"/>
              <a:ext cx="605790" cy="400050"/>
            </a:xfrm>
            <a:custGeom>
              <a:avLst/>
              <a:gdLst/>
              <a:ahLst/>
              <a:cxnLst/>
              <a:rect l="l" t="t" r="r" b="b"/>
              <a:pathLst>
                <a:path w="605790" h="400050">
                  <a:moveTo>
                    <a:pt x="0" y="0"/>
                  </a:moveTo>
                  <a:lnTo>
                    <a:pt x="605707" y="39991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368389" y="5998454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740" y="36945"/>
                  </a:moveTo>
                  <a:lnTo>
                    <a:pt x="0" y="26258"/>
                  </a:lnTo>
                  <a:lnTo>
                    <a:pt x="17335" y="0"/>
                  </a:lnTo>
                  <a:lnTo>
                    <a:pt x="44740" y="3694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368389" y="5998454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6258"/>
                  </a:moveTo>
                  <a:lnTo>
                    <a:pt x="44740" y="36945"/>
                  </a:lnTo>
                  <a:lnTo>
                    <a:pt x="17335" y="0"/>
                  </a:lnTo>
                  <a:lnTo>
                    <a:pt x="0" y="2625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007300" y="6657749"/>
              <a:ext cx="1130300" cy="542290"/>
            </a:xfrm>
            <a:custGeom>
              <a:avLst/>
              <a:gdLst/>
              <a:ahLst/>
              <a:cxnLst/>
              <a:rect l="l" t="t" r="r" b="b"/>
              <a:pathLst>
                <a:path w="1130300" h="542290">
                  <a:moveTo>
                    <a:pt x="0" y="0"/>
                  </a:moveTo>
                  <a:lnTo>
                    <a:pt x="1129876" y="5422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130368" y="7185838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5" h="33020">
                  <a:moveTo>
                    <a:pt x="45778" y="32886"/>
                  </a:moveTo>
                  <a:lnTo>
                    <a:pt x="0" y="28367"/>
                  </a:lnTo>
                  <a:lnTo>
                    <a:pt x="13616" y="0"/>
                  </a:lnTo>
                  <a:lnTo>
                    <a:pt x="45778" y="3288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130368" y="7185838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5" h="33020">
                  <a:moveTo>
                    <a:pt x="0" y="28367"/>
                  </a:moveTo>
                  <a:lnTo>
                    <a:pt x="45778" y="32886"/>
                  </a:lnTo>
                  <a:lnTo>
                    <a:pt x="13616" y="0"/>
                  </a:lnTo>
                  <a:lnTo>
                    <a:pt x="0" y="2836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6362260" y="6044367"/>
            <a:ext cx="16046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95" dirty="0">
                <a:latin typeface="Tahoma"/>
                <a:cs typeface="Tahoma"/>
              </a:rPr>
              <a:t>decrease?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073908" y="6346462"/>
            <a:ext cx="13798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marR="5080" indent="-264160">
              <a:lnSpc>
                <a:spcPct val="100000"/>
              </a:lnSpc>
              <a:spcBef>
                <a:spcPts val="100"/>
              </a:spcBef>
            </a:pPr>
            <a:r>
              <a:rPr sz="3600" spc="90" dirty="0">
                <a:latin typeface="Tahoma"/>
                <a:cs typeface="Tahoma"/>
              </a:rPr>
              <a:t>LLaMa  </a:t>
            </a:r>
            <a:r>
              <a:rPr sz="3600" spc="150" dirty="0">
                <a:latin typeface="Tahoma"/>
                <a:cs typeface="Tahoma"/>
              </a:rPr>
              <a:t>65B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1074641" y="3907637"/>
            <a:ext cx="5769610" cy="4519295"/>
            <a:chOff x="11074641" y="3907637"/>
            <a:chExt cx="5769610" cy="4519295"/>
          </a:xfrm>
        </p:grpSpPr>
        <p:sp>
          <p:nvSpPr>
            <p:cNvPr id="39" name="object 39"/>
            <p:cNvSpPr/>
            <p:nvPr/>
          </p:nvSpPr>
          <p:spPr>
            <a:xfrm>
              <a:off x="12016100" y="4382674"/>
              <a:ext cx="1800225" cy="1814195"/>
            </a:xfrm>
            <a:custGeom>
              <a:avLst/>
              <a:gdLst/>
              <a:ahLst/>
              <a:cxnLst/>
              <a:rect l="l" t="t" r="r" b="b"/>
              <a:pathLst>
                <a:path w="1800225" h="1814195">
                  <a:moveTo>
                    <a:pt x="899999" y="1813799"/>
                  </a:moveTo>
                  <a:lnTo>
                    <a:pt x="852201" y="1812542"/>
                  </a:lnTo>
                  <a:lnTo>
                    <a:pt x="805053" y="1808813"/>
                  </a:lnTo>
                  <a:lnTo>
                    <a:pt x="758617" y="1802674"/>
                  </a:lnTo>
                  <a:lnTo>
                    <a:pt x="712955" y="1794188"/>
                  </a:lnTo>
                  <a:lnTo>
                    <a:pt x="668129" y="1783417"/>
                  </a:lnTo>
                  <a:lnTo>
                    <a:pt x="624202" y="1770425"/>
                  </a:lnTo>
                  <a:lnTo>
                    <a:pt x="581236" y="1755273"/>
                  </a:lnTo>
                  <a:lnTo>
                    <a:pt x="539292" y="1738026"/>
                  </a:lnTo>
                  <a:lnTo>
                    <a:pt x="498434" y="1718745"/>
                  </a:lnTo>
                  <a:lnTo>
                    <a:pt x="458723" y="1697492"/>
                  </a:lnTo>
                  <a:lnTo>
                    <a:pt x="420222" y="1674332"/>
                  </a:lnTo>
                  <a:lnTo>
                    <a:pt x="382993" y="1649326"/>
                  </a:lnTo>
                  <a:lnTo>
                    <a:pt x="347098" y="1622537"/>
                  </a:lnTo>
                  <a:lnTo>
                    <a:pt x="312598" y="1594027"/>
                  </a:lnTo>
                  <a:lnTo>
                    <a:pt x="279557" y="1563860"/>
                  </a:lnTo>
                  <a:lnTo>
                    <a:pt x="248037" y="1532098"/>
                  </a:lnTo>
                  <a:lnTo>
                    <a:pt x="218100" y="1498804"/>
                  </a:lnTo>
                  <a:lnTo>
                    <a:pt x="189807" y="1464040"/>
                  </a:lnTo>
                  <a:lnTo>
                    <a:pt x="163222" y="1427870"/>
                  </a:lnTo>
                  <a:lnTo>
                    <a:pt x="138406" y="1390355"/>
                  </a:lnTo>
                  <a:lnTo>
                    <a:pt x="115422" y="1351559"/>
                  </a:lnTo>
                  <a:lnTo>
                    <a:pt x="94331" y="1311544"/>
                  </a:lnTo>
                  <a:lnTo>
                    <a:pt x="75197" y="1270372"/>
                  </a:lnTo>
                  <a:lnTo>
                    <a:pt x="58080" y="1228107"/>
                  </a:lnTo>
                  <a:lnTo>
                    <a:pt x="43044" y="1184812"/>
                  </a:lnTo>
                  <a:lnTo>
                    <a:pt x="30151" y="1140548"/>
                  </a:lnTo>
                  <a:lnTo>
                    <a:pt x="19462" y="1095378"/>
                  </a:lnTo>
                  <a:lnTo>
                    <a:pt x="11041" y="1049366"/>
                  </a:lnTo>
                  <a:lnTo>
                    <a:pt x="4948" y="1002574"/>
                  </a:lnTo>
                  <a:lnTo>
                    <a:pt x="1247" y="955064"/>
                  </a:lnTo>
                  <a:lnTo>
                    <a:pt x="0" y="906899"/>
                  </a:lnTo>
                  <a:lnTo>
                    <a:pt x="1247" y="858735"/>
                  </a:lnTo>
                  <a:lnTo>
                    <a:pt x="4948" y="811225"/>
                  </a:lnTo>
                  <a:lnTo>
                    <a:pt x="11041" y="764433"/>
                  </a:lnTo>
                  <a:lnTo>
                    <a:pt x="19462" y="718421"/>
                  </a:lnTo>
                  <a:lnTo>
                    <a:pt x="30151" y="673251"/>
                  </a:lnTo>
                  <a:lnTo>
                    <a:pt x="43044" y="628987"/>
                  </a:lnTo>
                  <a:lnTo>
                    <a:pt x="58080" y="585692"/>
                  </a:lnTo>
                  <a:lnTo>
                    <a:pt x="75197" y="543427"/>
                  </a:lnTo>
                  <a:lnTo>
                    <a:pt x="94331" y="502255"/>
                  </a:lnTo>
                  <a:lnTo>
                    <a:pt x="115422" y="462240"/>
                  </a:lnTo>
                  <a:lnTo>
                    <a:pt x="138406" y="423444"/>
                  </a:lnTo>
                  <a:lnTo>
                    <a:pt x="163222" y="385929"/>
                  </a:lnTo>
                  <a:lnTo>
                    <a:pt x="189807" y="349759"/>
                  </a:lnTo>
                  <a:lnTo>
                    <a:pt x="218100" y="314995"/>
                  </a:lnTo>
                  <a:lnTo>
                    <a:pt x="248037" y="281701"/>
                  </a:lnTo>
                  <a:lnTo>
                    <a:pt x="279557" y="249939"/>
                  </a:lnTo>
                  <a:lnTo>
                    <a:pt x="312598" y="219772"/>
                  </a:lnTo>
                  <a:lnTo>
                    <a:pt x="347098" y="191262"/>
                  </a:lnTo>
                  <a:lnTo>
                    <a:pt x="382993" y="164473"/>
                  </a:lnTo>
                  <a:lnTo>
                    <a:pt x="420222" y="139467"/>
                  </a:lnTo>
                  <a:lnTo>
                    <a:pt x="458723" y="116307"/>
                  </a:lnTo>
                  <a:lnTo>
                    <a:pt x="498434" y="95054"/>
                  </a:lnTo>
                  <a:lnTo>
                    <a:pt x="539292" y="75773"/>
                  </a:lnTo>
                  <a:lnTo>
                    <a:pt x="581236" y="58526"/>
                  </a:lnTo>
                  <a:lnTo>
                    <a:pt x="624202" y="43374"/>
                  </a:lnTo>
                  <a:lnTo>
                    <a:pt x="668129" y="30382"/>
                  </a:lnTo>
                  <a:lnTo>
                    <a:pt x="712955" y="19611"/>
                  </a:lnTo>
                  <a:lnTo>
                    <a:pt x="758617" y="11125"/>
                  </a:lnTo>
                  <a:lnTo>
                    <a:pt x="805053" y="4986"/>
                  </a:lnTo>
                  <a:lnTo>
                    <a:pt x="852201" y="1257"/>
                  </a:lnTo>
                  <a:lnTo>
                    <a:pt x="899999" y="0"/>
                  </a:lnTo>
                  <a:lnTo>
                    <a:pt x="950980" y="1454"/>
                  </a:lnTo>
                  <a:lnTo>
                    <a:pt x="1001552" y="5788"/>
                  </a:lnTo>
                  <a:lnTo>
                    <a:pt x="1051604" y="12955"/>
                  </a:lnTo>
                  <a:lnTo>
                    <a:pt x="1101027" y="22909"/>
                  </a:lnTo>
                  <a:lnTo>
                    <a:pt x="1149709" y="35604"/>
                  </a:lnTo>
                  <a:lnTo>
                    <a:pt x="1197542" y="50994"/>
                  </a:lnTo>
                  <a:lnTo>
                    <a:pt x="1244415" y="69033"/>
                  </a:lnTo>
                  <a:lnTo>
                    <a:pt x="1290218" y="89676"/>
                  </a:lnTo>
                  <a:lnTo>
                    <a:pt x="1334841" y="112875"/>
                  </a:lnTo>
                  <a:lnTo>
                    <a:pt x="1378173" y="138586"/>
                  </a:lnTo>
                  <a:lnTo>
                    <a:pt x="1420105" y="166763"/>
                  </a:lnTo>
                  <a:lnTo>
                    <a:pt x="1460526" y="197359"/>
                  </a:lnTo>
                  <a:lnTo>
                    <a:pt x="1499327" y="230328"/>
                  </a:lnTo>
                  <a:lnTo>
                    <a:pt x="1536397" y="265624"/>
                  </a:lnTo>
                  <a:lnTo>
                    <a:pt x="1571425" y="302978"/>
                  </a:lnTo>
                  <a:lnTo>
                    <a:pt x="1604143" y="342077"/>
                  </a:lnTo>
                  <a:lnTo>
                    <a:pt x="1634506" y="382808"/>
                  </a:lnTo>
                  <a:lnTo>
                    <a:pt x="1662468" y="425061"/>
                  </a:lnTo>
                  <a:lnTo>
                    <a:pt x="1687983" y="468725"/>
                  </a:lnTo>
                  <a:lnTo>
                    <a:pt x="1711006" y="513690"/>
                  </a:lnTo>
                  <a:lnTo>
                    <a:pt x="1731492" y="559844"/>
                  </a:lnTo>
                  <a:lnTo>
                    <a:pt x="1749394" y="607076"/>
                  </a:lnTo>
                  <a:lnTo>
                    <a:pt x="1764666" y="655276"/>
                  </a:lnTo>
                  <a:lnTo>
                    <a:pt x="1777265" y="704331"/>
                  </a:lnTo>
                  <a:lnTo>
                    <a:pt x="1787143" y="754133"/>
                  </a:lnTo>
                  <a:lnTo>
                    <a:pt x="1794255" y="804568"/>
                  </a:lnTo>
                  <a:lnTo>
                    <a:pt x="1798556" y="855528"/>
                  </a:lnTo>
                  <a:lnTo>
                    <a:pt x="1799999" y="906899"/>
                  </a:lnTo>
                  <a:lnTo>
                    <a:pt x="1798752" y="955064"/>
                  </a:lnTo>
                  <a:lnTo>
                    <a:pt x="1795051" y="1002574"/>
                  </a:lnTo>
                  <a:lnTo>
                    <a:pt x="1788958" y="1049366"/>
                  </a:lnTo>
                  <a:lnTo>
                    <a:pt x="1780537" y="1095378"/>
                  </a:lnTo>
                  <a:lnTo>
                    <a:pt x="1769848" y="1140548"/>
                  </a:lnTo>
                  <a:lnTo>
                    <a:pt x="1756955" y="1184812"/>
                  </a:lnTo>
                  <a:lnTo>
                    <a:pt x="1741919" y="1228107"/>
                  </a:lnTo>
                  <a:lnTo>
                    <a:pt x="1724802" y="1270372"/>
                  </a:lnTo>
                  <a:lnTo>
                    <a:pt x="1705668" y="1311544"/>
                  </a:lnTo>
                  <a:lnTo>
                    <a:pt x="1684577" y="1351559"/>
                  </a:lnTo>
                  <a:lnTo>
                    <a:pt x="1661593" y="1390355"/>
                  </a:lnTo>
                  <a:lnTo>
                    <a:pt x="1636777" y="1427870"/>
                  </a:lnTo>
                  <a:lnTo>
                    <a:pt x="1610192" y="1464040"/>
                  </a:lnTo>
                  <a:lnTo>
                    <a:pt x="1581899" y="1498804"/>
                  </a:lnTo>
                  <a:lnTo>
                    <a:pt x="1551962" y="1532098"/>
                  </a:lnTo>
                  <a:lnTo>
                    <a:pt x="1520442" y="1563860"/>
                  </a:lnTo>
                  <a:lnTo>
                    <a:pt x="1487401" y="1594027"/>
                  </a:lnTo>
                  <a:lnTo>
                    <a:pt x="1452901" y="1622537"/>
                  </a:lnTo>
                  <a:lnTo>
                    <a:pt x="1417006" y="1649326"/>
                  </a:lnTo>
                  <a:lnTo>
                    <a:pt x="1379777" y="1674332"/>
                  </a:lnTo>
                  <a:lnTo>
                    <a:pt x="1341276" y="1697492"/>
                  </a:lnTo>
                  <a:lnTo>
                    <a:pt x="1301565" y="1718745"/>
                  </a:lnTo>
                  <a:lnTo>
                    <a:pt x="1260707" y="1738026"/>
                  </a:lnTo>
                  <a:lnTo>
                    <a:pt x="1218763" y="1755273"/>
                  </a:lnTo>
                  <a:lnTo>
                    <a:pt x="1175797" y="1770425"/>
                  </a:lnTo>
                  <a:lnTo>
                    <a:pt x="1131870" y="1783417"/>
                  </a:lnTo>
                  <a:lnTo>
                    <a:pt x="1087044" y="1794188"/>
                  </a:lnTo>
                  <a:lnTo>
                    <a:pt x="1041382" y="1802674"/>
                  </a:lnTo>
                  <a:lnTo>
                    <a:pt x="994946" y="1808813"/>
                  </a:lnTo>
                  <a:lnTo>
                    <a:pt x="947798" y="1812542"/>
                  </a:lnTo>
                  <a:lnTo>
                    <a:pt x="899999" y="1813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016100" y="4382674"/>
              <a:ext cx="1800225" cy="1814195"/>
            </a:xfrm>
            <a:custGeom>
              <a:avLst/>
              <a:gdLst/>
              <a:ahLst/>
              <a:cxnLst/>
              <a:rect l="l" t="t" r="r" b="b"/>
              <a:pathLst>
                <a:path w="1800225" h="1814195">
                  <a:moveTo>
                    <a:pt x="0" y="906899"/>
                  </a:moveTo>
                  <a:lnTo>
                    <a:pt x="1247" y="858735"/>
                  </a:lnTo>
                  <a:lnTo>
                    <a:pt x="4948" y="811225"/>
                  </a:lnTo>
                  <a:lnTo>
                    <a:pt x="11041" y="764433"/>
                  </a:lnTo>
                  <a:lnTo>
                    <a:pt x="19462" y="718421"/>
                  </a:lnTo>
                  <a:lnTo>
                    <a:pt x="30151" y="673251"/>
                  </a:lnTo>
                  <a:lnTo>
                    <a:pt x="43044" y="628987"/>
                  </a:lnTo>
                  <a:lnTo>
                    <a:pt x="58080" y="585692"/>
                  </a:lnTo>
                  <a:lnTo>
                    <a:pt x="75197" y="543427"/>
                  </a:lnTo>
                  <a:lnTo>
                    <a:pt x="94331" y="502255"/>
                  </a:lnTo>
                  <a:lnTo>
                    <a:pt x="115422" y="462240"/>
                  </a:lnTo>
                  <a:lnTo>
                    <a:pt x="138406" y="423444"/>
                  </a:lnTo>
                  <a:lnTo>
                    <a:pt x="163222" y="385929"/>
                  </a:lnTo>
                  <a:lnTo>
                    <a:pt x="189807" y="349759"/>
                  </a:lnTo>
                  <a:lnTo>
                    <a:pt x="218100" y="314995"/>
                  </a:lnTo>
                  <a:lnTo>
                    <a:pt x="248037" y="281701"/>
                  </a:lnTo>
                  <a:lnTo>
                    <a:pt x="279557" y="249939"/>
                  </a:lnTo>
                  <a:lnTo>
                    <a:pt x="312598" y="219772"/>
                  </a:lnTo>
                  <a:lnTo>
                    <a:pt x="347098" y="191262"/>
                  </a:lnTo>
                  <a:lnTo>
                    <a:pt x="382993" y="164473"/>
                  </a:lnTo>
                  <a:lnTo>
                    <a:pt x="420222" y="139467"/>
                  </a:lnTo>
                  <a:lnTo>
                    <a:pt x="458723" y="116307"/>
                  </a:lnTo>
                  <a:lnTo>
                    <a:pt x="498434" y="95054"/>
                  </a:lnTo>
                  <a:lnTo>
                    <a:pt x="539292" y="75773"/>
                  </a:lnTo>
                  <a:lnTo>
                    <a:pt x="581236" y="58526"/>
                  </a:lnTo>
                  <a:lnTo>
                    <a:pt x="624202" y="43374"/>
                  </a:lnTo>
                  <a:lnTo>
                    <a:pt x="668129" y="30382"/>
                  </a:lnTo>
                  <a:lnTo>
                    <a:pt x="712955" y="19611"/>
                  </a:lnTo>
                  <a:lnTo>
                    <a:pt x="758617" y="11125"/>
                  </a:lnTo>
                  <a:lnTo>
                    <a:pt x="805053" y="4986"/>
                  </a:lnTo>
                  <a:lnTo>
                    <a:pt x="852201" y="1257"/>
                  </a:lnTo>
                  <a:lnTo>
                    <a:pt x="899999" y="0"/>
                  </a:lnTo>
                  <a:lnTo>
                    <a:pt x="950980" y="1454"/>
                  </a:lnTo>
                  <a:lnTo>
                    <a:pt x="1001552" y="5788"/>
                  </a:lnTo>
                  <a:lnTo>
                    <a:pt x="1051604" y="12955"/>
                  </a:lnTo>
                  <a:lnTo>
                    <a:pt x="1101027" y="22909"/>
                  </a:lnTo>
                  <a:lnTo>
                    <a:pt x="1149709" y="35604"/>
                  </a:lnTo>
                  <a:lnTo>
                    <a:pt x="1197542" y="50994"/>
                  </a:lnTo>
                  <a:lnTo>
                    <a:pt x="1244415" y="69033"/>
                  </a:lnTo>
                  <a:lnTo>
                    <a:pt x="1290218" y="89676"/>
                  </a:lnTo>
                  <a:lnTo>
                    <a:pt x="1334841" y="112875"/>
                  </a:lnTo>
                  <a:lnTo>
                    <a:pt x="1378173" y="138586"/>
                  </a:lnTo>
                  <a:lnTo>
                    <a:pt x="1420105" y="166763"/>
                  </a:lnTo>
                  <a:lnTo>
                    <a:pt x="1460526" y="197359"/>
                  </a:lnTo>
                  <a:lnTo>
                    <a:pt x="1499327" y="230328"/>
                  </a:lnTo>
                  <a:lnTo>
                    <a:pt x="1536397" y="265624"/>
                  </a:lnTo>
                  <a:lnTo>
                    <a:pt x="1571425" y="302978"/>
                  </a:lnTo>
                  <a:lnTo>
                    <a:pt x="1604143" y="342077"/>
                  </a:lnTo>
                  <a:lnTo>
                    <a:pt x="1634506" y="382808"/>
                  </a:lnTo>
                  <a:lnTo>
                    <a:pt x="1662468" y="425061"/>
                  </a:lnTo>
                  <a:lnTo>
                    <a:pt x="1687983" y="468725"/>
                  </a:lnTo>
                  <a:lnTo>
                    <a:pt x="1711006" y="513690"/>
                  </a:lnTo>
                  <a:lnTo>
                    <a:pt x="1731492" y="559844"/>
                  </a:lnTo>
                  <a:lnTo>
                    <a:pt x="1749394" y="607076"/>
                  </a:lnTo>
                  <a:lnTo>
                    <a:pt x="1764666" y="655276"/>
                  </a:lnTo>
                  <a:lnTo>
                    <a:pt x="1777265" y="704331"/>
                  </a:lnTo>
                  <a:lnTo>
                    <a:pt x="1787143" y="754133"/>
                  </a:lnTo>
                  <a:lnTo>
                    <a:pt x="1794255" y="804568"/>
                  </a:lnTo>
                  <a:lnTo>
                    <a:pt x="1798556" y="855528"/>
                  </a:lnTo>
                  <a:lnTo>
                    <a:pt x="1799999" y="906899"/>
                  </a:lnTo>
                  <a:lnTo>
                    <a:pt x="1798752" y="955064"/>
                  </a:lnTo>
                  <a:lnTo>
                    <a:pt x="1795051" y="1002574"/>
                  </a:lnTo>
                  <a:lnTo>
                    <a:pt x="1788958" y="1049366"/>
                  </a:lnTo>
                  <a:lnTo>
                    <a:pt x="1780537" y="1095378"/>
                  </a:lnTo>
                  <a:lnTo>
                    <a:pt x="1769848" y="1140548"/>
                  </a:lnTo>
                  <a:lnTo>
                    <a:pt x="1756955" y="1184812"/>
                  </a:lnTo>
                  <a:lnTo>
                    <a:pt x="1741919" y="1228107"/>
                  </a:lnTo>
                  <a:lnTo>
                    <a:pt x="1724802" y="1270372"/>
                  </a:lnTo>
                  <a:lnTo>
                    <a:pt x="1705668" y="1311544"/>
                  </a:lnTo>
                  <a:lnTo>
                    <a:pt x="1684577" y="1351559"/>
                  </a:lnTo>
                  <a:lnTo>
                    <a:pt x="1661593" y="1390355"/>
                  </a:lnTo>
                  <a:lnTo>
                    <a:pt x="1636777" y="1427870"/>
                  </a:lnTo>
                  <a:lnTo>
                    <a:pt x="1610192" y="1464040"/>
                  </a:lnTo>
                  <a:lnTo>
                    <a:pt x="1581899" y="1498804"/>
                  </a:lnTo>
                  <a:lnTo>
                    <a:pt x="1551962" y="1532098"/>
                  </a:lnTo>
                  <a:lnTo>
                    <a:pt x="1520442" y="1563860"/>
                  </a:lnTo>
                  <a:lnTo>
                    <a:pt x="1487401" y="1594027"/>
                  </a:lnTo>
                  <a:lnTo>
                    <a:pt x="1452901" y="1622537"/>
                  </a:lnTo>
                  <a:lnTo>
                    <a:pt x="1417006" y="1649326"/>
                  </a:lnTo>
                  <a:lnTo>
                    <a:pt x="1379777" y="1674332"/>
                  </a:lnTo>
                  <a:lnTo>
                    <a:pt x="1341276" y="1697492"/>
                  </a:lnTo>
                  <a:lnTo>
                    <a:pt x="1301565" y="1718745"/>
                  </a:lnTo>
                  <a:lnTo>
                    <a:pt x="1260707" y="1738026"/>
                  </a:lnTo>
                  <a:lnTo>
                    <a:pt x="1218763" y="1755273"/>
                  </a:lnTo>
                  <a:lnTo>
                    <a:pt x="1175797" y="1770425"/>
                  </a:lnTo>
                  <a:lnTo>
                    <a:pt x="1131870" y="1783417"/>
                  </a:lnTo>
                  <a:lnTo>
                    <a:pt x="1087044" y="1794188"/>
                  </a:lnTo>
                  <a:lnTo>
                    <a:pt x="1041382" y="1802674"/>
                  </a:lnTo>
                  <a:lnTo>
                    <a:pt x="994946" y="1808813"/>
                  </a:lnTo>
                  <a:lnTo>
                    <a:pt x="947798" y="1812542"/>
                  </a:lnTo>
                  <a:lnTo>
                    <a:pt x="899999" y="1813799"/>
                  </a:lnTo>
                  <a:lnTo>
                    <a:pt x="852201" y="1812542"/>
                  </a:lnTo>
                  <a:lnTo>
                    <a:pt x="805053" y="1808813"/>
                  </a:lnTo>
                  <a:lnTo>
                    <a:pt x="758617" y="1802674"/>
                  </a:lnTo>
                  <a:lnTo>
                    <a:pt x="712955" y="1794188"/>
                  </a:lnTo>
                  <a:lnTo>
                    <a:pt x="668129" y="1783417"/>
                  </a:lnTo>
                  <a:lnTo>
                    <a:pt x="624202" y="1770425"/>
                  </a:lnTo>
                  <a:lnTo>
                    <a:pt x="581236" y="1755273"/>
                  </a:lnTo>
                  <a:lnTo>
                    <a:pt x="539292" y="1738026"/>
                  </a:lnTo>
                  <a:lnTo>
                    <a:pt x="498434" y="1718745"/>
                  </a:lnTo>
                  <a:lnTo>
                    <a:pt x="458723" y="1697492"/>
                  </a:lnTo>
                  <a:lnTo>
                    <a:pt x="420222" y="1674332"/>
                  </a:lnTo>
                  <a:lnTo>
                    <a:pt x="382993" y="1649326"/>
                  </a:lnTo>
                  <a:lnTo>
                    <a:pt x="347098" y="1622537"/>
                  </a:lnTo>
                  <a:lnTo>
                    <a:pt x="312598" y="1594027"/>
                  </a:lnTo>
                  <a:lnTo>
                    <a:pt x="279557" y="1563860"/>
                  </a:lnTo>
                  <a:lnTo>
                    <a:pt x="248037" y="1532098"/>
                  </a:lnTo>
                  <a:lnTo>
                    <a:pt x="218100" y="1498804"/>
                  </a:lnTo>
                  <a:lnTo>
                    <a:pt x="189807" y="1464040"/>
                  </a:lnTo>
                  <a:lnTo>
                    <a:pt x="163222" y="1427870"/>
                  </a:lnTo>
                  <a:lnTo>
                    <a:pt x="138406" y="1390355"/>
                  </a:lnTo>
                  <a:lnTo>
                    <a:pt x="115422" y="1351559"/>
                  </a:lnTo>
                  <a:lnTo>
                    <a:pt x="94331" y="1311544"/>
                  </a:lnTo>
                  <a:lnTo>
                    <a:pt x="75197" y="1270372"/>
                  </a:lnTo>
                  <a:lnTo>
                    <a:pt x="58080" y="1228107"/>
                  </a:lnTo>
                  <a:lnTo>
                    <a:pt x="43044" y="1184812"/>
                  </a:lnTo>
                  <a:lnTo>
                    <a:pt x="30151" y="1140548"/>
                  </a:lnTo>
                  <a:lnTo>
                    <a:pt x="19462" y="1095378"/>
                  </a:lnTo>
                  <a:lnTo>
                    <a:pt x="11041" y="1049366"/>
                  </a:lnTo>
                  <a:lnTo>
                    <a:pt x="4948" y="1002574"/>
                  </a:lnTo>
                  <a:lnTo>
                    <a:pt x="1247" y="955064"/>
                  </a:lnTo>
                  <a:lnTo>
                    <a:pt x="0" y="906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079404" y="3912399"/>
              <a:ext cx="1151890" cy="706120"/>
            </a:xfrm>
            <a:custGeom>
              <a:avLst/>
              <a:gdLst/>
              <a:ahLst/>
              <a:cxnLst/>
              <a:rect l="l" t="t" r="r" b="b"/>
              <a:pathLst>
                <a:path w="1151890" h="706120">
                  <a:moveTo>
                    <a:pt x="0" y="0"/>
                  </a:moveTo>
                  <a:lnTo>
                    <a:pt x="1151577" y="70602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222758" y="4605015"/>
              <a:ext cx="45085" cy="36195"/>
            </a:xfrm>
            <a:custGeom>
              <a:avLst/>
              <a:gdLst/>
              <a:ahLst/>
              <a:cxnLst/>
              <a:rect l="l" t="t" r="r" b="b"/>
              <a:pathLst>
                <a:path w="45084" h="36195">
                  <a:moveTo>
                    <a:pt x="45073" y="36005"/>
                  </a:moveTo>
                  <a:lnTo>
                    <a:pt x="0" y="26825"/>
                  </a:lnTo>
                  <a:lnTo>
                    <a:pt x="16446" y="0"/>
                  </a:lnTo>
                  <a:lnTo>
                    <a:pt x="45073" y="3600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222758" y="4605015"/>
              <a:ext cx="45085" cy="36195"/>
            </a:xfrm>
            <a:custGeom>
              <a:avLst/>
              <a:gdLst/>
              <a:ahLst/>
              <a:cxnLst/>
              <a:rect l="l" t="t" r="r" b="b"/>
              <a:pathLst>
                <a:path w="45084" h="36195">
                  <a:moveTo>
                    <a:pt x="0" y="26825"/>
                  </a:moveTo>
                  <a:lnTo>
                    <a:pt x="45073" y="36005"/>
                  </a:lnTo>
                  <a:lnTo>
                    <a:pt x="16446" y="0"/>
                  </a:lnTo>
                  <a:lnTo>
                    <a:pt x="0" y="268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507685" y="6994200"/>
              <a:ext cx="3317240" cy="1414145"/>
            </a:xfrm>
            <a:custGeom>
              <a:avLst/>
              <a:gdLst/>
              <a:ahLst/>
              <a:cxnLst/>
              <a:rect l="l" t="t" r="r" b="b"/>
              <a:pathLst>
                <a:path w="3317240" h="1414145">
                  <a:moveTo>
                    <a:pt x="0" y="0"/>
                  </a:moveTo>
                  <a:lnTo>
                    <a:pt x="3317099" y="0"/>
                  </a:lnTo>
                  <a:lnTo>
                    <a:pt x="3317099" y="1413599"/>
                  </a:lnTo>
                  <a:lnTo>
                    <a:pt x="0" y="1413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749" y="3996944"/>
            <a:ext cx="1051496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53235">
              <a:lnSpc>
                <a:spcPct val="100000"/>
              </a:lnSpc>
              <a:spcBef>
                <a:spcPts val="100"/>
              </a:spcBef>
            </a:pPr>
            <a:r>
              <a:rPr sz="7200" spc="280" dirty="0"/>
              <a:t>How</a:t>
            </a:r>
            <a:r>
              <a:rPr sz="7200" spc="-865" dirty="0"/>
              <a:t> </a:t>
            </a:r>
            <a:r>
              <a:rPr sz="7200" spc="305" dirty="0"/>
              <a:t>LLMs</a:t>
            </a:r>
            <a:r>
              <a:rPr sz="7200" spc="-865" dirty="0"/>
              <a:t> </a:t>
            </a:r>
            <a:r>
              <a:rPr sz="7200" spc="185" dirty="0"/>
              <a:t>work</a:t>
            </a:r>
            <a:r>
              <a:rPr sz="7200" spc="-865" dirty="0"/>
              <a:t> </a:t>
            </a:r>
            <a:r>
              <a:rPr sz="7200" spc="-110" dirty="0"/>
              <a:t>-  </a:t>
            </a:r>
            <a:r>
              <a:rPr sz="7200" spc="-540" dirty="0"/>
              <a:t>T</a:t>
            </a:r>
            <a:r>
              <a:rPr sz="7200" spc="165" dirty="0"/>
              <a:t>r</a:t>
            </a:r>
            <a:r>
              <a:rPr sz="7200" spc="35" dirty="0"/>
              <a:t>ansformers</a:t>
            </a:r>
            <a:r>
              <a:rPr sz="7200" spc="-865" dirty="0"/>
              <a:t> </a:t>
            </a:r>
            <a:r>
              <a:rPr sz="7200" spc="105" dirty="0"/>
              <a:t>architecture</a:t>
            </a:r>
            <a:endParaRPr sz="7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33915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Understanding</a:t>
            </a:r>
            <a:r>
              <a:rPr spc="-670" dirty="0"/>
              <a:t> </a:t>
            </a:r>
            <a:r>
              <a:rPr spc="-70" dirty="0"/>
              <a:t>language</a:t>
            </a:r>
            <a:r>
              <a:rPr spc="-670" dirty="0"/>
              <a:t> </a:t>
            </a:r>
            <a:r>
              <a:rPr spc="-30" dirty="0"/>
              <a:t>can</a:t>
            </a:r>
            <a:r>
              <a:rPr spc="-670" dirty="0"/>
              <a:t> </a:t>
            </a:r>
            <a:r>
              <a:rPr spc="10" dirty="0"/>
              <a:t>be</a:t>
            </a:r>
            <a:r>
              <a:rPr spc="-670" dirty="0"/>
              <a:t> </a:t>
            </a:r>
            <a:r>
              <a:rPr spc="-15" dirty="0"/>
              <a:t>challenging</a:t>
            </a:r>
          </a:p>
        </p:txBody>
      </p:sp>
      <p:sp>
        <p:nvSpPr>
          <p:cNvPr id="3" name="object 3"/>
          <p:cNvSpPr/>
          <p:nvPr/>
        </p:nvSpPr>
        <p:spPr>
          <a:xfrm>
            <a:off x="11906988" y="5082110"/>
            <a:ext cx="1526540" cy="64135"/>
          </a:xfrm>
          <a:custGeom>
            <a:avLst/>
            <a:gdLst/>
            <a:ahLst/>
            <a:cxnLst/>
            <a:rect l="l" t="t" r="r" b="b"/>
            <a:pathLst>
              <a:path w="1526540" h="64135">
                <a:moveTo>
                  <a:pt x="1526027" y="64007"/>
                </a:moveTo>
                <a:lnTo>
                  <a:pt x="0" y="64007"/>
                </a:lnTo>
                <a:lnTo>
                  <a:pt x="0" y="0"/>
                </a:lnTo>
                <a:lnTo>
                  <a:pt x="1526027" y="0"/>
                </a:lnTo>
                <a:lnTo>
                  <a:pt x="1526027" y="64007"/>
                </a:lnTo>
                <a:close/>
              </a:path>
            </a:pathLst>
          </a:custGeom>
          <a:solidFill>
            <a:srgbClr val="FF9D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91530" y="4311982"/>
            <a:ext cx="8905240" cy="247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370" dirty="0">
                <a:solidFill>
                  <a:srgbClr val="FF9D3B"/>
                </a:solidFill>
                <a:latin typeface="Tahoma"/>
                <a:cs typeface="Tahoma"/>
              </a:rPr>
              <a:t>I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125" dirty="0">
                <a:solidFill>
                  <a:srgbClr val="FF9D3B"/>
                </a:solidFill>
                <a:latin typeface="Tahoma"/>
                <a:cs typeface="Tahoma"/>
              </a:rPr>
              <a:t>took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-195" dirty="0">
                <a:solidFill>
                  <a:srgbClr val="FF9D3B"/>
                </a:solidFill>
                <a:latin typeface="Tahoma"/>
                <a:cs typeface="Tahoma"/>
              </a:rPr>
              <a:t>m</a:t>
            </a:r>
            <a:r>
              <a:rPr sz="5600" spc="75" dirty="0">
                <a:solidFill>
                  <a:srgbClr val="FF9D3B"/>
                </a:solidFill>
                <a:latin typeface="Tahoma"/>
                <a:cs typeface="Tahoma"/>
              </a:rPr>
              <a:t>y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-15" dirty="0">
                <a:solidFill>
                  <a:srgbClr val="FF9D3B"/>
                </a:solidFill>
                <a:latin typeface="Tahoma"/>
                <a:cs typeface="Tahoma"/>
              </a:rPr>
              <a:t>mon</a:t>
            </a:r>
            <a:r>
              <a:rPr sz="5600" spc="-90" dirty="0">
                <a:solidFill>
                  <a:srgbClr val="FF9D3B"/>
                </a:solidFill>
                <a:latin typeface="Tahoma"/>
                <a:cs typeface="Tahoma"/>
              </a:rPr>
              <a:t>e</a:t>
            </a:r>
            <a:r>
              <a:rPr sz="5600" spc="75" dirty="0">
                <a:solidFill>
                  <a:srgbClr val="FF9D3B"/>
                </a:solidFill>
                <a:latin typeface="Tahoma"/>
                <a:cs typeface="Tahoma"/>
              </a:rPr>
              <a:t>y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140" dirty="0">
                <a:solidFill>
                  <a:srgbClr val="FF9D3B"/>
                </a:solidFill>
                <a:latin typeface="Tahoma"/>
                <a:cs typeface="Tahoma"/>
              </a:rPr>
              <a:t>to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60" dirty="0">
                <a:solidFill>
                  <a:srgbClr val="FF9D3B"/>
                </a:solidFill>
                <a:latin typeface="Tahoma"/>
                <a:cs typeface="Tahoma"/>
              </a:rPr>
              <a:t>the</a:t>
            </a:r>
            <a:r>
              <a:rPr sz="5600" spc="-685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15" dirty="0">
                <a:solidFill>
                  <a:srgbClr val="FF9D3B"/>
                </a:solidFill>
                <a:latin typeface="Tahoma"/>
                <a:cs typeface="Tahoma"/>
              </a:rPr>
              <a:t>ban</a:t>
            </a:r>
            <a:r>
              <a:rPr sz="5600" spc="10" dirty="0">
                <a:solidFill>
                  <a:srgbClr val="FF9D3B"/>
                </a:solidFill>
                <a:latin typeface="Tahoma"/>
                <a:cs typeface="Tahoma"/>
              </a:rPr>
              <a:t>k</a:t>
            </a:r>
            <a:r>
              <a:rPr sz="5600" spc="-509" dirty="0">
                <a:solidFill>
                  <a:srgbClr val="FF9D3B"/>
                </a:solidFill>
                <a:latin typeface="Tahoma"/>
                <a:cs typeface="Tahoma"/>
              </a:rPr>
              <a:t>.</a:t>
            </a:r>
            <a:endParaRPr sz="5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6450">
              <a:latin typeface="Tahoma"/>
              <a:cs typeface="Tahoma"/>
            </a:endParaRPr>
          </a:p>
          <a:p>
            <a:pPr marR="363855" algn="ctr">
              <a:lnSpc>
                <a:spcPct val="100000"/>
              </a:lnSpc>
              <a:spcBef>
                <a:spcPts val="5"/>
              </a:spcBef>
            </a:pPr>
            <a:r>
              <a:rPr sz="4000" b="1" spc="-190" dirty="0">
                <a:solidFill>
                  <a:srgbClr val="FF0000"/>
                </a:solidFill>
                <a:latin typeface="Tahoma"/>
                <a:cs typeface="Tahoma"/>
              </a:rPr>
              <a:t>Ri</a:t>
            </a:r>
            <a:r>
              <a:rPr sz="4000" b="1" spc="-280" dirty="0">
                <a:solidFill>
                  <a:srgbClr val="FF0000"/>
                </a:solidFill>
                <a:latin typeface="Tahoma"/>
                <a:cs typeface="Tahoma"/>
              </a:rPr>
              <a:t>v</a:t>
            </a:r>
            <a:r>
              <a:rPr sz="4000" b="1" spc="-200" dirty="0">
                <a:solidFill>
                  <a:srgbClr val="FF0000"/>
                </a:solidFill>
                <a:latin typeface="Tahoma"/>
                <a:cs typeface="Tahoma"/>
              </a:rPr>
              <a:t>e</a:t>
            </a:r>
            <a:r>
              <a:rPr sz="4000" b="1" spc="-145" dirty="0">
                <a:solidFill>
                  <a:srgbClr val="FF0000"/>
                </a:solidFill>
                <a:latin typeface="Tahoma"/>
                <a:cs typeface="Tahoma"/>
              </a:rPr>
              <a:t>r</a:t>
            </a:r>
            <a:r>
              <a:rPr sz="4000" b="1" spc="-40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4000" b="1" spc="-325" dirty="0">
                <a:solidFill>
                  <a:srgbClr val="FF0000"/>
                </a:solidFill>
                <a:latin typeface="Tahoma"/>
                <a:cs typeface="Tahoma"/>
              </a:rPr>
              <a:t>bank?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83650" y="5389085"/>
            <a:ext cx="2223135" cy="1129665"/>
            <a:chOff x="10483650" y="5389085"/>
            <a:chExt cx="2223135" cy="1129665"/>
          </a:xfrm>
        </p:grpSpPr>
        <p:sp>
          <p:nvSpPr>
            <p:cNvPr id="6" name="object 6"/>
            <p:cNvSpPr/>
            <p:nvPr/>
          </p:nvSpPr>
          <p:spPr>
            <a:xfrm>
              <a:off x="10502700" y="5576339"/>
              <a:ext cx="2123440" cy="923290"/>
            </a:xfrm>
            <a:custGeom>
              <a:avLst/>
              <a:gdLst/>
              <a:ahLst/>
              <a:cxnLst/>
              <a:rect l="l" t="t" r="r" b="b"/>
              <a:pathLst>
                <a:path w="2123440" h="923289">
                  <a:moveTo>
                    <a:pt x="0" y="923010"/>
                  </a:moveTo>
                  <a:lnTo>
                    <a:pt x="52645" y="922566"/>
                  </a:lnTo>
                  <a:lnTo>
                    <a:pt x="105263" y="921242"/>
                  </a:lnTo>
                  <a:lnTo>
                    <a:pt x="157826" y="919053"/>
                  </a:lnTo>
                  <a:lnTo>
                    <a:pt x="210307" y="916013"/>
                  </a:lnTo>
                  <a:lnTo>
                    <a:pt x="262679" y="912137"/>
                  </a:lnTo>
                  <a:lnTo>
                    <a:pt x="314913" y="907439"/>
                  </a:lnTo>
                  <a:lnTo>
                    <a:pt x="366984" y="901934"/>
                  </a:lnTo>
                  <a:lnTo>
                    <a:pt x="418862" y="895636"/>
                  </a:lnTo>
                  <a:lnTo>
                    <a:pt x="470521" y="888559"/>
                  </a:lnTo>
                  <a:lnTo>
                    <a:pt x="521934" y="880718"/>
                  </a:lnTo>
                  <a:lnTo>
                    <a:pt x="573073" y="872127"/>
                  </a:lnTo>
                  <a:lnTo>
                    <a:pt x="623910" y="862801"/>
                  </a:lnTo>
                  <a:lnTo>
                    <a:pt x="674419" y="852754"/>
                  </a:lnTo>
                  <a:lnTo>
                    <a:pt x="724572" y="842001"/>
                  </a:lnTo>
                  <a:lnTo>
                    <a:pt x="774341" y="830555"/>
                  </a:lnTo>
                  <a:lnTo>
                    <a:pt x="823699" y="818432"/>
                  </a:lnTo>
                  <a:lnTo>
                    <a:pt x="872619" y="805646"/>
                  </a:lnTo>
                  <a:lnTo>
                    <a:pt x="921073" y="792211"/>
                  </a:lnTo>
                  <a:lnTo>
                    <a:pt x="969034" y="778141"/>
                  </a:lnTo>
                  <a:lnTo>
                    <a:pt x="1016475" y="763452"/>
                  </a:lnTo>
                  <a:lnTo>
                    <a:pt x="1063368" y="748157"/>
                  </a:lnTo>
                  <a:lnTo>
                    <a:pt x="1109685" y="732271"/>
                  </a:lnTo>
                  <a:lnTo>
                    <a:pt x="1155400" y="715808"/>
                  </a:lnTo>
                  <a:lnTo>
                    <a:pt x="1200485" y="698783"/>
                  </a:lnTo>
                  <a:lnTo>
                    <a:pt x="1244913" y="681210"/>
                  </a:lnTo>
                  <a:lnTo>
                    <a:pt x="1288655" y="663103"/>
                  </a:lnTo>
                  <a:lnTo>
                    <a:pt x="1331686" y="644477"/>
                  </a:lnTo>
                  <a:lnTo>
                    <a:pt x="1373976" y="625347"/>
                  </a:lnTo>
                  <a:lnTo>
                    <a:pt x="1415500" y="605727"/>
                  </a:lnTo>
                  <a:lnTo>
                    <a:pt x="1456229" y="585631"/>
                  </a:lnTo>
                  <a:lnTo>
                    <a:pt x="1496137" y="565073"/>
                  </a:lnTo>
                  <a:lnTo>
                    <a:pt x="1546423" y="537860"/>
                  </a:lnTo>
                  <a:lnTo>
                    <a:pt x="1595234" y="509932"/>
                  </a:lnTo>
                  <a:lnTo>
                    <a:pt x="1642510" y="481321"/>
                  </a:lnTo>
                  <a:lnTo>
                    <a:pt x="1688192" y="452058"/>
                  </a:lnTo>
                  <a:lnTo>
                    <a:pt x="1732221" y="422172"/>
                  </a:lnTo>
                  <a:lnTo>
                    <a:pt x="1774538" y="391697"/>
                  </a:lnTo>
                  <a:lnTo>
                    <a:pt x="1815084" y="360662"/>
                  </a:lnTo>
                  <a:lnTo>
                    <a:pt x="1853799" y="329099"/>
                  </a:lnTo>
                  <a:lnTo>
                    <a:pt x="1890626" y="297039"/>
                  </a:lnTo>
                  <a:lnTo>
                    <a:pt x="1925505" y="264513"/>
                  </a:lnTo>
                  <a:lnTo>
                    <a:pt x="1958377" y="231552"/>
                  </a:lnTo>
                  <a:lnTo>
                    <a:pt x="1989182" y="198187"/>
                  </a:lnTo>
                  <a:lnTo>
                    <a:pt x="2031388" y="147450"/>
                  </a:lnTo>
                  <a:lnTo>
                    <a:pt x="2068611" y="95979"/>
                  </a:lnTo>
                  <a:lnTo>
                    <a:pt x="2093141" y="56957"/>
                  </a:lnTo>
                  <a:lnTo>
                    <a:pt x="2114673" y="17626"/>
                  </a:lnTo>
                  <a:lnTo>
                    <a:pt x="2121169" y="4454"/>
                  </a:lnTo>
                  <a:lnTo>
                    <a:pt x="2123275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5704" y="5389085"/>
              <a:ext cx="160541" cy="2208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33915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Understanding</a:t>
            </a:r>
            <a:r>
              <a:rPr spc="-670" dirty="0"/>
              <a:t> </a:t>
            </a:r>
            <a:r>
              <a:rPr spc="-70" dirty="0"/>
              <a:t>language</a:t>
            </a:r>
            <a:r>
              <a:rPr spc="-670" dirty="0"/>
              <a:t> </a:t>
            </a:r>
            <a:r>
              <a:rPr spc="-30" dirty="0"/>
              <a:t>can</a:t>
            </a:r>
            <a:r>
              <a:rPr spc="-670" dirty="0"/>
              <a:t> </a:t>
            </a:r>
            <a:r>
              <a:rPr spc="10" dirty="0"/>
              <a:t>be</a:t>
            </a:r>
            <a:r>
              <a:rPr spc="-670" dirty="0"/>
              <a:t> </a:t>
            </a:r>
            <a:r>
              <a:rPr spc="-15" dirty="0"/>
              <a:t>challenging</a:t>
            </a:r>
          </a:p>
        </p:txBody>
      </p:sp>
      <p:sp>
        <p:nvSpPr>
          <p:cNvPr id="3" name="object 3"/>
          <p:cNvSpPr/>
          <p:nvPr/>
        </p:nvSpPr>
        <p:spPr>
          <a:xfrm>
            <a:off x="4757049" y="3613000"/>
            <a:ext cx="10299065" cy="626110"/>
          </a:xfrm>
          <a:custGeom>
            <a:avLst/>
            <a:gdLst/>
            <a:ahLst/>
            <a:cxnLst/>
            <a:rect l="l" t="t" r="r" b="b"/>
            <a:pathLst>
              <a:path w="10299065" h="626110">
                <a:moveTo>
                  <a:pt x="0" y="625799"/>
                </a:moveTo>
                <a:lnTo>
                  <a:pt x="3392" y="579561"/>
                </a:lnTo>
                <a:lnTo>
                  <a:pt x="13247" y="535430"/>
                </a:lnTo>
                <a:lnTo>
                  <a:pt x="29081" y="493889"/>
                </a:lnTo>
                <a:lnTo>
                  <a:pt x="50410" y="455422"/>
                </a:lnTo>
                <a:lnTo>
                  <a:pt x="76749" y="420514"/>
                </a:lnTo>
                <a:lnTo>
                  <a:pt x="107614" y="389649"/>
                </a:lnTo>
                <a:lnTo>
                  <a:pt x="142522" y="363310"/>
                </a:lnTo>
                <a:lnTo>
                  <a:pt x="180989" y="341981"/>
                </a:lnTo>
                <a:lnTo>
                  <a:pt x="222530" y="326147"/>
                </a:lnTo>
                <a:lnTo>
                  <a:pt x="266661" y="316292"/>
                </a:lnTo>
                <a:lnTo>
                  <a:pt x="312899" y="312899"/>
                </a:lnTo>
                <a:lnTo>
                  <a:pt x="4836599" y="312899"/>
                </a:lnTo>
                <a:lnTo>
                  <a:pt x="4882838" y="309507"/>
                </a:lnTo>
                <a:lnTo>
                  <a:pt x="4926969" y="299652"/>
                </a:lnTo>
                <a:lnTo>
                  <a:pt x="4968510" y="283818"/>
                </a:lnTo>
                <a:lnTo>
                  <a:pt x="5006977" y="262489"/>
                </a:lnTo>
                <a:lnTo>
                  <a:pt x="5041885" y="236150"/>
                </a:lnTo>
                <a:lnTo>
                  <a:pt x="5072750" y="205285"/>
                </a:lnTo>
                <a:lnTo>
                  <a:pt x="5099089" y="170377"/>
                </a:lnTo>
                <a:lnTo>
                  <a:pt x="5120418" y="131910"/>
                </a:lnTo>
                <a:lnTo>
                  <a:pt x="5136252" y="90369"/>
                </a:lnTo>
                <a:lnTo>
                  <a:pt x="5146107" y="46238"/>
                </a:lnTo>
                <a:lnTo>
                  <a:pt x="5149499" y="0"/>
                </a:lnTo>
                <a:lnTo>
                  <a:pt x="5152892" y="46238"/>
                </a:lnTo>
                <a:lnTo>
                  <a:pt x="5162747" y="90369"/>
                </a:lnTo>
                <a:lnTo>
                  <a:pt x="5178581" y="131910"/>
                </a:lnTo>
                <a:lnTo>
                  <a:pt x="5199910" y="170377"/>
                </a:lnTo>
                <a:lnTo>
                  <a:pt x="5226249" y="205285"/>
                </a:lnTo>
                <a:lnTo>
                  <a:pt x="5257114" y="236150"/>
                </a:lnTo>
                <a:lnTo>
                  <a:pt x="5292022" y="262489"/>
                </a:lnTo>
                <a:lnTo>
                  <a:pt x="5330489" y="283818"/>
                </a:lnTo>
                <a:lnTo>
                  <a:pt x="5372030" y="299652"/>
                </a:lnTo>
                <a:lnTo>
                  <a:pt x="5416161" y="309507"/>
                </a:lnTo>
                <a:lnTo>
                  <a:pt x="5462399" y="312899"/>
                </a:lnTo>
                <a:lnTo>
                  <a:pt x="9986099" y="312899"/>
                </a:lnTo>
                <a:lnTo>
                  <a:pt x="10032338" y="316292"/>
                </a:lnTo>
                <a:lnTo>
                  <a:pt x="10076469" y="326147"/>
                </a:lnTo>
                <a:lnTo>
                  <a:pt x="10118010" y="341981"/>
                </a:lnTo>
                <a:lnTo>
                  <a:pt x="10156477" y="363310"/>
                </a:lnTo>
                <a:lnTo>
                  <a:pt x="10191385" y="389649"/>
                </a:lnTo>
                <a:lnTo>
                  <a:pt x="10222250" y="420514"/>
                </a:lnTo>
                <a:lnTo>
                  <a:pt x="10248589" y="455422"/>
                </a:lnTo>
                <a:lnTo>
                  <a:pt x="10269918" y="493889"/>
                </a:lnTo>
                <a:lnTo>
                  <a:pt x="10285752" y="535430"/>
                </a:lnTo>
                <a:lnTo>
                  <a:pt x="10295607" y="579561"/>
                </a:lnTo>
                <a:lnTo>
                  <a:pt x="10298999" y="625799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02300" y="5652749"/>
            <a:ext cx="4375785" cy="626110"/>
          </a:xfrm>
          <a:custGeom>
            <a:avLst/>
            <a:gdLst/>
            <a:ahLst/>
            <a:cxnLst/>
            <a:rect l="l" t="t" r="r" b="b"/>
            <a:pathLst>
              <a:path w="4375784" h="626110">
                <a:moveTo>
                  <a:pt x="4375199" y="0"/>
                </a:moveTo>
                <a:lnTo>
                  <a:pt x="4371807" y="46238"/>
                </a:lnTo>
                <a:lnTo>
                  <a:pt x="4361952" y="90369"/>
                </a:lnTo>
                <a:lnTo>
                  <a:pt x="4346118" y="131910"/>
                </a:lnTo>
                <a:lnTo>
                  <a:pt x="4324789" y="170377"/>
                </a:lnTo>
                <a:lnTo>
                  <a:pt x="4298450" y="205285"/>
                </a:lnTo>
                <a:lnTo>
                  <a:pt x="4267585" y="236150"/>
                </a:lnTo>
                <a:lnTo>
                  <a:pt x="4232677" y="262489"/>
                </a:lnTo>
                <a:lnTo>
                  <a:pt x="4194210" y="283818"/>
                </a:lnTo>
                <a:lnTo>
                  <a:pt x="4152669" y="299652"/>
                </a:lnTo>
                <a:lnTo>
                  <a:pt x="4108538" y="309507"/>
                </a:lnTo>
                <a:lnTo>
                  <a:pt x="4062299" y="312899"/>
                </a:lnTo>
                <a:lnTo>
                  <a:pt x="2500499" y="312899"/>
                </a:lnTo>
                <a:lnTo>
                  <a:pt x="2454261" y="316292"/>
                </a:lnTo>
                <a:lnTo>
                  <a:pt x="2410130" y="326147"/>
                </a:lnTo>
                <a:lnTo>
                  <a:pt x="2368589" y="341981"/>
                </a:lnTo>
                <a:lnTo>
                  <a:pt x="2330122" y="363310"/>
                </a:lnTo>
                <a:lnTo>
                  <a:pt x="2295214" y="389649"/>
                </a:lnTo>
                <a:lnTo>
                  <a:pt x="2264349" y="420514"/>
                </a:lnTo>
                <a:lnTo>
                  <a:pt x="2238010" y="455422"/>
                </a:lnTo>
                <a:lnTo>
                  <a:pt x="2216681" y="493889"/>
                </a:lnTo>
                <a:lnTo>
                  <a:pt x="2200847" y="535430"/>
                </a:lnTo>
                <a:lnTo>
                  <a:pt x="2190992" y="579561"/>
                </a:lnTo>
                <a:lnTo>
                  <a:pt x="2187599" y="625799"/>
                </a:lnTo>
                <a:lnTo>
                  <a:pt x="2184207" y="579561"/>
                </a:lnTo>
                <a:lnTo>
                  <a:pt x="2174352" y="535430"/>
                </a:lnTo>
                <a:lnTo>
                  <a:pt x="2158518" y="493889"/>
                </a:lnTo>
                <a:lnTo>
                  <a:pt x="2137189" y="455422"/>
                </a:lnTo>
                <a:lnTo>
                  <a:pt x="2110850" y="420514"/>
                </a:lnTo>
                <a:lnTo>
                  <a:pt x="2079985" y="389649"/>
                </a:lnTo>
                <a:lnTo>
                  <a:pt x="2045077" y="363310"/>
                </a:lnTo>
                <a:lnTo>
                  <a:pt x="2006610" y="341981"/>
                </a:lnTo>
                <a:lnTo>
                  <a:pt x="1965069" y="326147"/>
                </a:lnTo>
                <a:lnTo>
                  <a:pt x="1920938" y="316292"/>
                </a:lnTo>
                <a:lnTo>
                  <a:pt x="1874699" y="312899"/>
                </a:lnTo>
                <a:lnTo>
                  <a:pt x="312899" y="312899"/>
                </a:lnTo>
                <a:lnTo>
                  <a:pt x="266661" y="309507"/>
                </a:lnTo>
                <a:lnTo>
                  <a:pt x="222530" y="299652"/>
                </a:lnTo>
                <a:lnTo>
                  <a:pt x="180989" y="283818"/>
                </a:lnTo>
                <a:lnTo>
                  <a:pt x="142522" y="262489"/>
                </a:lnTo>
                <a:lnTo>
                  <a:pt x="107614" y="236150"/>
                </a:lnTo>
                <a:lnTo>
                  <a:pt x="76749" y="205285"/>
                </a:lnTo>
                <a:lnTo>
                  <a:pt x="50410" y="170377"/>
                </a:lnTo>
                <a:lnTo>
                  <a:pt x="29081" y="131910"/>
                </a:lnTo>
                <a:lnTo>
                  <a:pt x="13247" y="90369"/>
                </a:lnTo>
                <a:lnTo>
                  <a:pt x="3392" y="46238"/>
                </a:lnTo>
                <a:lnTo>
                  <a:pt x="0" y="0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59381" y="2521626"/>
            <a:ext cx="14171294" cy="474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0" algn="ctr">
              <a:lnSpc>
                <a:spcPct val="100000"/>
              </a:lnSpc>
              <a:spcBef>
                <a:spcPts val="100"/>
              </a:spcBef>
            </a:pPr>
            <a:r>
              <a:rPr sz="5600" dirty="0">
                <a:latin typeface="Tahoma"/>
                <a:cs typeface="Tahoma"/>
              </a:rPr>
              <a:t>The</a:t>
            </a:r>
            <a:r>
              <a:rPr sz="5600" spc="-670" dirty="0">
                <a:latin typeface="Tahoma"/>
                <a:cs typeface="Tahoma"/>
              </a:rPr>
              <a:t> </a:t>
            </a:r>
            <a:r>
              <a:rPr sz="5600" spc="30" dirty="0">
                <a:latin typeface="Tahoma"/>
                <a:cs typeface="Tahoma"/>
              </a:rPr>
              <a:t>teacher’s</a:t>
            </a:r>
            <a:r>
              <a:rPr sz="5600" spc="-670" dirty="0">
                <a:latin typeface="Tahoma"/>
                <a:cs typeface="Tahoma"/>
              </a:rPr>
              <a:t> </a:t>
            </a:r>
            <a:r>
              <a:rPr sz="5600" spc="-20" dirty="0">
                <a:latin typeface="Tahoma"/>
                <a:cs typeface="Tahoma"/>
              </a:rPr>
              <a:t>book?</a:t>
            </a:r>
            <a:endParaRPr sz="5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600" dirty="0">
                <a:solidFill>
                  <a:srgbClr val="FF9D3B"/>
                </a:solidFill>
                <a:latin typeface="Tahoma"/>
                <a:cs typeface="Tahoma"/>
              </a:rPr>
              <a:t>The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50" dirty="0">
                <a:solidFill>
                  <a:srgbClr val="FF9D3B"/>
                </a:solidFill>
                <a:latin typeface="Tahoma"/>
                <a:cs typeface="Tahoma"/>
              </a:rPr>
              <a:t>teacher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10" dirty="0">
                <a:solidFill>
                  <a:srgbClr val="FF9D3B"/>
                </a:solidFill>
                <a:latin typeface="Tahoma"/>
                <a:cs typeface="Tahoma"/>
              </a:rPr>
              <a:t>taught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60" dirty="0">
                <a:solidFill>
                  <a:srgbClr val="FF9D3B"/>
                </a:solidFill>
                <a:latin typeface="Tahoma"/>
                <a:cs typeface="Tahoma"/>
              </a:rPr>
              <a:t>the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50" dirty="0">
                <a:solidFill>
                  <a:srgbClr val="FF9D3B"/>
                </a:solidFill>
                <a:latin typeface="Tahoma"/>
                <a:cs typeface="Tahoma"/>
              </a:rPr>
              <a:t>student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120" dirty="0">
                <a:solidFill>
                  <a:srgbClr val="FF9D3B"/>
                </a:solidFill>
                <a:latin typeface="Tahoma"/>
                <a:cs typeface="Tahoma"/>
              </a:rPr>
              <a:t>with</a:t>
            </a:r>
            <a:r>
              <a:rPr sz="5600" spc="-665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60" dirty="0">
                <a:solidFill>
                  <a:srgbClr val="FF9D3B"/>
                </a:solidFill>
                <a:latin typeface="Tahoma"/>
                <a:cs typeface="Tahoma"/>
              </a:rPr>
              <a:t>the</a:t>
            </a:r>
            <a:r>
              <a:rPr sz="5600" spc="-670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5600" spc="-40" dirty="0">
                <a:solidFill>
                  <a:srgbClr val="FF9D3B"/>
                </a:solidFill>
                <a:latin typeface="Tahoma"/>
                <a:cs typeface="Tahoma"/>
              </a:rPr>
              <a:t>book.</a:t>
            </a:r>
            <a:endParaRPr sz="5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950">
              <a:latin typeface="Tahoma"/>
              <a:cs typeface="Tahoma"/>
            </a:endParaRPr>
          </a:p>
          <a:p>
            <a:pPr marL="7647305">
              <a:lnSpc>
                <a:spcPct val="100000"/>
              </a:lnSpc>
            </a:pPr>
            <a:r>
              <a:rPr sz="5600" dirty="0">
                <a:latin typeface="Tahoma"/>
                <a:cs typeface="Tahoma"/>
              </a:rPr>
              <a:t>The</a:t>
            </a:r>
            <a:r>
              <a:rPr sz="5600" spc="-670" dirty="0">
                <a:latin typeface="Tahoma"/>
                <a:cs typeface="Tahoma"/>
              </a:rPr>
              <a:t> </a:t>
            </a:r>
            <a:r>
              <a:rPr sz="5600" spc="30" dirty="0">
                <a:latin typeface="Tahoma"/>
                <a:cs typeface="Tahoma"/>
              </a:rPr>
              <a:t>student’s</a:t>
            </a:r>
            <a:r>
              <a:rPr sz="5600" spc="-670" dirty="0">
                <a:latin typeface="Tahoma"/>
                <a:cs typeface="Tahoma"/>
              </a:rPr>
              <a:t> </a:t>
            </a:r>
            <a:r>
              <a:rPr sz="5600" spc="-20" dirty="0">
                <a:latin typeface="Tahoma"/>
                <a:cs typeface="Tahoma"/>
              </a:rPr>
              <a:t>book?</a:t>
            </a:r>
            <a:endParaRPr sz="5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72705"/>
            <a:ext cx="18288000" cy="8014334"/>
            <a:chOff x="0" y="2272705"/>
            <a:chExt cx="18288000" cy="80143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25" y="2272705"/>
              <a:ext cx="9819844" cy="69052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50" y="2358430"/>
              <a:ext cx="9648394" cy="67337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4703" y="922151"/>
            <a:ext cx="5421377" cy="79193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3414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Self-attention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06800" y="2333304"/>
            <a:ext cx="173990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ahoma"/>
                <a:cs typeface="Tahoma"/>
              </a:rPr>
              <a:t>The </a:t>
            </a:r>
            <a:r>
              <a:rPr sz="4000" spc="5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teacher  </a:t>
            </a:r>
            <a:r>
              <a:rPr sz="4000" spc="5" dirty="0">
                <a:latin typeface="Tahoma"/>
                <a:cs typeface="Tahoma"/>
              </a:rPr>
              <a:t>taught </a:t>
            </a:r>
            <a:r>
              <a:rPr sz="4000" spc="10" dirty="0">
                <a:latin typeface="Tahoma"/>
                <a:cs typeface="Tahoma"/>
              </a:rPr>
              <a:t> </a:t>
            </a:r>
            <a:r>
              <a:rPr sz="4000" spc="45" dirty="0">
                <a:latin typeface="Tahoma"/>
                <a:cs typeface="Tahoma"/>
              </a:rPr>
              <a:t>the </a:t>
            </a:r>
            <a:r>
              <a:rPr sz="4000" spc="50" dirty="0">
                <a:latin typeface="Tahoma"/>
                <a:cs typeface="Tahoma"/>
              </a:rPr>
              <a:t> </a:t>
            </a:r>
            <a:r>
              <a:rPr sz="4000" spc="30" dirty="0">
                <a:latin typeface="Tahoma"/>
                <a:cs typeface="Tahoma"/>
              </a:rPr>
              <a:t>student  </a:t>
            </a:r>
            <a:r>
              <a:rPr sz="4000" spc="85" dirty="0">
                <a:latin typeface="Tahoma"/>
                <a:cs typeface="Tahoma"/>
              </a:rPr>
              <a:t>with</a:t>
            </a:r>
            <a:endParaRPr sz="4000">
              <a:latin typeface="Tahoma"/>
              <a:cs typeface="Tahoma"/>
            </a:endParaRPr>
          </a:p>
          <a:p>
            <a:pPr marL="12700" marR="604520">
              <a:lnSpc>
                <a:spcPct val="100000"/>
              </a:lnSpc>
            </a:pPr>
            <a:r>
              <a:rPr sz="4000" spc="-75" dirty="0">
                <a:latin typeface="Tahoma"/>
                <a:cs typeface="Tahoma"/>
              </a:rPr>
              <a:t>a </a:t>
            </a:r>
            <a:r>
              <a:rPr sz="4000" spc="-70" dirty="0">
                <a:latin typeface="Tahoma"/>
                <a:cs typeface="Tahoma"/>
              </a:rPr>
              <a:t> </a:t>
            </a:r>
            <a:r>
              <a:rPr sz="4000" spc="55" dirty="0">
                <a:latin typeface="Tahoma"/>
                <a:cs typeface="Tahoma"/>
              </a:rPr>
              <a:t>book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4000" spc="-365" dirty="0">
                <a:latin typeface="Tahoma"/>
                <a:cs typeface="Tahoma"/>
              </a:rPr>
              <a:t>.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1470" y="2333304"/>
            <a:ext cx="173990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855344" algn="r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ahoma"/>
                <a:cs typeface="Tahoma"/>
              </a:rPr>
              <a:t>The  </a:t>
            </a:r>
            <a:r>
              <a:rPr sz="4000" spc="30" dirty="0">
                <a:latin typeface="Tahoma"/>
                <a:cs typeface="Tahoma"/>
              </a:rPr>
              <a:t>teacher  </a:t>
            </a:r>
            <a:r>
              <a:rPr sz="4000" spc="5" dirty="0">
                <a:latin typeface="Tahoma"/>
                <a:cs typeface="Tahoma"/>
              </a:rPr>
              <a:t>taught</a:t>
            </a:r>
            <a:endParaRPr sz="4000">
              <a:latin typeface="Tahoma"/>
              <a:cs typeface="Tahoma"/>
            </a:endParaRPr>
          </a:p>
          <a:p>
            <a:pPr marL="12700" marR="5080" indent="975994" algn="r">
              <a:lnSpc>
                <a:spcPct val="100000"/>
              </a:lnSpc>
            </a:pPr>
            <a:r>
              <a:rPr sz="4000" spc="35" dirty="0">
                <a:latin typeface="Tahoma"/>
                <a:cs typeface="Tahoma"/>
              </a:rPr>
              <a:t>the  student</a:t>
            </a:r>
            <a:endParaRPr sz="40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4000" spc="85" dirty="0">
                <a:latin typeface="Tahoma"/>
                <a:cs typeface="Tahoma"/>
              </a:rPr>
              <a:t>with</a:t>
            </a:r>
            <a:endParaRPr sz="4000">
              <a:latin typeface="Tahoma"/>
              <a:cs typeface="Tahoma"/>
            </a:endParaRPr>
          </a:p>
          <a:p>
            <a:pPr marL="611505" marR="5080" indent="857250" algn="r">
              <a:lnSpc>
                <a:spcPct val="100000"/>
              </a:lnSpc>
            </a:pPr>
            <a:r>
              <a:rPr sz="4000" spc="-55" dirty="0">
                <a:latin typeface="Tahoma"/>
                <a:cs typeface="Tahoma"/>
              </a:rPr>
              <a:t>a  </a:t>
            </a:r>
            <a:r>
              <a:rPr sz="4000" spc="55" dirty="0">
                <a:latin typeface="Tahoma"/>
                <a:cs typeface="Tahoma"/>
              </a:rPr>
              <a:t>book</a:t>
            </a:r>
            <a:endParaRPr sz="40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4000" spc="-365" dirty="0">
                <a:latin typeface="Tahoma"/>
                <a:cs typeface="Tahoma"/>
              </a:rPr>
              <a:t>.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89437" y="2689374"/>
            <a:ext cx="3061335" cy="5000625"/>
            <a:chOff x="7689437" y="2689374"/>
            <a:chExt cx="3061335" cy="5000625"/>
          </a:xfrm>
        </p:grpSpPr>
        <p:sp>
          <p:nvSpPr>
            <p:cNvPr id="10" name="object 10"/>
            <p:cNvSpPr/>
            <p:nvPr/>
          </p:nvSpPr>
          <p:spPr>
            <a:xfrm>
              <a:off x="7694200" y="2710674"/>
              <a:ext cx="2912745" cy="17145"/>
            </a:xfrm>
            <a:custGeom>
              <a:avLst/>
              <a:gdLst/>
              <a:ahLst/>
              <a:cxnLst/>
              <a:rect l="l" t="t" r="r" b="b"/>
              <a:pathLst>
                <a:path w="2912745" h="17144">
                  <a:moveTo>
                    <a:pt x="0" y="16799"/>
                  </a:moveTo>
                  <a:lnTo>
                    <a:pt x="29126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27875" y="2727474"/>
              <a:ext cx="2892425" cy="4885055"/>
            </a:xfrm>
            <a:custGeom>
              <a:avLst/>
              <a:gdLst/>
              <a:ahLst/>
              <a:cxnLst/>
              <a:rect l="l" t="t" r="r" b="b"/>
              <a:pathLst>
                <a:path w="2892425" h="4885055">
                  <a:moveTo>
                    <a:pt x="0" y="0"/>
                  </a:moveTo>
                  <a:lnTo>
                    <a:pt x="2891999" y="48848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27875" y="2727474"/>
              <a:ext cx="2912745" cy="606425"/>
            </a:xfrm>
            <a:custGeom>
              <a:avLst/>
              <a:gdLst/>
              <a:ahLst/>
              <a:cxnLst/>
              <a:rect l="l" t="t" r="r" b="b"/>
              <a:pathLst>
                <a:path w="2912745" h="606425">
                  <a:moveTo>
                    <a:pt x="0" y="0"/>
                  </a:moveTo>
                  <a:lnTo>
                    <a:pt x="2912699" y="605999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7875" y="2710649"/>
              <a:ext cx="2946400" cy="1229360"/>
            </a:xfrm>
            <a:custGeom>
              <a:avLst/>
              <a:gdLst/>
              <a:ahLst/>
              <a:cxnLst/>
              <a:rect l="l" t="t" r="r" b="b"/>
              <a:pathLst>
                <a:path w="2946400" h="1229360">
                  <a:moveTo>
                    <a:pt x="0" y="0"/>
                  </a:moveTo>
                  <a:lnTo>
                    <a:pt x="2946299" y="12290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61550" y="2710649"/>
              <a:ext cx="2896235" cy="1835150"/>
            </a:xfrm>
            <a:custGeom>
              <a:avLst/>
              <a:gdLst/>
              <a:ahLst/>
              <a:cxnLst/>
              <a:rect l="l" t="t" r="r" b="b"/>
              <a:pathLst>
                <a:path w="2896234" h="1835150">
                  <a:moveTo>
                    <a:pt x="0" y="0"/>
                  </a:moveTo>
                  <a:lnTo>
                    <a:pt x="2895899" y="18350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44725" y="2727474"/>
              <a:ext cx="2912745" cy="4293870"/>
            </a:xfrm>
            <a:custGeom>
              <a:avLst/>
              <a:gdLst/>
              <a:ahLst/>
              <a:cxnLst/>
              <a:rect l="l" t="t" r="r" b="b"/>
              <a:pathLst>
                <a:path w="2912745" h="4293870">
                  <a:moveTo>
                    <a:pt x="16849" y="124"/>
                  </a:moveTo>
                  <a:lnTo>
                    <a:pt x="2889049" y="2416024"/>
                  </a:lnTo>
                </a:path>
                <a:path w="2912745" h="4293870">
                  <a:moveTo>
                    <a:pt x="0" y="0"/>
                  </a:moveTo>
                  <a:lnTo>
                    <a:pt x="2912699" y="3080999"/>
                  </a:lnTo>
                </a:path>
                <a:path w="2912745" h="4293870">
                  <a:moveTo>
                    <a:pt x="0" y="0"/>
                  </a:moveTo>
                  <a:lnTo>
                    <a:pt x="2895899" y="3670199"/>
                  </a:lnTo>
                </a:path>
                <a:path w="2912745" h="4293870">
                  <a:moveTo>
                    <a:pt x="16824" y="0"/>
                  </a:moveTo>
                  <a:lnTo>
                    <a:pt x="2895924" y="42932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49550" y="2710599"/>
              <a:ext cx="2857500" cy="1216025"/>
            </a:xfrm>
            <a:custGeom>
              <a:avLst/>
              <a:gdLst/>
              <a:ahLst/>
              <a:cxnLst/>
              <a:rect l="l" t="t" r="r" b="b"/>
              <a:pathLst>
                <a:path w="2857500" h="1216025">
                  <a:moveTo>
                    <a:pt x="0" y="1215599"/>
                  </a:moveTo>
                  <a:lnTo>
                    <a:pt x="28574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00975" y="3926199"/>
              <a:ext cx="2819400" cy="3686175"/>
            </a:xfrm>
            <a:custGeom>
              <a:avLst/>
              <a:gdLst/>
              <a:ahLst/>
              <a:cxnLst/>
              <a:rect l="l" t="t" r="r" b="b"/>
              <a:pathLst>
                <a:path w="2819400" h="3686175">
                  <a:moveTo>
                    <a:pt x="0" y="0"/>
                  </a:moveTo>
                  <a:lnTo>
                    <a:pt x="2818799" y="36860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6675" y="3333700"/>
              <a:ext cx="2907665" cy="606425"/>
            </a:xfrm>
            <a:custGeom>
              <a:avLst/>
              <a:gdLst/>
              <a:ahLst/>
              <a:cxnLst/>
              <a:rect l="l" t="t" r="r" b="b"/>
              <a:pathLst>
                <a:path w="2907665" h="606425">
                  <a:moveTo>
                    <a:pt x="17149" y="592499"/>
                  </a:moveTo>
                  <a:lnTo>
                    <a:pt x="2874049" y="0"/>
                  </a:lnTo>
                </a:path>
                <a:path w="2907665" h="606425">
                  <a:moveTo>
                    <a:pt x="0" y="592499"/>
                  </a:moveTo>
                  <a:lnTo>
                    <a:pt x="2907599" y="605999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66675" y="3926199"/>
              <a:ext cx="2891155" cy="619760"/>
            </a:xfrm>
            <a:custGeom>
              <a:avLst/>
              <a:gdLst/>
              <a:ahLst/>
              <a:cxnLst/>
              <a:rect l="l" t="t" r="r" b="b"/>
              <a:pathLst>
                <a:path w="2891154" h="619760">
                  <a:moveTo>
                    <a:pt x="0" y="0"/>
                  </a:moveTo>
                  <a:lnTo>
                    <a:pt x="2890799" y="6194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00875" y="3926124"/>
              <a:ext cx="2833370" cy="1217930"/>
            </a:xfrm>
            <a:custGeom>
              <a:avLst/>
              <a:gdLst/>
              <a:ahLst/>
              <a:cxnLst/>
              <a:rect l="l" t="t" r="r" b="b"/>
              <a:pathLst>
                <a:path w="2833370" h="1217929">
                  <a:moveTo>
                    <a:pt x="0" y="0"/>
                  </a:moveTo>
                  <a:lnTo>
                    <a:pt x="2832899" y="1217399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83825" y="3909049"/>
              <a:ext cx="2874010" cy="2489200"/>
            </a:xfrm>
            <a:custGeom>
              <a:avLst/>
              <a:gdLst/>
              <a:ahLst/>
              <a:cxnLst/>
              <a:rect l="l" t="t" r="r" b="b"/>
              <a:pathLst>
                <a:path w="2874009" h="2489200">
                  <a:moveTo>
                    <a:pt x="0" y="0"/>
                  </a:moveTo>
                  <a:lnTo>
                    <a:pt x="2873699" y="1899599"/>
                  </a:lnTo>
                </a:path>
                <a:path w="2874009" h="2489200">
                  <a:moveTo>
                    <a:pt x="0" y="17149"/>
                  </a:moveTo>
                  <a:lnTo>
                    <a:pt x="2856899" y="24888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83825" y="3926199"/>
              <a:ext cx="2857500" cy="3094990"/>
            </a:xfrm>
            <a:custGeom>
              <a:avLst/>
              <a:gdLst/>
              <a:ahLst/>
              <a:cxnLst/>
              <a:rect l="l" t="t" r="r" b="b"/>
              <a:pathLst>
                <a:path w="2857500" h="3094990">
                  <a:moveTo>
                    <a:pt x="0" y="0"/>
                  </a:moveTo>
                  <a:lnTo>
                    <a:pt x="2856899" y="30947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83825" y="2710724"/>
              <a:ext cx="2823845" cy="1833245"/>
            </a:xfrm>
            <a:custGeom>
              <a:avLst/>
              <a:gdLst/>
              <a:ahLst/>
              <a:cxnLst/>
              <a:rect l="l" t="t" r="r" b="b"/>
              <a:pathLst>
                <a:path w="2823845" h="1833245">
                  <a:moveTo>
                    <a:pt x="0" y="1832699"/>
                  </a:moveTo>
                  <a:lnTo>
                    <a:pt x="28232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00975" y="4543425"/>
              <a:ext cx="2819400" cy="3069590"/>
            </a:xfrm>
            <a:custGeom>
              <a:avLst/>
              <a:gdLst/>
              <a:ahLst/>
              <a:cxnLst/>
              <a:rect l="l" t="t" r="r" b="b"/>
              <a:pathLst>
                <a:path w="2819400" h="3069590">
                  <a:moveTo>
                    <a:pt x="0" y="0"/>
                  </a:moveTo>
                  <a:lnTo>
                    <a:pt x="2818799" y="30689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00975" y="3333774"/>
              <a:ext cx="2840355" cy="1192530"/>
            </a:xfrm>
            <a:custGeom>
              <a:avLst/>
              <a:gdLst/>
              <a:ahLst/>
              <a:cxnLst/>
              <a:rect l="l" t="t" r="r" b="b"/>
              <a:pathLst>
                <a:path w="2840354" h="1192529">
                  <a:moveTo>
                    <a:pt x="0" y="1192499"/>
                  </a:moveTo>
                  <a:lnTo>
                    <a:pt x="28397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83825" y="3939825"/>
              <a:ext cx="2890520" cy="603885"/>
            </a:xfrm>
            <a:custGeom>
              <a:avLst/>
              <a:gdLst/>
              <a:ahLst/>
              <a:cxnLst/>
              <a:rect l="l" t="t" r="r" b="b"/>
              <a:pathLst>
                <a:path w="2890520" h="603885">
                  <a:moveTo>
                    <a:pt x="0" y="603599"/>
                  </a:moveTo>
                  <a:lnTo>
                    <a:pt x="2890499" y="0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83825" y="4543425"/>
              <a:ext cx="2874010" cy="2540"/>
            </a:xfrm>
            <a:custGeom>
              <a:avLst/>
              <a:gdLst/>
              <a:ahLst/>
              <a:cxnLst/>
              <a:rect l="l" t="t" r="r" b="b"/>
              <a:pathLst>
                <a:path w="2874009" h="2539">
                  <a:moveTo>
                    <a:pt x="0" y="0"/>
                  </a:moveTo>
                  <a:lnTo>
                    <a:pt x="2873699" y="23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35275" y="4543400"/>
              <a:ext cx="2798445" cy="600075"/>
            </a:xfrm>
            <a:custGeom>
              <a:avLst/>
              <a:gdLst/>
              <a:ahLst/>
              <a:cxnLst/>
              <a:rect l="l" t="t" r="r" b="b"/>
              <a:pathLst>
                <a:path w="2798445" h="600075">
                  <a:moveTo>
                    <a:pt x="0" y="0"/>
                  </a:moveTo>
                  <a:lnTo>
                    <a:pt x="2798399" y="599999"/>
                  </a:lnTo>
                </a:path>
              </a:pathLst>
            </a:custGeom>
            <a:ln w="1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00975" y="4543425"/>
              <a:ext cx="2856865" cy="1854835"/>
            </a:xfrm>
            <a:custGeom>
              <a:avLst/>
              <a:gdLst/>
              <a:ahLst/>
              <a:cxnLst/>
              <a:rect l="l" t="t" r="r" b="b"/>
              <a:pathLst>
                <a:path w="2856865" h="1854835">
                  <a:moveTo>
                    <a:pt x="17149" y="0"/>
                  </a:moveTo>
                  <a:lnTo>
                    <a:pt x="2856649" y="1265099"/>
                  </a:lnTo>
                </a:path>
                <a:path w="2856865" h="1854835">
                  <a:moveTo>
                    <a:pt x="0" y="0"/>
                  </a:moveTo>
                  <a:lnTo>
                    <a:pt x="2839799" y="18545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00975" y="4543425"/>
              <a:ext cx="2840355" cy="2477770"/>
            </a:xfrm>
            <a:custGeom>
              <a:avLst/>
              <a:gdLst/>
              <a:ahLst/>
              <a:cxnLst/>
              <a:rect l="l" t="t" r="r" b="b"/>
              <a:pathLst>
                <a:path w="2840354" h="2477770">
                  <a:moveTo>
                    <a:pt x="0" y="0"/>
                  </a:moveTo>
                  <a:lnTo>
                    <a:pt x="2839799" y="24776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6225" y="2710774"/>
              <a:ext cx="2811145" cy="3042285"/>
            </a:xfrm>
            <a:custGeom>
              <a:avLst/>
              <a:gdLst/>
              <a:ahLst/>
              <a:cxnLst/>
              <a:rect l="l" t="t" r="r" b="b"/>
              <a:pathLst>
                <a:path w="2811145" h="3042285">
                  <a:moveTo>
                    <a:pt x="0" y="3041999"/>
                  </a:moveTo>
                  <a:lnTo>
                    <a:pt x="28109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813025" y="5744374"/>
              <a:ext cx="2804160" cy="1873250"/>
            </a:xfrm>
            <a:custGeom>
              <a:avLst/>
              <a:gdLst/>
              <a:ahLst/>
              <a:cxnLst/>
              <a:rect l="l" t="t" r="r" b="b"/>
              <a:pathLst>
                <a:path w="2804159" h="1873250">
                  <a:moveTo>
                    <a:pt x="0" y="0"/>
                  </a:moveTo>
                  <a:lnTo>
                    <a:pt x="2804099" y="18731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96225" y="3333874"/>
              <a:ext cx="2844800" cy="2414905"/>
            </a:xfrm>
            <a:custGeom>
              <a:avLst/>
              <a:gdLst/>
              <a:ahLst/>
              <a:cxnLst/>
              <a:rect l="l" t="t" r="r" b="b"/>
              <a:pathLst>
                <a:path w="2844800" h="2414904">
                  <a:moveTo>
                    <a:pt x="0" y="2414699"/>
                  </a:moveTo>
                  <a:lnTo>
                    <a:pt x="28445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08825" y="3939875"/>
              <a:ext cx="2865755" cy="1809114"/>
            </a:xfrm>
            <a:custGeom>
              <a:avLst/>
              <a:gdLst/>
              <a:ahLst/>
              <a:cxnLst/>
              <a:rect l="l" t="t" r="r" b="b"/>
              <a:pathLst>
                <a:path w="2865754" h="1809114">
                  <a:moveTo>
                    <a:pt x="0" y="1808699"/>
                  </a:moveTo>
                  <a:lnTo>
                    <a:pt x="2865599" y="0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04625" y="4545875"/>
              <a:ext cx="2853055" cy="1198880"/>
            </a:xfrm>
            <a:custGeom>
              <a:avLst/>
              <a:gdLst/>
              <a:ahLst/>
              <a:cxnLst/>
              <a:rect l="l" t="t" r="r" b="b"/>
              <a:pathLst>
                <a:path w="2853054" h="1198879">
                  <a:moveTo>
                    <a:pt x="0" y="1198499"/>
                  </a:moveTo>
                  <a:lnTo>
                    <a:pt x="28529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04675" y="5143425"/>
              <a:ext cx="2829560" cy="596900"/>
            </a:xfrm>
            <a:custGeom>
              <a:avLst/>
              <a:gdLst/>
              <a:ahLst/>
              <a:cxnLst/>
              <a:rect l="l" t="t" r="r" b="b"/>
              <a:pathLst>
                <a:path w="2829559" h="596900">
                  <a:moveTo>
                    <a:pt x="0" y="596699"/>
                  </a:moveTo>
                  <a:lnTo>
                    <a:pt x="2828999" y="0"/>
                  </a:lnTo>
                </a:path>
              </a:pathLst>
            </a:custGeom>
            <a:ln w="1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04625" y="5744374"/>
              <a:ext cx="2853055" cy="654050"/>
            </a:xfrm>
            <a:custGeom>
              <a:avLst/>
              <a:gdLst/>
              <a:ahLst/>
              <a:cxnLst/>
              <a:rect l="l" t="t" r="r" b="b"/>
              <a:pathLst>
                <a:path w="2853054" h="654050">
                  <a:moveTo>
                    <a:pt x="0" y="4199"/>
                  </a:moveTo>
                  <a:lnTo>
                    <a:pt x="2852999" y="64199"/>
                  </a:lnTo>
                </a:path>
                <a:path w="2853054" h="654050">
                  <a:moveTo>
                    <a:pt x="4199" y="0"/>
                  </a:moveTo>
                  <a:lnTo>
                    <a:pt x="2836199" y="6536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17225" y="5744374"/>
              <a:ext cx="2823845" cy="1276985"/>
            </a:xfrm>
            <a:custGeom>
              <a:avLst/>
              <a:gdLst/>
              <a:ahLst/>
              <a:cxnLst/>
              <a:rect l="l" t="t" r="r" b="b"/>
              <a:pathLst>
                <a:path w="2823845" h="1276984">
                  <a:moveTo>
                    <a:pt x="0" y="0"/>
                  </a:moveTo>
                  <a:lnTo>
                    <a:pt x="2823599" y="12767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96225" y="2710774"/>
              <a:ext cx="2811145" cy="3667760"/>
            </a:xfrm>
            <a:custGeom>
              <a:avLst/>
              <a:gdLst/>
              <a:ahLst/>
              <a:cxnLst/>
              <a:rect l="l" t="t" r="r" b="b"/>
              <a:pathLst>
                <a:path w="2811145" h="3667760">
                  <a:moveTo>
                    <a:pt x="0" y="3667199"/>
                  </a:moveTo>
                  <a:lnTo>
                    <a:pt x="28109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17225" y="6382175"/>
              <a:ext cx="2802890" cy="1238250"/>
            </a:xfrm>
            <a:custGeom>
              <a:avLst/>
              <a:gdLst/>
              <a:ahLst/>
              <a:cxnLst/>
              <a:rect l="l" t="t" r="r" b="b"/>
              <a:pathLst>
                <a:path w="2802890" h="1238250">
                  <a:moveTo>
                    <a:pt x="0" y="0"/>
                  </a:moveTo>
                  <a:lnTo>
                    <a:pt x="2802599" y="12377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00425" y="3333874"/>
              <a:ext cx="2840990" cy="3044190"/>
            </a:xfrm>
            <a:custGeom>
              <a:avLst/>
              <a:gdLst/>
              <a:ahLst/>
              <a:cxnLst/>
              <a:rect l="l" t="t" r="r" b="b"/>
              <a:pathLst>
                <a:path w="2840990" h="3044190">
                  <a:moveTo>
                    <a:pt x="0" y="3044099"/>
                  </a:moveTo>
                  <a:lnTo>
                    <a:pt x="28403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800425" y="3939875"/>
              <a:ext cx="2874010" cy="2442845"/>
            </a:xfrm>
            <a:custGeom>
              <a:avLst/>
              <a:gdLst/>
              <a:ahLst/>
              <a:cxnLst/>
              <a:rect l="l" t="t" r="r" b="b"/>
              <a:pathLst>
                <a:path w="2874009" h="2442845">
                  <a:moveTo>
                    <a:pt x="0" y="2442299"/>
                  </a:moveTo>
                  <a:lnTo>
                    <a:pt x="2873999" y="0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00425" y="4545875"/>
              <a:ext cx="2857500" cy="1832610"/>
            </a:xfrm>
            <a:custGeom>
              <a:avLst/>
              <a:gdLst/>
              <a:ahLst/>
              <a:cxnLst/>
              <a:rect l="l" t="t" r="r" b="b"/>
              <a:pathLst>
                <a:path w="2857500" h="1832610">
                  <a:moveTo>
                    <a:pt x="0" y="1832099"/>
                  </a:moveTo>
                  <a:lnTo>
                    <a:pt x="2857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00525" y="5143549"/>
              <a:ext cx="2833370" cy="1238885"/>
            </a:xfrm>
            <a:custGeom>
              <a:avLst/>
              <a:gdLst/>
              <a:ahLst/>
              <a:cxnLst/>
              <a:rect l="l" t="t" r="r" b="b"/>
              <a:pathLst>
                <a:path w="2833370" h="1238885">
                  <a:moveTo>
                    <a:pt x="0" y="1238699"/>
                  </a:moveTo>
                  <a:lnTo>
                    <a:pt x="2833199" y="0"/>
                  </a:lnTo>
                </a:path>
              </a:pathLst>
            </a:custGeom>
            <a:ln w="1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00425" y="5808574"/>
              <a:ext cx="2857500" cy="589915"/>
            </a:xfrm>
            <a:custGeom>
              <a:avLst/>
              <a:gdLst/>
              <a:ahLst/>
              <a:cxnLst/>
              <a:rect l="l" t="t" r="r" b="b"/>
              <a:pathLst>
                <a:path w="2857500" h="589914">
                  <a:moveTo>
                    <a:pt x="0" y="573599"/>
                  </a:moveTo>
                  <a:lnTo>
                    <a:pt x="2857199" y="0"/>
                  </a:lnTo>
                </a:path>
                <a:path w="2857500" h="589914">
                  <a:moveTo>
                    <a:pt x="0" y="573599"/>
                  </a:moveTo>
                  <a:lnTo>
                    <a:pt x="2840399" y="5894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13025" y="6386374"/>
              <a:ext cx="2828290" cy="635000"/>
            </a:xfrm>
            <a:custGeom>
              <a:avLst/>
              <a:gdLst/>
              <a:ahLst/>
              <a:cxnLst/>
              <a:rect l="l" t="t" r="r" b="b"/>
              <a:pathLst>
                <a:path w="2828290" h="635000">
                  <a:moveTo>
                    <a:pt x="0" y="0"/>
                  </a:moveTo>
                  <a:lnTo>
                    <a:pt x="2827799" y="6347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96225" y="2710799"/>
              <a:ext cx="2811145" cy="4909820"/>
            </a:xfrm>
            <a:custGeom>
              <a:avLst/>
              <a:gdLst/>
              <a:ahLst/>
              <a:cxnLst/>
              <a:rect l="l" t="t" r="r" b="b"/>
              <a:pathLst>
                <a:path w="2811145" h="4909820">
                  <a:moveTo>
                    <a:pt x="0" y="4909199"/>
                  </a:moveTo>
                  <a:lnTo>
                    <a:pt x="28109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47425" y="7620000"/>
              <a:ext cx="2763520" cy="1270"/>
            </a:xfrm>
            <a:custGeom>
              <a:avLst/>
              <a:gdLst/>
              <a:ahLst/>
              <a:cxnLst/>
              <a:rect l="l" t="t" r="r" b="b"/>
              <a:pathLst>
                <a:path w="2763520" h="1270">
                  <a:moveTo>
                    <a:pt x="0" y="899"/>
                  </a:moveTo>
                  <a:lnTo>
                    <a:pt x="27632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796225" y="3333899"/>
              <a:ext cx="2844800" cy="4282440"/>
            </a:xfrm>
            <a:custGeom>
              <a:avLst/>
              <a:gdLst/>
              <a:ahLst/>
              <a:cxnLst/>
              <a:rect l="l" t="t" r="r" b="b"/>
              <a:pathLst>
                <a:path w="2844800" h="4282440">
                  <a:moveTo>
                    <a:pt x="0" y="4281899"/>
                  </a:moveTo>
                  <a:lnTo>
                    <a:pt x="28445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796225" y="3939900"/>
              <a:ext cx="2878455" cy="3684904"/>
            </a:xfrm>
            <a:custGeom>
              <a:avLst/>
              <a:gdLst/>
              <a:ahLst/>
              <a:cxnLst/>
              <a:rect l="l" t="t" r="r" b="b"/>
              <a:pathLst>
                <a:path w="2878454" h="3684904">
                  <a:moveTo>
                    <a:pt x="0" y="3684299"/>
                  </a:moveTo>
                  <a:lnTo>
                    <a:pt x="2878199" y="0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96225" y="4545900"/>
              <a:ext cx="2861945" cy="3086735"/>
            </a:xfrm>
            <a:custGeom>
              <a:avLst/>
              <a:gdLst/>
              <a:ahLst/>
              <a:cxnLst/>
              <a:rect l="l" t="t" r="r" b="b"/>
              <a:pathLst>
                <a:path w="2861945" h="3086734">
                  <a:moveTo>
                    <a:pt x="0" y="3086699"/>
                  </a:moveTo>
                  <a:lnTo>
                    <a:pt x="28613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800525" y="5143549"/>
              <a:ext cx="2833370" cy="2489200"/>
            </a:xfrm>
            <a:custGeom>
              <a:avLst/>
              <a:gdLst/>
              <a:ahLst/>
              <a:cxnLst/>
              <a:rect l="l" t="t" r="r" b="b"/>
              <a:pathLst>
                <a:path w="2833370" h="2489200">
                  <a:moveTo>
                    <a:pt x="0" y="2489099"/>
                  </a:moveTo>
                  <a:lnTo>
                    <a:pt x="2833199" y="0"/>
                  </a:lnTo>
                </a:path>
              </a:pathLst>
            </a:custGeom>
            <a:ln w="1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800425" y="5808574"/>
              <a:ext cx="2857500" cy="1828800"/>
            </a:xfrm>
            <a:custGeom>
              <a:avLst/>
              <a:gdLst/>
              <a:ahLst/>
              <a:cxnLst/>
              <a:rect l="l" t="t" r="r" b="b"/>
              <a:pathLst>
                <a:path w="2857500" h="1828800">
                  <a:moveTo>
                    <a:pt x="0" y="1828199"/>
                  </a:moveTo>
                  <a:lnTo>
                    <a:pt x="2857199" y="0"/>
                  </a:lnTo>
                </a:path>
                <a:path w="2857500" h="1828800">
                  <a:moveTo>
                    <a:pt x="0" y="1828199"/>
                  </a:moveTo>
                  <a:lnTo>
                    <a:pt x="2840399" y="5894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00425" y="7021174"/>
              <a:ext cx="2840990" cy="624205"/>
            </a:xfrm>
            <a:custGeom>
              <a:avLst/>
              <a:gdLst/>
              <a:ahLst/>
              <a:cxnLst/>
              <a:rect l="l" t="t" r="r" b="b"/>
              <a:pathLst>
                <a:path w="2840990" h="624204">
                  <a:moveTo>
                    <a:pt x="0" y="623999"/>
                  </a:moveTo>
                  <a:lnTo>
                    <a:pt x="28403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796225" y="2710799"/>
              <a:ext cx="2811145" cy="4267200"/>
            </a:xfrm>
            <a:custGeom>
              <a:avLst/>
              <a:gdLst/>
              <a:ahLst/>
              <a:cxnLst/>
              <a:rect l="l" t="t" r="r" b="b"/>
              <a:pathLst>
                <a:path w="2811145" h="4267200">
                  <a:moveTo>
                    <a:pt x="0" y="4267199"/>
                  </a:moveTo>
                  <a:lnTo>
                    <a:pt x="28109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813025" y="6978000"/>
              <a:ext cx="2812415" cy="642620"/>
            </a:xfrm>
            <a:custGeom>
              <a:avLst/>
              <a:gdLst/>
              <a:ahLst/>
              <a:cxnLst/>
              <a:rect l="l" t="t" r="r" b="b"/>
              <a:pathLst>
                <a:path w="2812415" h="642620">
                  <a:moveTo>
                    <a:pt x="0" y="0"/>
                  </a:moveTo>
                  <a:lnTo>
                    <a:pt x="2811899" y="6419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96225" y="3333899"/>
              <a:ext cx="2844800" cy="3648710"/>
            </a:xfrm>
            <a:custGeom>
              <a:avLst/>
              <a:gdLst/>
              <a:ahLst/>
              <a:cxnLst/>
              <a:rect l="l" t="t" r="r" b="b"/>
              <a:pathLst>
                <a:path w="2844800" h="3648709">
                  <a:moveTo>
                    <a:pt x="0" y="3648299"/>
                  </a:moveTo>
                  <a:lnTo>
                    <a:pt x="2844599" y="0"/>
                  </a:lnTo>
                </a:path>
              </a:pathLst>
            </a:custGeom>
            <a:ln w="114299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96225" y="3939900"/>
              <a:ext cx="2878455" cy="3046730"/>
            </a:xfrm>
            <a:custGeom>
              <a:avLst/>
              <a:gdLst/>
              <a:ahLst/>
              <a:cxnLst/>
              <a:rect l="l" t="t" r="r" b="b"/>
              <a:pathLst>
                <a:path w="2878454" h="3046729">
                  <a:moveTo>
                    <a:pt x="0" y="3046499"/>
                  </a:moveTo>
                  <a:lnTo>
                    <a:pt x="2878199" y="0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800425" y="4545900"/>
              <a:ext cx="2857500" cy="2440940"/>
            </a:xfrm>
            <a:custGeom>
              <a:avLst/>
              <a:gdLst/>
              <a:ahLst/>
              <a:cxnLst/>
              <a:rect l="l" t="t" r="r" b="b"/>
              <a:pathLst>
                <a:path w="2857500" h="2440940">
                  <a:moveTo>
                    <a:pt x="0" y="2440499"/>
                  </a:moveTo>
                  <a:lnTo>
                    <a:pt x="2857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96275" y="5143450"/>
              <a:ext cx="2837815" cy="1843405"/>
            </a:xfrm>
            <a:custGeom>
              <a:avLst/>
              <a:gdLst/>
              <a:ahLst/>
              <a:cxnLst/>
              <a:rect l="l" t="t" r="r" b="b"/>
              <a:pathLst>
                <a:path w="2837815" h="1843404">
                  <a:moveTo>
                    <a:pt x="0" y="1842899"/>
                  </a:moveTo>
                  <a:lnTo>
                    <a:pt x="2837399" y="0"/>
                  </a:lnTo>
                </a:path>
              </a:pathLst>
            </a:custGeom>
            <a:ln w="114299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00425" y="5808599"/>
              <a:ext cx="2857500" cy="1182370"/>
            </a:xfrm>
            <a:custGeom>
              <a:avLst/>
              <a:gdLst/>
              <a:ahLst/>
              <a:cxnLst/>
              <a:rect l="l" t="t" r="r" b="b"/>
              <a:pathLst>
                <a:path w="2857500" h="1182370">
                  <a:moveTo>
                    <a:pt x="0" y="1181999"/>
                  </a:moveTo>
                  <a:lnTo>
                    <a:pt x="28571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00425" y="6398100"/>
              <a:ext cx="2840990" cy="593090"/>
            </a:xfrm>
            <a:custGeom>
              <a:avLst/>
              <a:gdLst/>
              <a:ahLst/>
              <a:cxnLst/>
              <a:rect l="l" t="t" r="r" b="b"/>
              <a:pathLst>
                <a:path w="2840990" h="593090">
                  <a:moveTo>
                    <a:pt x="0" y="592499"/>
                  </a:moveTo>
                  <a:lnTo>
                    <a:pt x="28403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96225" y="6978000"/>
              <a:ext cx="2844800" cy="43815"/>
            </a:xfrm>
            <a:custGeom>
              <a:avLst/>
              <a:gdLst/>
              <a:ahLst/>
              <a:cxnLst/>
              <a:rect l="l" t="t" r="r" b="b"/>
              <a:pathLst>
                <a:path w="2844800" h="43815">
                  <a:moveTo>
                    <a:pt x="0" y="0"/>
                  </a:moveTo>
                  <a:lnTo>
                    <a:pt x="2844599" y="43199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15250" y="2710574"/>
              <a:ext cx="2902585" cy="4902200"/>
            </a:xfrm>
            <a:custGeom>
              <a:avLst/>
              <a:gdLst/>
              <a:ahLst/>
              <a:cxnLst/>
              <a:rect l="l" t="t" r="r" b="b"/>
              <a:pathLst>
                <a:path w="2902584" h="4902200">
                  <a:moveTo>
                    <a:pt x="0" y="632699"/>
                  </a:moveTo>
                  <a:lnTo>
                    <a:pt x="2891699" y="0"/>
                  </a:lnTo>
                </a:path>
                <a:path w="2902584" h="4902200">
                  <a:moveTo>
                    <a:pt x="34299" y="615549"/>
                  </a:moveTo>
                  <a:lnTo>
                    <a:pt x="2901999" y="490194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66675" y="3326124"/>
              <a:ext cx="2874010" cy="7620"/>
            </a:xfrm>
            <a:custGeom>
              <a:avLst/>
              <a:gdLst/>
              <a:ahLst/>
              <a:cxnLst/>
              <a:rect l="l" t="t" r="r" b="b"/>
              <a:pathLst>
                <a:path w="2874009" h="7620">
                  <a:moveTo>
                    <a:pt x="0" y="0"/>
                  </a:moveTo>
                  <a:lnTo>
                    <a:pt x="2873999" y="7499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66675" y="3326124"/>
              <a:ext cx="2907665" cy="614045"/>
            </a:xfrm>
            <a:custGeom>
              <a:avLst/>
              <a:gdLst/>
              <a:ahLst/>
              <a:cxnLst/>
              <a:rect l="l" t="t" r="r" b="b"/>
              <a:pathLst>
                <a:path w="2907665" h="614045">
                  <a:moveTo>
                    <a:pt x="0" y="0"/>
                  </a:moveTo>
                  <a:lnTo>
                    <a:pt x="2907599" y="613499"/>
                  </a:lnTo>
                </a:path>
              </a:pathLst>
            </a:custGeom>
            <a:ln w="1523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66675" y="3326124"/>
              <a:ext cx="2891155" cy="1219835"/>
            </a:xfrm>
            <a:custGeom>
              <a:avLst/>
              <a:gdLst/>
              <a:ahLst/>
              <a:cxnLst/>
              <a:rect l="l" t="t" r="r" b="b"/>
              <a:pathLst>
                <a:path w="2891154" h="1219835">
                  <a:moveTo>
                    <a:pt x="0" y="0"/>
                  </a:moveTo>
                  <a:lnTo>
                    <a:pt x="2890799" y="12194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749550" y="3308975"/>
              <a:ext cx="2908300" cy="3089275"/>
            </a:xfrm>
            <a:custGeom>
              <a:avLst/>
              <a:gdLst/>
              <a:ahLst/>
              <a:cxnLst/>
              <a:rect l="l" t="t" r="r" b="b"/>
              <a:pathLst>
                <a:path w="2908300" h="3089275">
                  <a:moveTo>
                    <a:pt x="51424" y="34299"/>
                  </a:moveTo>
                  <a:lnTo>
                    <a:pt x="2884324" y="1834599"/>
                  </a:lnTo>
                </a:path>
                <a:path w="2908300" h="3089275">
                  <a:moveTo>
                    <a:pt x="17124" y="0"/>
                  </a:moveTo>
                  <a:lnTo>
                    <a:pt x="2907924" y="2499599"/>
                  </a:lnTo>
                </a:path>
                <a:path w="2908300" h="3089275">
                  <a:moveTo>
                    <a:pt x="0" y="0"/>
                  </a:moveTo>
                  <a:lnTo>
                    <a:pt x="2891099" y="30887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766675" y="3326124"/>
              <a:ext cx="2874010" cy="3695065"/>
            </a:xfrm>
            <a:custGeom>
              <a:avLst/>
              <a:gdLst/>
              <a:ahLst/>
              <a:cxnLst/>
              <a:rect l="l" t="t" r="r" b="b"/>
              <a:pathLst>
                <a:path w="2874009" h="3695065">
                  <a:moveTo>
                    <a:pt x="0" y="0"/>
                  </a:moveTo>
                  <a:lnTo>
                    <a:pt x="2873999" y="3694799"/>
                  </a:lnTo>
                </a:path>
              </a:pathLst>
            </a:custGeom>
            <a:ln w="114299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792025" y="2710749"/>
              <a:ext cx="2815590" cy="2425700"/>
            </a:xfrm>
            <a:custGeom>
              <a:avLst/>
              <a:gdLst/>
              <a:ahLst/>
              <a:cxnLst/>
              <a:rect l="l" t="t" r="r" b="b"/>
              <a:pathLst>
                <a:path w="2815590" h="2425700">
                  <a:moveTo>
                    <a:pt x="0" y="2425199"/>
                  </a:moveTo>
                  <a:lnTo>
                    <a:pt x="28151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804625" y="5140150"/>
              <a:ext cx="2818130" cy="2475230"/>
            </a:xfrm>
            <a:custGeom>
              <a:avLst/>
              <a:gdLst/>
              <a:ahLst/>
              <a:cxnLst/>
              <a:rect l="l" t="t" r="r" b="b"/>
              <a:pathLst>
                <a:path w="2818129" h="2475229">
                  <a:moveTo>
                    <a:pt x="0" y="0"/>
                  </a:moveTo>
                  <a:lnTo>
                    <a:pt x="2817599" y="24746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792025" y="3333849"/>
              <a:ext cx="2849245" cy="1802130"/>
            </a:xfrm>
            <a:custGeom>
              <a:avLst/>
              <a:gdLst/>
              <a:ahLst/>
              <a:cxnLst/>
              <a:rect l="l" t="t" r="r" b="b"/>
              <a:pathLst>
                <a:path w="2849245" h="1802129">
                  <a:moveTo>
                    <a:pt x="0" y="1802099"/>
                  </a:moveTo>
                  <a:lnTo>
                    <a:pt x="2848799" y="0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796225" y="3939850"/>
              <a:ext cx="2878455" cy="1196340"/>
            </a:xfrm>
            <a:custGeom>
              <a:avLst/>
              <a:gdLst/>
              <a:ahLst/>
              <a:cxnLst/>
              <a:rect l="l" t="t" r="r" b="b"/>
              <a:pathLst>
                <a:path w="2878454" h="1196339">
                  <a:moveTo>
                    <a:pt x="0" y="1196099"/>
                  </a:moveTo>
                  <a:lnTo>
                    <a:pt x="2878199" y="0"/>
                  </a:lnTo>
                </a:path>
              </a:pathLst>
            </a:custGeom>
            <a:ln w="1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800425" y="4545850"/>
              <a:ext cx="2857500" cy="586105"/>
            </a:xfrm>
            <a:custGeom>
              <a:avLst/>
              <a:gdLst/>
              <a:ahLst/>
              <a:cxnLst/>
              <a:rect l="l" t="t" r="r" b="b"/>
              <a:pathLst>
                <a:path w="2857500" h="586104">
                  <a:moveTo>
                    <a:pt x="0" y="585899"/>
                  </a:moveTo>
                  <a:lnTo>
                    <a:pt x="2857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92125" y="5136050"/>
              <a:ext cx="2841625" cy="7620"/>
            </a:xfrm>
            <a:custGeom>
              <a:avLst/>
              <a:gdLst/>
              <a:ahLst/>
              <a:cxnLst/>
              <a:rect l="l" t="t" r="r" b="b"/>
              <a:pathLst>
                <a:path w="2841625" h="7620">
                  <a:moveTo>
                    <a:pt x="0" y="0"/>
                  </a:moveTo>
                  <a:lnTo>
                    <a:pt x="2841599" y="7499"/>
                  </a:lnTo>
                </a:path>
              </a:pathLst>
            </a:custGeom>
            <a:ln w="1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08825" y="5144349"/>
              <a:ext cx="2849245" cy="1254125"/>
            </a:xfrm>
            <a:custGeom>
              <a:avLst/>
              <a:gdLst/>
              <a:ahLst/>
              <a:cxnLst/>
              <a:rect l="l" t="t" r="r" b="b"/>
              <a:pathLst>
                <a:path w="2849245" h="1254125">
                  <a:moveTo>
                    <a:pt x="0" y="0"/>
                  </a:moveTo>
                  <a:lnTo>
                    <a:pt x="2848799" y="664199"/>
                  </a:lnTo>
                </a:path>
                <a:path w="2849245" h="1254125">
                  <a:moveTo>
                    <a:pt x="0" y="0"/>
                  </a:moveTo>
                  <a:lnTo>
                    <a:pt x="2831999" y="12536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08825" y="5140150"/>
              <a:ext cx="2832100" cy="1881505"/>
            </a:xfrm>
            <a:custGeom>
              <a:avLst/>
              <a:gdLst/>
              <a:ahLst/>
              <a:cxnLst/>
              <a:rect l="l" t="t" r="r" b="b"/>
              <a:pathLst>
                <a:path w="2832100" h="1881504">
                  <a:moveTo>
                    <a:pt x="0" y="0"/>
                  </a:moveTo>
                  <a:lnTo>
                    <a:pt x="2831999" y="1880999"/>
                  </a:lnTo>
                </a:path>
              </a:pathLst>
            </a:custGeom>
            <a:ln w="152399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930232" y="2643586"/>
            <a:ext cx="4142104" cy="4083685"/>
            <a:chOff x="6930232" y="2643586"/>
            <a:chExt cx="4142104" cy="4083685"/>
          </a:xfrm>
        </p:grpSpPr>
        <p:sp>
          <p:nvSpPr>
            <p:cNvPr id="8" name="object 8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9956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59956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68608" y="4479144"/>
            <a:ext cx="3465195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66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Decoder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b="1" spc="-5" dirty="0">
                <a:latin typeface="Arial"/>
                <a:cs typeface="Arial"/>
              </a:rPr>
              <a:t>Encoder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14" name="object 14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18" name="object 18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22" name="object 22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881532" y="779536"/>
            <a:ext cx="3446145" cy="7957820"/>
            <a:chOff x="7881532" y="779536"/>
            <a:chExt cx="3446145" cy="7957820"/>
          </a:xfrm>
        </p:grpSpPr>
        <p:sp>
          <p:nvSpPr>
            <p:cNvPr id="26" name="object 26"/>
            <p:cNvSpPr/>
            <p:nvPr/>
          </p:nvSpPr>
          <p:spPr>
            <a:xfrm>
              <a:off x="8052657" y="6834061"/>
              <a:ext cx="0" cy="569595"/>
            </a:xfrm>
            <a:custGeom>
              <a:avLst/>
              <a:gdLst/>
              <a:ahLst/>
              <a:cxnLst/>
              <a:rect l="l" t="t" r="r" b="b"/>
              <a:pathLst>
                <a:path h="569595">
                  <a:moveTo>
                    <a:pt x="0" y="5690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6738085"/>
              <a:ext cx="81980" cy="1055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05265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7953436"/>
              <a:ext cx="81980" cy="105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973407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97340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973407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891057" y="2476612"/>
              <a:ext cx="2082800" cy="2208530"/>
            </a:xfrm>
            <a:custGeom>
              <a:avLst/>
              <a:gdLst/>
              <a:ahLst/>
              <a:cxnLst/>
              <a:rect l="l" t="t" r="r" b="b"/>
              <a:pathLst>
                <a:path w="2082800" h="2208529">
                  <a:moveTo>
                    <a:pt x="2082349" y="0"/>
                  </a:moveTo>
                  <a:lnTo>
                    <a:pt x="2082349" y="176999"/>
                  </a:lnTo>
                </a:path>
                <a:path w="2082800" h="2208529">
                  <a:moveTo>
                    <a:pt x="0" y="1485349"/>
                  </a:moveTo>
                  <a:lnTo>
                    <a:pt x="0" y="1314801"/>
                  </a:lnTo>
                  <a:lnTo>
                    <a:pt x="1110095" y="1314801"/>
                  </a:lnTo>
                  <a:lnTo>
                    <a:pt x="1110095" y="2208349"/>
                  </a:lnTo>
                  <a:lnTo>
                    <a:pt x="1268999" y="22083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973407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930232" y="2643586"/>
            <a:ext cx="4142104" cy="4083685"/>
            <a:chOff x="6930232" y="2643586"/>
            <a:chExt cx="4142104" cy="4083685"/>
          </a:xfrm>
        </p:grpSpPr>
        <p:sp>
          <p:nvSpPr>
            <p:cNvPr id="8" name="object 8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9956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59956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10726" y="4479144"/>
            <a:ext cx="3388995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440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14" name="object 14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18" name="object 18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22" name="object 22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83550" y="779536"/>
            <a:ext cx="8613140" cy="7957820"/>
            <a:chOff x="4583550" y="779536"/>
            <a:chExt cx="8613140" cy="7957820"/>
          </a:xfrm>
        </p:grpSpPr>
        <p:sp>
          <p:nvSpPr>
            <p:cNvPr id="26" name="object 26"/>
            <p:cNvSpPr/>
            <p:nvPr/>
          </p:nvSpPr>
          <p:spPr>
            <a:xfrm>
              <a:off x="8052656" y="6834061"/>
              <a:ext cx="0" cy="569595"/>
            </a:xfrm>
            <a:custGeom>
              <a:avLst/>
              <a:gdLst/>
              <a:ahLst/>
              <a:cxnLst/>
              <a:rect l="l" t="t" r="r" b="b"/>
              <a:pathLst>
                <a:path h="569595">
                  <a:moveTo>
                    <a:pt x="0" y="5690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6738085"/>
              <a:ext cx="81980" cy="1055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052656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7953436"/>
              <a:ext cx="81980" cy="105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973407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97340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973407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891057" y="2476612"/>
              <a:ext cx="2082800" cy="2208530"/>
            </a:xfrm>
            <a:custGeom>
              <a:avLst/>
              <a:gdLst/>
              <a:ahLst/>
              <a:cxnLst/>
              <a:rect l="l" t="t" r="r" b="b"/>
              <a:pathLst>
                <a:path w="2082800" h="2208529">
                  <a:moveTo>
                    <a:pt x="2082349" y="0"/>
                  </a:moveTo>
                  <a:lnTo>
                    <a:pt x="2082349" y="176999"/>
                  </a:lnTo>
                </a:path>
                <a:path w="2082800" h="2208529">
                  <a:moveTo>
                    <a:pt x="0" y="1485349"/>
                  </a:moveTo>
                  <a:lnTo>
                    <a:pt x="0" y="1314801"/>
                  </a:lnTo>
                  <a:lnTo>
                    <a:pt x="1110095" y="1314801"/>
                  </a:lnTo>
                  <a:lnTo>
                    <a:pt x="1110095" y="2208349"/>
                  </a:lnTo>
                  <a:lnTo>
                    <a:pt x="1268999" y="22083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83550" y="8621950"/>
              <a:ext cx="2127885" cy="0"/>
            </a:xfrm>
            <a:custGeom>
              <a:avLst/>
              <a:gdLst/>
              <a:ahLst/>
              <a:cxnLst/>
              <a:rect l="l" t="t" r="r" b="b"/>
              <a:pathLst>
                <a:path w="2127884">
                  <a:moveTo>
                    <a:pt x="0" y="0"/>
                  </a:moveTo>
                  <a:lnTo>
                    <a:pt x="2127599" y="0"/>
                  </a:lnTo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2100" y="8539968"/>
              <a:ext cx="211001" cy="16396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143850" y="901300"/>
              <a:ext cx="2052955" cy="0"/>
            </a:xfrm>
            <a:custGeom>
              <a:avLst/>
              <a:gdLst/>
              <a:ahLst/>
              <a:cxnLst/>
              <a:rect l="l" t="t" r="r" b="b"/>
              <a:pathLst>
                <a:path w="2052955">
                  <a:moveTo>
                    <a:pt x="2052599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51898" y="819318"/>
              <a:ext cx="211001" cy="16396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973407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220262" y="6157912"/>
            <a:ext cx="5829300" cy="1443990"/>
            <a:chOff x="6220262" y="6157912"/>
            <a:chExt cx="5829300" cy="1443990"/>
          </a:xfrm>
        </p:grpSpPr>
        <p:sp>
          <p:nvSpPr>
            <p:cNvPr id="7" name="object 7"/>
            <p:cNvSpPr/>
            <p:nvPr/>
          </p:nvSpPr>
          <p:spPr>
            <a:xfrm>
              <a:off x="6234550" y="6172200"/>
              <a:ext cx="5800725" cy="1415415"/>
            </a:xfrm>
            <a:custGeom>
              <a:avLst/>
              <a:gdLst/>
              <a:ahLst/>
              <a:cxnLst/>
              <a:rect l="l" t="t" r="r" b="b"/>
              <a:pathLst>
                <a:path w="5800725" h="1415415">
                  <a:moveTo>
                    <a:pt x="5564394" y="1414799"/>
                  </a:moveTo>
                  <a:lnTo>
                    <a:pt x="235804" y="1414799"/>
                  </a:lnTo>
                  <a:lnTo>
                    <a:pt x="188281" y="1410009"/>
                  </a:lnTo>
                  <a:lnTo>
                    <a:pt x="144018" y="1396269"/>
                  </a:lnTo>
                  <a:lnTo>
                    <a:pt x="103964" y="1374528"/>
                  </a:lnTo>
                  <a:lnTo>
                    <a:pt x="69065" y="1345734"/>
                  </a:lnTo>
                  <a:lnTo>
                    <a:pt x="40271" y="1310835"/>
                  </a:lnTo>
                  <a:lnTo>
                    <a:pt x="18530" y="1270780"/>
                  </a:lnTo>
                  <a:lnTo>
                    <a:pt x="4790" y="1226517"/>
                  </a:lnTo>
                  <a:lnTo>
                    <a:pt x="0" y="1178994"/>
                  </a:lnTo>
                  <a:lnTo>
                    <a:pt x="0" y="235804"/>
                  </a:lnTo>
                  <a:lnTo>
                    <a:pt x="4790" y="188281"/>
                  </a:lnTo>
                  <a:lnTo>
                    <a:pt x="18530" y="144018"/>
                  </a:lnTo>
                  <a:lnTo>
                    <a:pt x="40271" y="103964"/>
                  </a:lnTo>
                  <a:lnTo>
                    <a:pt x="69065" y="69065"/>
                  </a:lnTo>
                  <a:lnTo>
                    <a:pt x="103964" y="40271"/>
                  </a:lnTo>
                  <a:lnTo>
                    <a:pt x="144018" y="18530"/>
                  </a:lnTo>
                  <a:lnTo>
                    <a:pt x="188281" y="4790"/>
                  </a:lnTo>
                  <a:lnTo>
                    <a:pt x="235804" y="0"/>
                  </a:lnTo>
                  <a:lnTo>
                    <a:pt x="5564394" y="0"/>
                  </a:lnTo>
                  <a:lnTo>
                    <a:pt x="5610613" y="4572"/>
                  </a:lnTo>
                  <a:lnTo>
                    <a:pt x="5654633" y="17949"/>
                  </a:lnTo>
                  <a:lnTo>
                    <a:pt x="5695219" y="39617"/>
                  </a:lnTo>
                  <a:lnTo>
                    <a:pt x="5731134" y="69065"/>
                  </a:lnTo>
                  <a:lnTo>
                    <a:pt x="5760582" y="104980"/>
                  </a:lnTo>
                  <a:lnTo>
                    <a:pt x="5782250" y="145566"/>
                  </a:lnTo>
                  <a:lnTo>
                    <a:pt x="5795627" y="189586"/>
                  </a:lnTo>
                  <a:lnTo>
                    <a:pt x="5800199" y="235804"/>
                  </a:lnTo>
                  <a:lnTo>
                    <a:pt x="5800199" y="1178994"/>
                  </a:lnTo>
                  <a:lnTo>
                    <a:pt x="5795409" y="1226517"/>
                  </a:lnTo>
                  <a:lnTo>
                    <a:pt x="5781669" y="1270780"/>
                  </a:lnTo>
                  <a:lnTo>
                    <a:pt x="5759928" y="1310835"/>
                  </a:lnTo>
                  <a:lnTo>
                    <a:pt x="5731134" y="1345734"/>
                  </a:lnTo>
                  <a:lnTo>
                    <a:pt x="5696235" y="1374528"/>
                  </a:lnTo>
                  <a:lnTo>
                    <a:pt x="5656180" y="1396269"/>
                  </a:lnTo>
                  <a:lnTo>
                    <a:pt x="5611917" y="1410009"/>
                  </a:lnTo>
                  <a:lnTo>
                    <a:pt x="5564394" y="14147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34550" y="6172200"/>
              <a:ext cx="5800725" cy="1415415"/>
            </a:xfrm>
            <a:custGeom>
              <a:avLst/>
              <a:gdLst/>
              <a:ahLst/>
              <a:cxnLst/>
              <a:rect l="l" t="t" r="r" b="b"/>
              <a:pathLst>
                <a:path w="5800725" h="1415415">
                  <a:moveTo>
                    <a:pt x="0" y="235804"/>
                  </a:moveTo>
                  <a:lnTo>
                    <a:pt x="4790" y="188281"/>
                  </a:lnTo>
                  <a:lnTo>
                    <a:pt x="18530" y="144018"/>
                  </a:lnTo>
                  <a:lnTo>
                    <a:pt x="40271" y="103964"/>
                  </a:lnTo>
                  <a:lnTo>
                    <a:pt x="69065" y="69065"/>
                  </a:lnTo>
                  <a:lnTo>
                    <a:pt x="103964" y="40271"/>
                  </a:lnTo>
                  <a:lnTo>
                    <a:pt x="144018" y="18530"/>
                  </a:lnTo>
                  <a:lnTo>
                    <a:pt x="188281" y="4790"/>
                  </a:lnTo>
                  <a:lnTo>
                    <a:pt x="235804" y="0"/>
                  </a:lnTo>
                  <a:lnTo>
                    <a:pt x="5564394" y="0"/>
                  </a:lnTo>
                  <a:lnTo>
                    <a:pt x="5610613" y="4572"/>
                  </a:lnTo>
                  <a:lnTo>
                    <a:pt x="5654633" y="17949"/>
                  </a:lnTo>
                  <a:lnTo>
                    <a:pt x="5695219" y="39617"/>
                  </a:lnTo>
                  <a:lnTo>
                    <a:pt x="5731134" y="69065"/>
                  </a:lnTo>
                  <a:lnTo>
                    <a:pt x="5760582" y="104980"/>
                  </a:lnTo>
                  <a:lnTo>
                    <a:pt x="5782250" y="145566"/>
                  </a:lnTo>
                  <a:lnTo>
                    <a:pt x="5795627" y="189586"/>
                  </a:lnTo>
                  <a:lnTo>
                    <a:pt x="5800199" y="235804"/>
                  </a:lnTo>
                  <a:lnTo>
                    <a:pt x="5800199" y="1178994"/>
                  </a:lnTo>
                  <a:lnTo>
                    <a:pt x="5795409" y="1226517"/>
                  </a:lnTo>
                  <a:lnTo>
                    <a:pt x="5781669" y="1270780"/>
                  </a:lnTo>
                  <a:lnTo>
                    <a:pt x="5759928" y="1310835"/>
                  </a:lnTo>
                  <a:lnTo>
                    <a:pt x="5731134" y="1345734"/>
                  </a:lnTo>
                  <a:lnTo>
                    <a:pt x="5696235" y="1374528"/>
                  </a:lnTo>
                  <a:lnTo>
                    <a:pt x="5656180" y="1396269"/>
                  </a:lnTo>
                  <a:lnTo>
                    <a:pt x="5611917" y="1410009"/>
                  </a:lnTo>
                  <a:lnTo>
                    <a:pt x="5564394" y="1414799"/>
                  </a:lnTo>
                  <a:lnTo>
                    <a:pt x="235804" y="1414799"/>
                  </a:lnTo>
                  <a:lnTo>
                    <a:pt x="188281" y="1410009"/>
                  </a:lnTo>
                  <a:lnTo>
                    <a:pt x="144018" y="1396269"/>
                  </a:lnTo>
                  <a:lnTo>
                    <a:pt x="103964" y="1374528"/>
                  </a:lnTo>
                  <a:lnTo>
                    <a:pt x="69065" y="1345734"/>
                  </a:lnTo>
                  <a:lnTo>
                    <a:pt x="40271" y="1310835"/>
                  </a:lnTo>
                  <a:lnTo>
                    <a:pt x="18530" y="1270780"/>
                  </a:lnTo>
                  <a:lnTo>
                    <a:pt x="4790" y="1226517"/>
                  </a:lnTo>
                  <a:lnTo>
                    <a:pt x="0" y="1178994"/>
                  </a:lnTo>
                  <a:lnTo>
                    <a:pt x="0" y="235804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99843" y="7968832"/>
            <a:ext cx="2073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4575" algn="l"/>
              </a:tabLst>
            </a:pPr>
            <a:r>
              <a:rPr sz="2400" spc="-5" dirty="0">
                <a:latin typeface="Arial MT"/>
                <a:cs typeface="Arial MT"/>
              </a:rPr>
              <a:t>th</a:t>
            </a:r>
            <a:r>
              <a:rPr sz="2400" dirty="0">
                <a:latin typeface="Arial MT"/>
                <a:cs typeface="Arial MT"/>
              </a:rPr>
              <a:t>e	</a:t>
            </a:r>
            <a:r>
              <a:rPr sz="2400" spc="-5" dirty="0">
                <a:latin typeface="Arial MT"/>
                <a:cs typeface="Arial MT"/>
              </a:rPr>
              <a:t>teacher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4061" y="7968832"/>
            <a:ext cx="178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9375" algn="l"/>
              </a:tabLst>
            </a:pPr>
            <a:r>
              <a:rPr sz="2400" spc="-5" dirty="0">
                <a:latin typeface="Arial MT"/>
                <a:cs typeface="Arial MT"/>
              </a:rPr>
              <a:t>taugh</a:t>
            </a:r>
            <a:r>
              <a:rPr sz="2400" dirty="0">
                <a:latin typeface="Arial MT"/>
                <a:cs typeface="Arial MT"/>
              </a:rPr>
              <a:t>t	</a:t>
            </a:r>
            <a:r>
              <a:rPr sz="2400" spc="-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635412" y="6523062"/>
          <a:ext cx="5008243" cy="7314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0"/>
                <a:gridCol w="1489710"/>
                <a:gridCol w="1464944"/>
                <a:gridCol w="885189"/>
              </a:tblGrid>
              <a:tr h="731449"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342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9022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879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752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432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342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382581" y="6584202"/>
            <a:ext cx="18732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0" dirty="0">
                <a:solidFill>
                  <a:srgbClr val="0000FF"/>
                </a:solidFill>
                <a:latin typeface="Arial MT"/>
                <a:cs typeface="Arial MT"/>
              </a:rPr>
              <a:t>Tokenizer</a:t>
            </a:r>
            <a:endParaRPr sz="3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24049" y="5144512"/>
            <a:ext cx="7559675" cy="2757805"/>
            <a:chOff x="5424049" y="5144512"/>
            <a:chExt cx="7559675" cy="2757805"/>
          </a:xfrm>
        </p:grpSpPr>
        <p:sp>
          <p:nvSpPr>
            <p:cNvPr id="15" name="object 15"/>
            <p:cNvSpPr/>
            <p:nvPr/>
          </p:nvSpPr>
          <p:spPr>
            <a:xfrm>
              <a:off x="5424049" y="6879599"/>
              <a:ext cx="810895" cy="0"/>
            </a:xfrm>
            <a:custGeom>
              <a:avLst/>
              <a:gdLst/>
              <a:ahLst/>
              <a:cxnLst/>
              <a:rect l="l" t="t" r="r" b="b"/>
              <a:pathLst>
                <a:path w="810895">
                  <a:moveTo>
                    <a:pt x="0" y="0"/>
                  </a:moveTo>
                  <a:lnTo>
                    <a:pt x="810599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887249" y="6879749"/>
              <a:ext cx="1096645" cy="0"/>
            </a:xfrm>
            <a:custGeom>
              <a:avLst/>
              <a:gdLst/>
              <a:ahLst/>
              <a:cxnLst/>
              <a:rect l="l" t="t" r="r" b="b"/>
              <a:pathLst>
                <a:path w="1096645">
                  <a:moveTo>
                    <a:pt x="1096199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5298" y="6797768"/>
              <a:ext cx="211001" cy="1639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16500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0076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0076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4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34449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871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1871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4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23749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0801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0801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4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216999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20126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20126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4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06849" y="5158799"/>
              <a:ext cx="1325245" cy="1013460"/>
            </a:xfrm>
            <a:custGeom>
              <a:avLst/>
              <a:gdLst/>
              <a:ahLst/>
              <a:cxnLst/>
              <a:rect l="l" t="t" r="r" b="b"/>
              <a:pathLst>
                <a:path w="1325245" h="1013460">
                  <a:moveTo>
                    <a:pt x="993599" y="1013399"/>
                  </a:moveTo>
                  <a:lnTo>
                    <a:pt x="331199" y="1013399"/>
                  </a:lnTo>
                  <a:lnTo>
                    <a:pt x="331199" y="506699"/>
                  </a:lnTo>
                  <a:lnTo>
                    <a:pt x="0" y="506699"/>
                  </a:lnTo>
                  <a:lnTo>
                    <a:pt x="662399" y="0"/>
                  </a:lnTo>
                  <a:lnTo>
                    <a:pt x="1324799" y="506699"/>
                  </a:lnTo>
                  <a:lnTo>
                    <a:pt x="993599" y="506699"/>
                  </a:lnTo>
                  <a:lnTo>
                    <a:pt x="993599" y="1013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06849" y="5158799"/>
              <a:ext cx="1325245" cy="1013460"/>
            </a:xfrm>
            <a:custGeom>
              <a:avLst/>
              <a:gdLst/>
              <a:ahLst/>
              <a:cxnLst/>
              <a:rect l="l" t="t" r="r" b="b"/>
              <a:pathLst>
                <a:path w="1325245" h="1013460">
                  <a:moveTo>
                    <a:pt x="0" y="506699"/>
                  </a:moveTo>
                  <a:lnTo>
                    <a:pt x="662399" y="0"/>
                  </a:lnTo>
                  <a:lnTo>
                    <a:pt x="1324799" y="506699"/>
                  </a:lnTo>
                  <a:lnTo>
                    <a:pt x="993599" y="506699"/>
                  </a:lnTo>
                  <a:lnTo>
                    <a:pt x="993599" y="1013399"/>
                  </a:lnTo>
                  <a:lnTo>
                    <a:pt x="331199" y="1013399"/>
                  </a:lnTo>
                  <a:lnTo>
                    <a:pt x="331199" y="506699"/>
                  </a:lnTo>
                  <a:lnTo>
                    <a:pt x="0" y="506699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6849" y="5997574"/>
              <a:ext cx="605155" cy="269875"/>
            </a:xfrm>
            <a:custGeom>
              <a:avLst/>
              <a:gdLst/>
              <a:ahLst/>
              <a:cxnLst/>
              <a:rect l="l" t="t" r="r" b="b"/>
              <a:pathLst>
                <a:path w="605154" h="269875">
                  <a:moveTo>
                    <a:pt x="604799" y="269399"/>
                  </a:moveTo>
                  <a:lnTo>
                    <a:pt x="0" y="269399"/>
                  </a:lnTo>
                  <a:lnTo>
                    <a:pt x="0" y="0"/>
                  </a:lnTo>
                  <a:lnTo>
                    <a:pt x="604799" y="0"/>
                  </a:lnTo>
                  <a:lnTo>
                    <a:pt x="604799" y="269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3151725" y="6666383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90" dirty="0">
                <a:latin typeface="Tahoma"/>
                <a:cs typeface="Tahoma"/>
              </a:rPr>
              <a:t>T</a:t>
            </a:r>
            <a:r>
              <a:rPr sz="2400" b="1" spc="-130" dirty="0">
                <a:latin typeface="Tahoma"/>
                <a:cs typeface="Tahoma"/>
              </a:rPr>
              <a:t>o</a:t>
            </a:r>
            <a:r>
              <a:rPr sz="2400" b="1" spc="-195" dirty="0">
                <a:latin typeface="Tahoma"/>
                <a:cs typeface="Tahoma"/>
              </a:rPr>
              <a:t>k</a:t>
            </a:r>
            <a:r>
              <a:rPr sz="2400" b="1" spc="-160" dirty="0">
                <a:latin typeface="Tahoma"/>
                <a:cs typeface="Tahoma"/>
              </a:rPr>
              <a:t>e</a:t>
            </a:r>
            <a:r>
              <a:rPr sz="2400" b="1" spc="-165" dirty="0">
                <a:latin typeface="Tahoma"/>
                <a:cs typeface="Tahoma"/>
              </a:rPr>
              <a:t>n</a:t>
            </a:r>
            <a:r>
              <a:rPr sz="2400" b="1" spc="-245" dirty="0">
                <a:latin typeface="Tahoma"/>
                <a:cs typeface="Tahoma"/>
              </a:rPr>
              <a:t> </a:t>
            </a:r>
            <a:r>
              <a:rPr sz="2400" b="1" spc="-210" dirty="0">
                <a:latin typeface="Tahoma"/>
                <a:cs typeface="Tahoma"/>
              </a:rPr>
              <a:t>IDs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16914" y="7965282"/>
            <a:ext cx="83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4" dirty="0">
                <a:latin typeface="Tahoma"/>
                <a:cs typeface="Tahoma"/>
              </a:rPr>
              <a:t>Input: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930232" y="279250"/>
            <a:ext cx="1922145" cy="2774315"/>
            <a:chOff x="6930232" y="279250"/>
            <a:chExt cx="1922145" cy="2774315"/>
          </a:xfrm>
        </p:grpSpPr>
        <p:sp>
          <p:nvSpPr>
            <p:cNvPr id="36" name="object 36"/>
            <p:cNvSpPr/>
            <p:nvPr/>
          </p:nvSpPr>
          <p:spPr>
            <a:xfrm>
              <a:off x="6939757" y="288775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39757" y="288775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310726" y="1460508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150432" y="0"/>
            <a:ext cx="1922145" cy="3063240"/>
            <a:chOff x="9150432" y="0"/>
            <a:chExt cx="1922145" cy="3063240"/>
          </a:xfrm>
        </p:grpSpPr>
        <p:sp>
          <p:nvSpPr>
            <p:cNvPr id="40" name="object 40"/>
            <p:cNvSpPr/>
            <p:nvPr/>
          </p:nvSpPr>
          <p:spPr>
            <a:xfrm>
              <a:off x="9159957" y="0"/>
              <a:ext cx="1903095" cy="3044190"/>
            </a:xfrm>
            <a:custGeom>
              <a:avLst/>
              <a:gdLst/>
              <a:ahLst/>
              <a:cxnLst/>
              <a:rect l="l" t="t" r="r" b="b"/>
              <a:pathLst>
                <a:path w="1903095" h="3044190">
                  <a:moveTo>
                    <a:pt x="1745141" y="3043725"/>
                  </a:moveTo>
                  <a:lnTo>
                    <a:pt x="157459" y="3043725"/>
                  </a:lnTo>
                  <a:lnTo>
                    <a:pt x="107690" y="3035698"/>
                  </a:lnTo>
                  <a:lnTo>
                    <a:pt x="64465" y="3013344"/>
                  </a:lnTo>
                  <a:lnTo>
                    <a:pt x="30380" y="2979259"/>
                  </a:lnTo>
                  <a:lnTo>
                    <a:pt x="8027" y="2936035"/>
                  </a:lnTo>
                  <a:lnTo>
                    <a:pt x="0" y="2886266"/>
                  </a:lnTo>
                  <a:lnTo>
                    <a:pt x="0" y="0"/>
                  </a:lnTo>
                  <a:lnTo>
                    <a:pt x="1902599" y="0"/>
                  </a:lnTo>
                  <a:lnTo>
                    <a:pt x="1902599" y="2886266"/>
                  </a:lnTo>
                  <a:lnTo>
                    <a:pt x="1894572" y="2936035"/>
                  </a:lnTo>
                  <a:lnTo>
                    <a:pt x="1872219" y="2979259"/>
                  </a:lnTo>
                  <a:lnTo>
                    <a:pt x="1838134" y="3013344"/>
                  </a:lnTo>
                  <a:lnTo>
                    <a:pt x="1794910" y="3035698"/>
                  </a:lnTo>
                  <a:lnTo>
                    <a:pt x="1745141" y="3043725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159957" y="0"/>
              <a:ext cx="1903095" cy="3044190"/>
            </a:xfrm>
            <a:custGeom>
              <a:avLst/>
              <a:gdLst/>
              <a:ahLst/>
              <a:cxnLst/>
              <a:rect l="l" t="t" r="r" b="b"/>
              <a:pathLst>
                <a:path w="1903095" h="3044190">
                  <a:moveTo>
                    <a:pt x="1902599" y="0"/>
                  </a:moveTo>
                  <a:lnTo>
                    <a:pt x="1902599" y="2886266"/>
                  </a:lnTo>
                  <a:lnTo>
                    <a:pt x="1894572" y="2936035"/>
                  </a:lnTo>
                  <a:lnTo>
                    <a:pt x="1872219" y="2979259"/>
                  </a:lnTo>
                  <a:lnTo>
                    <a:pt x="1838134" y="3013344"/>
                  </a:lnTo>
                  <a:lnTo>
                    <a:pt x="1794910" y="3035698"/>
                  </a:lnTo>
                  <a:lnTo>
                    <a:pt x="1745141" y="3043725"/>
                  </a:lnTo>
                  <a:lnTo>
                    <a:pt x="157459" y="3043725"/>
                  </a:lnTo>
                  <a:lnTo>
                    <a:pt x="107690" y="3035698"/>
                  </a:lnTo>
                  <a:lnTo>
                    <a:pt x="64465" y="3013344"/>
                  </a:lnTo>
                  <a:lnTo>
                    <a:pt x="30380" y="2979259"/>
                  </a:lnTo>
                  <a:lnTo>
                    <a:pt x="8027" y="2936035"/>
                  </a:lnTo>
                  <a:lnTo>
                    <a:pt x="0" y="2886266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522517" y="805958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399332" y="3720450"/>
            <a:ext cx="1306830" cy="551815"/>
            <a:chOff x="7399332" y="3720450"/>
            <a:chExt cx="1306830" cy="551815"/>
          </a:xfrm>
        </p:grpSpPr>
        <p:sp>
          <p:nvSpPr>
            <p:cNvPr id="44" name="object 44"/>
            <p:cNvSpPr/>
            <p:nvPr/>
          </p:nvSpPr>
          <p:spPr>
            <a:xfrm>
              <a:off x="740885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0885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0" y="88701"/>
                  </a:move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654455" y="3886792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320082" y="3720450"/>
            <a:ext cx="1306830" cy="551815"/>
            <a:chOff x="9320082" y="3720450"/>
            <a:chExt cx="1306830" cy="551815"/>
          </a:xfrm>
        </p:grpSpPr>
        <p:sp>
          <p:nvSpPr>
            <p:cNvPr id="48" name="object 48"/>
            <p:cNvSpPr/>
            <p:nvPr/>
          </p:nvSpPr>
          <p:spPr>
            <a:xfrm>
              <a:off x="932960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32960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0" y="88701"/>
                  </a:move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575205" y="3886792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881532" y="0"/>
            <a:ext cx="212725" cy="5064125"/>
            <a:chOff x="7881532" y="0"/>
            <a:chExt cx="212725" cy="5064125"/>
          </a:xfrm>
        </p:grpSpPr>
        <p:sp>
          <p:nvSpPr>
            <p:cNvPr id="52" name="object 52"/>
            <p:cNvSpPr/>
            <p:nvPr/>
          </p:nvSpPr>
          <p:spPr>
            <a:xfrm>
              <a:off x="7891057" y="0"/>
              <a:ext cx="161925" cy="3729990"/>
            </a:xfrm>
            <a:custGeom>
              <a:avLst/>
              <a:gdLst/>
              <a:ahLst/>
              <a:cxnLst/>
              <a:rect l="l" t="t" r="r" b="b"/>
              <a:pathLst>
                <a:path w="161925" h="3729990">
                  <a:moveTo>
                    <a:pt x="0" y="288775"/>
                  </a:moveTo>
                  <a:lnTo>
                    <a:pt x="0" y="0"/>
                  </a:lnTo>
                </a:path>
                <a:path w="161925" h="3729990">
                  <a:moveTo>
                    <a:pt x="161599" y="3729975"/>
                  </a:moveTo>
                  <a:lnTo>
                    <a:pt x="161599" y="316087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1666" y="3064899"/>
              <a:ext cx="81980" cy="1055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052657" y="4376225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39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1666" y="4280249"/>
              <a:ext cx="81980" cy="105500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8991627" y="0"/>
            <a:ext cx="2407920" cy="5073650"/>
            <a:chOff x="8991627" y="0"/>
            <a:chExt cx="2407920" cy="5073650"/>
          </a:xfrm>
        </p:grpSpPr>
        <p:sp>
          <p:nvSpPr>
            <p:cNvPr id="57" name="object 57"/>
            <p:cNvSpPr/>
            <p:nvPr/>
          </p:nvSpPr>
          <p:spPr>
            <a:xfrm>
              <a:off x="9001152" y="0"/>
              <a:ext cx="972819" cy="3729990"/>
            </a:xfrm>
            <a:custGeom>
              <a:avLst/>
              <a:gdLst/>
              <a:ahLst/>
              <a:cxnLst/>
              <a:rect l="l" t="t" r="r" b="b"/>
              <a:pathLst>
                <a:path w="972820" h="3729990">
                  <a:moveTo>
                    <a:pt x="0" y="0"/>
                  </a:moveTo>
                  <a:lnTo>
                    <a:pt x="0" y="1011775"/>
                  </a:lnTo>
                  <a:lnTo>
                    <a:pt x="158903" y="1011775"/>
                  </a:lnTo>
                </a:path>
                <a:path w="972820" h="3729990">
                  <a:moveTo>
                    <a:pt x="972253" y="3729975"/>
                  </a:moveTo>
                  <a:lnTo>
                    <a:pt x="972253" y="316747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2416" y="3071499"/>
              <a:ext cx="81980" cy="1055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973406" y="4376225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39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2416" y="4280249"/>
              <a:ext cx="81980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974006" y="0"/>
              <a:ext cx="1416050" cy="4739005"/>
            </a:xfrm>
            <a:custGeom>
              <a:avLst/>
              <a:gdLst/>
              <a:ahLst/>
              <a:cxnLst/>
              <a:rect l="l" t="t" r="r" b="b"/>
              <a:pathLst>
                <a:path w="1416050" h="4739005">
                  <a:moveTo>
                    <a:pt x="1416017" y="0"/>
                  </a:moveTo>
                  <a:lnTo>
                    <a:pt x="1416017" y="4738412"/>
                  </a:lnTo>
                  <a:lnTo>
                    <a:pt x="0" y="4738412"/>
                  </a:lnTo>
                  <a:lnTo>
                    <a:pt x="0" y="426222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573201" y="4766708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126572"/>
            <a:ext cx="18288000" cy="1160780"/>
            <a:chOff x="0" y="9126572"/>
            <a:chExt cx="18288000" cy="1160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26572"/>
              <a:ext cx="18287999" cy="11604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12501" y="9448322"/>
              <a:ext cx="829499" cy="497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168" y="9343040"/>
              <a:ext cx="3493006" cy="77213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941424" y="6157912"/>
            <a:ext cx="6108065" cy="1443990"/>
            <a:chOff x="5941424" y="6157912"/>
            <a:chExt cx="6108065" cy="1443990"/>
          </a:xfrm>
        </p:grpSpPr>
        <p:sp>
          <p:nvSpPr>
            <p:cNvPr id="7" name="object 7"/>
            <p:cNvSpPr/>
            <p:nvPr/>
          </p:nvSpPr>
          <p:spPr>
            <a:xfrm>
              <a:off x="5955712" y="6172200"/>
              <a:ext cx="6079490" cy="1415415"/>
            </a:xfrm>
            <a:custGeom>
              <a:avLst/>
              <a:gdLst/>
              <a:ahLst/>
              <a:cxnLst/>
              <a:rect l="l" t="t" r="r" b="b"/>
              <a:pathLst>
                <a:path w="6079490" h="1415415">
                  <a:moveTo>
                    <a:pt x="5843094" y="1414799"/>
                  </a:moveTo>
                  <a:lnTo>
                    <a:pt x="235804" y="1414799"/>
                  </a:lnTo>
                  <a:lnTo>
                    <a:pt x="188281" y="1410009"/>
                  </a:lnTo>
                  <a:lnTo>
                    <a:pt x="144018" y="1396269"/>
                  </a:lnTo>
                  <a:lnTo>
                    <a:pt x="103964" y="1374528"/>
                  </a:lnTo>
                  <a:lnTo>
                    <a:pt x="69065" y="1345734"/>
                  </a:lnTo>
                  <a:lnTo>
                    <a:pt x="40271" y="1310835"/>
                  </a:lnTo>
                  <a:lnTo>
                    <a:pt x="18530" y="1270780"/>
                  </a:lnTo>
                  <a:lnTo>
                    <a:pt x="4790" y="1226517"/>
                  </a:lnTo>
                  <a:lnTo>
                    <a:pt x="0" y="1178994"/>
                  </a:lnTo>
                  <a:lnTo>
                    <a:pt x="0" y="235804"/>
                  </a:lnTo>
                  <a:lnTo>
                    <a:pt x="4790" y="188281"/>
                  </a:lnTo>
                  <a:lnTo>
                    <a:pt x="18530" y="144018"/>
                  </a:lnTo>
                  <a:lnTo>
                    <a:pt x="40271" y="103964"/>
                  </a:lnTo>
                  <a:lnTo>
                    <a:pt x="69065" y="69065"/>
                  </a:lnTo>
                  <a:lnTo>
                    <a:pt x="103964" y="40271"/>
                  </a:lnTo>
                  <a:lnTo>
                    <a:pt x="144018" y="18530"/>
                  </a:lnTo>
                  <a:lnTo>
                    <a:pt x="188281" y="4790"/>
                  </a:lnTo>
                  <a:lnTo>
                    <a:pt x="235804" y="0"/>
                  </a:lnTo>
                  <a:lnTo>
                    <a:pt x="5843094" y="0"/>
                  </a:lnTo>
                  <a:lnTo>
                    <a:pt x="5889313" y="4572"/>
                  </a:lnTo>
                  <a:lnTo>
                    <a:pt x="5933333" y="17949"/>
                  </a:lnTo>
                  <a:lnTo>
                    <a:pt x="5973919" y="39617"/>
                  </a:lnTo>
                  <a:lnTo>
                    <a:pt x="6009834" y="69065"/>
                  </a:lnTo>
                  <a:lnTo>
                    <a:pt x="6039282" y="104980"/>
                  </a:lnTo>
                  <a:lnTo>
                    <a:pt x="6060950" y="145566"/>
                  </a:lnTo>
                  <a:lnTo>
                    <a:pt x="6074327" y="189586"/>
                  </a:lnTo>
                  <a:lnTo>
                    <a:pt x="6078899" y="235804"/>
                  </a:lnTo>
                  <a:lnTo>
                    <a:pt x="6078899" y="1178994"/>
                  </a:lnTo>
                  <a:lnTo>
                    <a:pt x="6074109" y="1226517"/>
                  </a:lnTo>
                  <a:lnTo>
                    <a:pt x="6060369" y="1270780"/>
                  </a:lnTo>
                  <a:lnTo>
                    <a:pt x="6038628" y="1310835"/>
                  </a:lnTo>
                  <a:lnTo>
                    <a:pt x="6009834" y="1345734"/>
                  </a:lnTo>
                  <a:lnTo>
                    <a:pt x="5974935" y="1374528"/>
                  </a:lnTo>
                  <a:lnTo>
                    <a:pt x="5934880" y="1396269"/>
                  </a:lnTo>
                  <a:lnTo>
                    <a:pt x="5890617" y="1410009"/>
                  </a:lnTo>
                  <a:lnTo>
                    <a:pt x="5843094" y="14147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55712" y="6172200"/>
              <a:ext cx="6079490" cy="1415415"/>
            </a:xfrm>
            <a:custGeom>
              <a:avLst/>
              <a:gdLst/>
              <a:ahLst/>
              <a:cxnLst/>
              <a:rect l="l" t="t" r="r" b="b"/>
              <a:pathLst>
                <a:path w="6079490" h="1415415">
                  <a:moveTo>
                    <a:pt x="0" y="235804"/>
                  </a:moveTo>
                  <a:lnTo>
                    <a:pt x="4790" y="188281"/>
                  </a:lnTo>
                  <a:lnTo>
                    <a:pt x="18530" y="144018"/>
                  </a:lnTo>
                  <a:lnTo>
                    <a:pt x="40271" y="103964"/>
                  </a:lnTo>
                  <a:lnTo>
                    <a:pt x="69065" y="69065"/>
                  </a:lnTo>
                  <a:lnTo>
                    <a:pt x="103964" y="40271"/>
                  </a:lnTo>
                  <a:lnTo>
                    <a:pt x="144018" y="18530"/>
                  </a:lnTo>
                  <a:lnTo>
                    <a:pt x="188281" y="4790"/>
                  </a:lnTo>
                  <a:lnTo>
                    <a:pt x="235804" y="0"/>
                  </a:lnTo>
                  <a:lnTo>
                    <a:pt x="5843094" y="0"/>
                  </a:lnTo>
                  <a:lnTo>
                    <a:pt x="5889313" y="4572"/>
                  </a:lnTo>
                  <a:lnTo>
                    <a:pt x="5933333" y="17949"/>
                  </a:lnTo>
                  <a:lnTo>
                    <a:pt x="5973919" y="39617"/>
                  </a:lnTo>
                  <a:lnTo>
                    <a:pt x="6009834" y="69065"/>
                  </a:lnTo>
                  <a:lnTo>
                    <a:pt x="6039282" y="104980"/>
                  </a:lnTo>
                  <a:lnTo>
                    <a:pt x="6060950" y="145566"/>
                  </a:lnTo>
                  <a:lnTo>
                    <a:pt x="6074327" y="189586"/>
                  </a:lnTo>
                  <a:lnTo>
                    <a:pt x="6078899" y="235804"/>
                  </a:lnTo>
                  <a:lnTo>
                    <a:pt x="6078899" y="1178994"/>
                  </a:lnTo>
                  <a:lnTo>
                    <a:pt x="6074109" y="1226517"/>
                  </a:lnTo>
                  <a:lnTo>
                    <a:pt x="6060369" y="1270780"/>
                  </a:lnTo>
                  <a:lnTo>
                    <a:pt x="6038628" y="1310835"/>
                  </a:lnTo>
                  <a:lnTo>
                    <a:pt x="6009834" y="1345734"/>
                  </a:lnTo>
                  <a:lnTo>
                    <a:pt x="5974935" y="1374528"/>
                  </a:lnTo>
                  <a:lnTo>
                    <a:pt x="5934880" y="1396269"/>
                  </a:lnTo>
                  <a:lnTo>
                    <a:pt x="5890617" y="1410009"/>
                  </a:lnTo>
                  <a:lnTo>
                    <a:pt x="5843094" y="1414799"/>
                  </a:lnTo>
                  <a:lnTo>
                    <a:pt x="235804" y="1414799"/>
                  </a:lnTo>
                  <a:lnTo>
                    <a:pt x="188281" y="1410009"/>
                  </a:lnTo>
                  <a:lnTo>
                    <a:pt x="144018" y="1396269"/>
                  </a:lnTo>
                  <a:lnTo>
                    <a:pt x="103964" y="1374528"/>
                  </a:lnTo>
                  <a:lnTo>
                    <a:pt x="69065" y="1345734"/>
                  </a:lnTo>
                  <a:lnTo>
                    <a:pt x="40271" y="1310835"/>
                  </a:lnTo>
                  <a:lnTo>
                    <a:pt x="18530" y="1270780"/>
                  </a:lnTo>
                  <a:lnTo>
                    <a:pt x="4790" y="1226517"/>
                  </a:lnTo>
                  <a:lnTo>
                    <a:pt x="0" y="1178994"/>
                  </a:lnTo>
                  <a:lnTo>
                    <a:pt x="0" y="235804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08218" y="7968832"/>
            <a:ext cx="4531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5035" algn="l"/>
                <a:tab pos="2118995" algn="l"/>
                <a:tab pos="2846705" algn="l"/>
                <a:tab pos="4095115" algn="l"/>
              </a:tabLst>
            </a:pPr>
            <a:r>
              <a:rPr sz="2400" spc="-5" dirty="0">
                <a:latin typeface="Arial MT"/>
                <a:cs typeface="Arial MT"/>
              </a:rPr>
              <a:t>th</a:t>
            </a:r>
            <a:r>
              <a:rPr sz="2400" dirty="0">
                <a:latin typeface="Arial MT"/>
                <a:cs typeface="Arial MT"/>
              </a:rPr>
              <a:t>e	</a:t>
            </a:r>
            <a:r>
              <a:rPr sz="2400" spc="-5" dirty="0">
                <a:latin typeface="Arial MT"/>
                <a:cs typeface="Arial MT"/>
              </a:rPr>
              <a:t>teac</a:t>
            </a:r>
            <a:r>
              <a:rPr sz="2400" dirty="0">
                <a:latin typeface="Arial MT"/>
                <a:cs typeface="Arial MT"/>
              </a:rPr>
              <a:t>h	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r	</a:t>
            </a:r>
            <a:r>
              <a:rPr sz="2400" spc="-5" dirty="0">
                <a:latin typeface="Arial MT"/>
                <a:cs typeface="Arial MT"/>
              </a:rPr>
              <a:t>taugh</a:t>
            </a:r>
            <a:r>
              <a:rPr sz="2400" dirty="0">
                <a:latin typeface="Arial MT"/>
                <a:cs typeface="Arial MT"/>
              </a:rPr>
              <a:t>t	</a:t>
            </a:r>
            <a:r>
              <a:rPr sz="2400" spc="-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415587" y="6505537"/>
          <a:ext cx="5190487" cy="738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7605"/>
                <a:gridCol w="1054734"/>
                <a:gridCol w="1010919"/>
                <a:gridCol w="988694"/>
                <a:gridCol w="978535"/>
              </a:tblGrid>
              <a:tr h="738899"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156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790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321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890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156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689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6930232" y="279250"/>
            <a:ext cx="1922145" cy="2774315"/>
            <a:chOff x="6930232" y="279250"/>
            <a:chExt cx="1922145" cy="2774315"/>
          </a:xfrm>
        </p:grpSpPr>
        <p:sp>
          <p:nvSpPr>
            <p:cNvPr id="13" name="object 13"/>
            <p:cNvSpPr/>
            <p:nvPr/>
          </p:nvSpPr>
          <p:spPr>
            <a:xfrm>
              <a:off x="6939757" y="288775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9757" y="288775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310726" y="1460508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50432" y="0"/>
            <a:ext cx="1922145" cy="3063240"/>
            <a:chOff x="9150432" y="0"/>
            <a:chExt cx="1922145" cy="3063240"/>
          </a:xfrm>
        </p:grpSpPr>
        <p:sp>
          <p:nvSpPr>
            <p:cNvPr id="17" name="object 17"/>
            <p:cNvSpPr/>
            <p:nvPr/>
          </p:nvSpPr>
          <p:spPr>
            <a:xfrm>
              <a:off x="9159957" y="0"/>
              <a:ext cx="1903095" cy="3044190"/>
            </a:xfrm>
            <a:custGeom>
              <a:avLst/>
              <a:gdLst/>
              <a:ahLst/>
              <a:cxnLst/>
              <a:rect l="l" t="t" r="r" b="b"/>
              <a:pathLst>
                <a:path w="1903095" h="3044190">
                  <a:moveTo>
                    <a:pt x="1745141" y="3043725"/>
                  </a:moveTo>
                  <a:lnTo>
                    <a:pt x="157459" y="3043725"/>
                  </a:lnTo>
                  <a:lnTo>
                    <a:pt x="107690" y="3035698"/>
                  </a:lnTo>
                  <a:lnTo>
                    <a:pt x="64465" y="3013344"/>
                  </a:lnTo>
                  <a:lnTo>
                    <a:pt x="30380" y="2979259"/>
                  </a:lnTo>
                  <a:lnTo>
                    <a:pt x="8027" y="2936035"/>
                  </a:lnTo>
                  <a:lnTo>
                    <a:pt x="0" y="2886266"/>
                  </a:lnTo>
                  <a:lnTo>
                    <a:pt x="0" y="0"/>
                  </a:lnTo>
                  <a:lnTo>
                    <a:pt x="1902599" y="0"/>
                  </a:lnTo>
                  <a:lnTo>
                    <a:pt x="1902599" y="2886266"/>
                  </a:lnTo>
                  <a:lnTo>
                    <a:pt x="1894572" y="2936035"/>
                  </a:lnTo>
                  <a:lnTo>
                    <a:pt x="1872219" y="2979259"/>
                  </a:lnTo>
                  <a:lnTo>
                    <a:pt x="1838134" y="3013344"/>
                  </a:lnTo>
                  <a:lnTo>
                    <a:pt x="1794910" y="3035698"/>
                  </a:lnTo>
                  <a:lnTo>
                    <a:pt x="1745141" y="3043725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59957" y="0"/>
              <a:ext cx="1903095" cy="3044190"/>
            </a:xfrm>
            <a:custGeom>
              <a:avLst/>
              <a:gdLst/>
              <a:ahLst/>
              <a:cxnLst/>
              <a:rect l="l" t="t" r="r" b="b"/>
              <a:pathLst>
                <a:path w="1903095" h="3044190">
                  <a:moveTo>
                    <a:pt x="1902599" y="0"/>
                  </a:moveTo>
                  <a:lnTo>
                    <a:pt x="1902599" y="2886266"/>
                  </a:lnTo>
                  <a:lnTo>
                    <a:pt x="1894572" y="2936035"/>
                  </a:lnTo>
                  <a:lnTo>
                    <a:pt x="1872219" y="2979259"/>
                  </a:lnTo>
                  <a:lnTo>
                    <a:pt x="1838134" y="3013344"/>
                  </a:lnTo>
                  <a:lnTo>
                    <a:pt x="1794910" y="3035698"/>
                  </a:lnTo>
                  <a:lnTo>
                    <a:pt x="1745141" y="3043725"/>
                  </a:lnTo>
                  <a:lnTo>
                    <a:pt x="157459" y="3043725"/>
                  </a:lnTo>
                  <a:lnTo>
                    <a:pt x="107690" y="3035698"/>
                  </a:lnTo>
                  <a:lnTo>
                    <a:pt x="64465" y="3013344"/>
                  </a:lnTo>
                  <a:lnTo>
                    <a:pt x="30380" y="2979259"/>
                  </a:lnTo>
                  <a:lnTo>
                    <a:pt x="8027" y="2936035"/>
                  </a:lnTo>
                  <a:lnTo>
                    <a:pt x="0" y="2886266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22517" y="805958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99332" y="3720450"/>
            <a:ext cx="1306830" cy="551815"/>
            <a:chOff x="7399332" y="3720450"/>
            <a:chExt cx="1306830" cy="551815"/>
          </a:xfrm>
        </p:grpSpPr>
        <p:sp>
          <p:nvSpPr>
            <p:cNvPr id="21" name="object 21"/>
            <p:cNvSpPr/>
            <p:nvPr/>
          </p:nvSpPr>
          <p:spPr>
            <a:xfrm>
              <a:off x="740885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0885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0" y="88701"/>
                  </a:move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654455" y="3886792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320082" y="3720450"/>
            <a:ext cx="1306830" cy="551815"/>
            <a:chOff x="9320082" y="3720450"/>
            <a:chExt cx="1306830" cy="551815"/>
          </a:xfrm>
        </p:grpSpPr>
        <p:sp>
          <p:nvSpPr>
            <p:cNvPr id="25" name="object 25"/>
            <p:cNvSpPr/>
            <p:nvPr/>
          </p:nvSpPr>
          <p:spPr>
            <a:xfrm>
              <a:off x="932960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329607" y="3729975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4">
                  <a:moveTo>
                    <a:pt x="0" y="88701"/>
                  </a:moveTo>
                  <a:lnTo>
                    <a:pt x="6970" y="54175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2"/>
                  </a:lnTo>
                  <a:lnTo>
                    <a:pt x="1280848" y="54757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5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5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575205" y="3886792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881532" y="0"/>
            <a:ext cx="212725" cy="5064125"/>
            <a:chOff x="7881532" y="0"/>
            <a:chExt cx="212725" cy="5064125"/>
          </a:xfrm>
        </p:grpSpPr>
        <p:sp>
          <p:nvSpPr>
            <p:cNvPr id="29" name="object 29"/>
            <p:cNvSpPr/>
            <p:nvPr/>
          </p:nvSpPr>
          <p:spPr>
            <a:xfrm>
              <a:off x="7891057" y="0"/>
              <a:ext cx="161925" cy="3729990"/>
            </a:xfrm>
            <a:custGeom>
              <a:avLst/>
              <a:gdLst/>
              <a:ahLst/>
              <a:cxnLst/>
              <a:rect l="l" t="t" r="r" b="b"/>
              <a:pathLst>
                <a:path w="161925" h="3729990">
                  <a:moveTo>
                    <a:pt x="0" y="288775"/>
                  </a:moveTo>
                  <a:lnTo>
                    <a:pt x="0" y="0"/>
                  </a:lnTo>
                </a:path>
                <a:path w="161925" h="3729990">
                  <a:moveTo>
                    <a:pt x="161599" y="3729975"/>
                  </a:moveTo>
                  <a:lnTo>
                    <a:pt x="161599" y="316087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1666" y="3064899"/>
              <a:ext cx="81980" cy="1055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052657" y="4376225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39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1666" y="4280249"/>
              <a:ext cx="81980" cy="105500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8991627" y="0"/>
            <a:ext cx="2407920" cy="5073650"/>
            <a:chOff x="8991627" y="0"/>
            <a:chExt cx="2407920" cy="5073650"/>
          </a:xfrm>
        </p:grpSpPr>
        <p:sp>
          <p:nvSpPr>
            <p:cNvPr id="34" name="object 34"/>
            <p:cNvSpPr/>
            <p:nvPr/>
          </p:nvSpPr>
          <p:spPr>
            <a:xfrm>
              <a:off x="9001152" y="0"/>
              <a:ext cx="972819" cy="3729990"/>
            </a:xfrm>
            <a:custGeom>
              <a:avLst/>
              <a:gdLst/>
              <a:ahLst/>
              <a:cxnLst/>
              <a:rect l="l" t="t" r="r" b="b"/>
              <a:pathLst>
                <a:path w="972820" h="3729990">
                  <a:moveTo>
                    <a:pt x="0" y="0"/>
                  </a:moveTo>
                  <a:lnTo>
                    <a:pt x="0" y="1011775"/>
                  </a:lnTo>
                  <a:lnTo>
                    <a:pt x="158903" y="1011775"/>
                  </a:lnTo>
                </a:path>
                <a:path w="972820" h="3729990">
                  <a:moveTo>
                    <a:pt x="972253" y="3729975"/>
                  </a:moveTo>
                  <a:lnTo>
                    <a:pt x="972253" y="316747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2416" y="3071499"/>
              <a:ext cx="81980" cy="1055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973406" y="4376225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39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2416" y="4280249"/>
              <a:ext cx="81980" cy="1055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974006" y="0"/>
              <a:ext cx="1416050" cy="4739005"/>
            </a:xfrm>
            <a:custGeom>
              <a:avLst/>
              <a:gdLst/>
              <a:ahLst/>
              <a:cxnLst/>
              <a:rect l="l" t="t" r="r" b="b"/>
              <a:pathLst>
                <a:path w="1416050" h="4739005">
                  <a:moveTo>
                    <a:pt x="1416017" y="0"/>
                  </a:moveTo>
                  <a:lnTo>
                    <a:pt x="1416017" y="4738412"/>
                  </a:lnTo>
                  <a:lnTo>
                    <a:pt x="0" y="4738412"/>
                  </a:lnTo>
                  <a:lnTo>
                    <a:pt x="0" y="426222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73201" y="4766708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77781" y="6584202"/>
            <a:ext cx="18732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0" dirty="0">
                <a:solidFill>
                  <a:srgbClr val="0000FF"/>
                </a:solidFill>
                <a:latin typeface="Arial MT"/>
                <a:cs typeface="Arial MT"/>
              </a:rPr>
              <a:t>Tokenizer</a:t>
            </a:r>
            <a:endParaRPr sz="34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206012" y="5144512"/>
            <a:ext cx="7777480" cy="2757805"/>
            <a:chOff x="5206012" y="5144512"/>
            <a:chExt cx="7777480" cy="2757805"/>
          </a:xfrm>
        </p:grpSpPr>
        <p:sp>
          <p:nvSpPr>
            <p:cNvPr id="42" name="object 42"/>
            <p:cNvSpPr/>
            <p:nvPr/>
          </p:nvSpPr>
          <p:spPr>
            <a:xfrm>
              <a:off x="5206012" y="6879599"/>
              <a:ext cx="749935" cy="0"/>
            </a:xfrm>
            <a:custGeom>
              <a:avLst/>
              <a:gdLst/>
              <a:ahLst/>
              <a:cxnLst/>
              <a:rect l="l" t="t" r="r" b="b"/>
              <a:pathLst>
                <a:path w="749935">
                  <a:moveTo>
                    <a:pt x="0" y="0"/>
                  </a:moveTo>
                  <a:lnTo>
                    <a:pt x="749699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887249" y="6879749"/>
              <a:ext cx="1096645" cy="0"/>
            </a:xfrm>
            <a:custGeom>
              <a:avLst/>
              <a:gdLst/>
              <a:ahLst/>
              <a:cxnLst/>
              <a:rect l="l" t="t" r="r" b="b"/>
              <a:pathLst>
                <a:path w="1096645">
                  <a:moveTo>
                    <a:pt x="1096199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95298" y="6797768"/>
              <a:ext cx="211001" cy="16396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64100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4836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04836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4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77249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6151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4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61517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4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110418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094685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5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094685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5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085536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069803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5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069803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5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406850" y="5158799"/>
              <a:ext cx="1325245" cy="1013460"/>
            </a:xfrm>
            <a:custGeom>
              <a:avLst/>
              <a:gdLst/>
              <a:ahLst/>
              <a:cxnLst/>
              <a:rect l="l" t="t" r="r" b="b"/>
              <a:pathLst>
                <a:path w="1325245" h="1013460">
                  <a:moveTo>
                    <a:pt x="993599" y="1013399"/>
                  </a:moveTo>
                  <a:lnTo>
                    <a:pt x="331199" y="1013399"/>
                  </a:lnTo>
                  <a:lnTo>
                    <a:pt x="331199" y="506699"/>
                  </a:lnTo>
                  <a:lnTo>
                    <a:pt x="0" y="506699"/>
                  </a:lnTo>
                  <a:lnTo>
                    <a:pt x="662399" y="0"/>
                  </a:lnTo>
                  <a:lnTo>
                    <a:pt x="1324799" y="506699"/>
                  </a:lnTo>
                  <a:lnTo>
                    <a:pt x="993599" y="506699"/>
                  </a:lnTo>
                  <a:lnTo>
                    <a:pt x="993599" y="1013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406850" y="5158799"/>
              <a:ext cx="1325245" cy="1013460"/>
            </a:xfrm>
            <a:custGeom>
              <a:avLst/>
              <a:gdLst/>
              <a:ahLst/>
              <a:cxnLst/>
              <a:rect l="l" t="t" r="r" b="b"/>
              <a:pathLst>
                <a:path w="1325245" h="1013460">
                  <a:moveTo>
                    <a:pt x="0" y="506699"/>
                  </a:moveTo>
                  <a:lnTo>
                    <a:pt x="662399" y="0"/>
                  </a:lnTo>
                  <a:lnTo>
                    <a:pt x="1324799" y="506699"/>
                  </a:lnTo>
                  <a:lnTo>
                    <a:pt x="993599" y="506699"/>
                  </a:lnTo>
                  <a:lnTo>
                    <a:pt x="993599" y="1013399"/>
                  </a:lnTo>
                  <a:lnTo>
                    <a:pt x="331199" y="1013399"/>
                  </a:lnTo>
                  <a:lnTo>
                    <a:pt x="331199" y="506699"/>
                  </a:lnTo>
                  <a:lnTo>
                    <a:pt x="0" y="506699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766849" y="5997574"/>
              <a:ext cx="605155" cy="269875"/>
            </a:xfrm>
            <a:custGeom>
              <a:avLst/>
              <a:gdLst/>
              <a:ahLst/>
              <a:cxnLst/>
              <a:rect l="l" t="t" r="r" b="b"/>
              <a:pathLst>
                <a:path w="605154" h="269875">
                  <a:moveTo>
                    <a:pt x="604799" y="269399"/>
                  </a:moveTo>
                  <a:lnTo>
                    <a:pt x="0" y="269399"/>
                  </a:lnTo>
                  <a:lnTo>
                    <a:pt x="0" y="0"/>
                  </a:lnTo>
                  <a:lnTo>
                    <a:pt x="604799" y="0"/>
                  </a:lnTo>
                  <a:lnTo>
                    <a:pt x="604799" y="269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078318" y="7336049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566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062585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4"/>
                  </a:moveTo>
                  <a:lnTo>
                    <a:pt x="0" y="43224"/>
                  </a:lnTo>
                  <a:lnTo>
                    <a:pt x="15732" y="0"/>
                  </a:lnTo>
                  <a:lnTo>
                    <a:pt x="31465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062585" y="7292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4"/>
                  </a:moveTo>
                  <a:lnTo>
                    <a:pt x="15732" y="0"/>
                  </a:lnTo>
                  <a:lnTo>
                    <a:pt x="0" y="43224"/>
                  </a:lnTo>
                  <a:lnTo>
                    <a:pt x="31465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3151725" y="6666383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90" dirty="0">
                <a:latin typeface="Tahoma"/>
                <a:cs typeface="Tahoma"/>
              </a:rPr>
              <a:t>T</a:t>
            </a:r>
            <a:r>
              <a:rPr sz="2400" b="1" spc="-130" dirty="0">
                <a:latin typeface="Tahoma"/>
                <a:cs typeface="Tahoma"/>
              </a:rPr>
              <a:t>o</a:t>
            </a:r>
            <a:r>
              <a:rPr sz="2400" b="1" spc="-195" dirty="0">
                <a:latin typeface="Tahoma"/>
                <a:cs typeface="Tahoma"/>
              </a:rPr>
              <a:t>k</a:t>
            </a:r>
            <a:r>
              <a:rPr sz="2400" b="1" spc="-160" dirty="0">
                <a:latin typeface="Tahoma"/>
                <a:cs typeface="Tahoma"/>
              </a:rPr>
              <a:t>e</a:t>
            </a:r>
            <a:r>
              <a:rPr sz="2400" b="1" spc="-165" dirty="0">
                <a:latin typeface="Tahoma"/>
                <a:cs typeface="Tahoma"/>
              </a:rPr>
              <a:t>n</a:t>
            </a:r>
            <a:r>
              <a:rPr sz="2400" b="1" spc="-245" dirty="0">
                <a:latin typeface="Tahoma"/>
                <a:cs typeface="Tahoma"/>
              </a:rPr>
              <a:t> </a:t>
            </a:r>
            <a:r>
              <a:rPr sz="2400" b="1" spc="-210" dirty="0">
                <a:latin typeface="Tahoma"/>
                <a:cs typeface="Tahoma"/>
              </a:rPr>
              <a:t>IDs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416914" y="7965282"/>
            <a:ext cx="83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4" dirty="0">
                <a:latin typeface="Tahoma"/>
                <a:cs typeface="Tahoma"/>
              </a:rPr>
              <a:t>Input: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930232" y="2643586"/>
            <a:ext cx="4142104" cy="4083685"/>
            <a:chOff x="6930232" y="2643586"/>
            <a:chExt cx="4142104" cy="4083685"/>
          </a:xfrm>
        </p:grpSpPr>
        <p:sp>
          <p:nvSpPr>
            <p:cNvPr id="8" name="object 8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9956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59956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10726" y="4479144"/>
            <a:ext cx="3388995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440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89807" y="7384112"/>
            <a:ext cx="1325880" cy="570865"/>
            <a:chOff x="7389807" y="7384112"/>
            <a:chExt cx="1325880" cy="570865"/>
          </a:xfrm>
        </p:grpSpPr>
        <p:sp>
          <p:nvSpPr>
            <p:cNvPr id="14" name="object 14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10557" y="7384112"/>
            <a:ext cx="1325880" cy="570865"/>
            <a:chOff x="9310557" y="7384112"/>
            <a:chExt cx="1325880" cy="570865"/>
          </a:xfrm>
        </p:grpSpPr>
        <p:sp>
          <p:nvSpPr>
            <p:cNvPr id="18" name="object 18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22" name="object 22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74800" y="779536"/>
            <a:ext cx="5380990" cy="7957820"/>
            <a:chOff x="6474800" y="779536"/>
            <a:chExt cx="5380990" cy="7957820"/>
          </a:xfrm>
        </p:grpSpPr>
        <p:sp>
          <p:nvSpPr>
            <p:cNvPr id="26" name="object 26"/>
            <p:cNvSpPr/>
            <p:nvPr/>
          </p:nvSpPr>
          <p:spPr>
            <a:xfrm>
              <a:off x="7891057" y="3791413"/>
              <a:ext cx="1269365" cy="3611879"/>
            </a:xfrm>
            <a:custGeom>
              <a:avLst/>
              <a:gdLst/>
              <a:ahLst/>
              <a:cxnLst/>
              <a:rect l="l" t="t" r="r" b="b"/>
              <a:pathLst>
                <a:path w="1269365" h="3611879">
                  <a:moveTo>
                    <a:pt x="0" y="170548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893548"/>
                  </a:lnTo>
                  <a:lnTo>
                    <a:pt x="1268999" y="893548"/>
                  </a:lnTo>
                </a:path>
                <a:path w="1269365" h="3611879">
                  <a:moveTo>
                    <a:pt x="161599" y="3611748"/>
                  </a:moveTo>
                  <a:lnTo>
                    <a:pt x="161599" y="3042648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6738085"/>
              <a:ext cx="81980" cy="1055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973407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05265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7953436"/>
              <a:ext cx="81980" cy="105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97340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973407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973407" y="2476612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4">
                  <a:moveTo>
                    <a:pt x="0" y="0"/>
                  </a:moveTo>
                  <a:lnTo>
                    <a:pt x="0" y="176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93850" y="7665110"/>
              <a:ext cx="686435" cy="3175"/>
            </a:xfrm>
            <a:custGeom>
              <a:avLst/>
              <a:gdLst/>
              <a:ahLst/>
              <a:cxnLst/>
              <a:rect l="l" t="t" r="r" b="b"/>
              <a:pathLst>
                <a:path w="686434" h="3175">
                  <a:moveTo>
                    <a:pt x="0" y="0"/>
                  </a:moveTo>
                  <a:lnTo>
                    <a:pt x="686402" y="315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0913" y="7586280"/>
              <a:ext cx="211289" cy="16396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845898" y="7665110"/>
              <a:ext cx="990600" cy="3810"/>
            </a:xfrm>
            <a:custGeom>
              <a:avLst/>
              <a:gdLst/>
              <a:ahLst/>
              <a:cxnLst/>
              <a:rect l="l" t="t" r="r" b="b"/>
              <a:pathLst>
                <a:path w="990600" h="3809">
                  <a:moveTo>
                    <a:pt x="990601" y="0"/>
                  </a:moveTo>
                  <a:lnTo>
                    <a:pt x="0" y="3412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3948" y="7586542"/>
              <a:ext cx="211216" cy="16396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973407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38226" y="7418961"/>
            <a:ext cx="1807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95" dirty="0">
                <a:solidFill>
                  <a:srgbClr val="9900FF"/>
                </a:solidFill>
                <a:latin typeface="Tahoma"/>
                <a:cs typeface="Tahoma"/>
              </a:rPr>
              <a:t>Embedding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283276" y="7418961"/>
            <a:ext cx="1807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95" dirty="0">
                <a:solidFill>
                  <a:srgbClr val="9900FF"/>
                </a:solidFill>
                <a:latin typeface="Tahoma"/>
                <a:cs typeface="Tahoma"/>
              </a:rPr>
              <a:t>Embedding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8" name="object 8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12" name="object 12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16" name="object 16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20" name="object 20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24" name="object 24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881532" y="779536"/>
            <a:ext cx="3446145" cy="7957820"/>
            <a:chOff x="7881532" y="779536"/>
            <a:chExt cx="3446145" cy="7957820"/>
          </a:xfrm>
        </p:grpSpPr>
        <p:sp>
          <p:nvSpPr>
            <p:cNvPr id="28" name="object 28"/>
            <p:cNvSpPr/>
            <p:nvPr/>
          </p:nvSpPr>
          <p:spPr>
            <a:xfrm>
              <a:off x="7891057" y="3791413"/>
              <a:ext cx="1269365" cy="3611879"/>
            </a:xfrm>
            <a:custGeom>
              <a:avLst/>
              <a:gdLst/>
              <a:ahLst/>
              <a:cxnLst/>
              <a:rect l="l" t="t" r="r" b="b"/>
              <a:pathLst>
                <a:path w="1269365" h="3611879">
                  <a:moveTo>
                    <a:pt x="0" y="170548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893548"/>
                  </a:lnTo>
                  <a:lnTo>
                    <a:pt x="1268999" y="893548"/>
                  </a:lnTo>
                </a:path>
                <a:path w="1269365" h="3611879">
                  <a:moveTo>
                    <a:pt x="161599" y="3611748"/>
                  </a:moveTo>
                  <a:lnTo>
                    <a:pt x="161599" y="3042648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6738085"/>
              <a:ext cx="81980" cy="105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973407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05265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7953436"/>
              <a:ext cx="81980" cy="1055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97340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973407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973407" y="2476612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4">
                  <a:moveTo>
                    <a:pt x="0" y="0"/>
                  </a:moveTo>
                  <a:lnTo>
                    <a:pt x="0" y="176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973407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225" y="5320049"/>
            <a:ext cx="5325110" cy="3268979"/>
            <a:chOff x="706225" y="5320049"/>
            <a:chExt cx="5325110" cy="3268979"/>
          </a:xfrm>
        </p:grpSpPr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18" name="object 18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3" name="object 23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1" name="object 31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5" name="object 35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39" name="object 39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3" name="object 43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7" name="object 47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881532" y="779536"/>
            <a:ext cx="3446145" cy="7957820"/>
            <a:chOff x="7881532" y="779536"/>
            <a:chExt cx="3446145" cy="7957820"/>
          </a:xfrm>
        </p:grpSpPr>
        <p:sp>
          <p:nvSpPr>
            <p:cNvPr id="51" name="object 51"/>
            <p:cNvSpPr/>
            <p:nvPr/>
          </p:nvSpPr>
          <p:spPr>
            <a:xfrm>
              <a:off x="7891057" y="3723834"/>
              <a:ext cx="1269365" cy="3679825"/>
            </a:xfrm>
            <a:custGeom>
              <a:avLst/>
              <a:gdLst/>
              <a:ahLst/>
              <a:cxnLst/>
              <a:rect l="l" t="t" r="r" b="b"/>
              <a:pathLst>
                <a:path w="1269365" h="3679825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  <a:path w="1269365" h="3679825">
                  <a:moveTo>
                    <a:pt x="161599" y="3679327"/>
                  </a:moveTo>
                  <a:lnTo>
                    <a:pt x="161599" y="31102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6738085"/>
              <a:ext cx="81980" cy="1055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973407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05265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1666" y="7953436"/>
              <a:ext cx="81980" cy="1055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973407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973407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973407" y="2476612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4">
                  <a:moveTo>
                    <a:pt x="0" y="0"/>
                  </a:moveTo>
                  <a:lnTo>
                    <a:pt x="0" y="176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973407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225" y="5320049"/>
            <a:ext cx="5325110" cy="3268979"/>
            <a:chOff x="706225" y="5320049"/>
            <a:chExt cx="5325110" cy="3268979"/>
          </a:xfrm>
        </p:grpSpPr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18" name="object 18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3" name="object 23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1" name="object 31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5" name="object 35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39" name="object 39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3" name="object 43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7" name="object 47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54724" y="779536"/>
            <a:ext cx="5373370" cy="8041640"/>
            <a:chOff x="5954724" y="779536"/>
            <a:chExt cx="5373370" cy="8041640"/>
          </a:xfrm>
        </p:grpSpPr>
        <p:sp>
          <p:nvSpPr>
            <p:cNvPr id="51" name="object 51"/>
            <p:cNvSpPr/>
            <p:nvPr/>
          </p:nvSpPr>
          <p:spPr>
            <a:xfrm>
              <a:off x="7891056" y="3723834"/>
              <a:ext cx="1269365" cy="961390"/>
            </a:xfrm>
            <a:custGeom>
              <a:avLst/>
              <a:gdLst/>
              <a:ahLst/>
              <a:cxnLst/>
              <a:rect l="l" t="t" r="r" b="b"/>
              <a:pathLst>
                <a:path w="1269365" h="961389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021191" y="6747610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973406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02119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973406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973406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973406" y="2476612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4">
                  <a:moveTo>
                    <a:pt x="0" y="0"/>
                  </a:moveTo>
                  <a:lnTo>
                    <a:pt x="0" y="176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992824" y="7977825"/>
              <a:ext cx="1826260" cy="614045"/>
            </a:xfrm>
            <a:custGeom>
              <a:avLst/>
              <a:gdLst/>
              <a:ahLst/>
              <a:cxnLst/>
              <a:rect l="l" t="t" r="r" b="b"/>
              <a:pathLst>
                <a:path w="1826259" h="614045">
                  <a:moveTo>
                    <a:pt x="0" y="0"/>
                  </a:moveTo>
                  <a:lnTo>
                    <a:pt x="913086" y="0"/>
                  </a:lnTo>
                  <a:lnTo>
                    <a:pt x="913086" y="613499"/>
                  </a:lnTo>
                  <a:lnTo>
                    <a:pt x="1826099" y="6134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52656" y="836177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18983" y="5758535"/>
              <a:ext cx="459105" cy="3062605"/>
            </a:xfrm>
            <a:custGeom>
              <a:avLst/>
              <a:gdLst/>
              <a:ahLst/>
              <a:cxnLst/>
              <a:rect l="l" t="t" r="r" b="b"/>
              <a:pathLst>
                <a:path w="459104" h="3062604">
                  <a:moveTo>
                    <a:pt x="459003" y="2832747"/>
                  </a:moveTo>
                  <a:lnTo>
                    <a:pt x="454558" y="2787764"/>
                  </a:lnTo>
                  <a:lnTo>
                    <a:pt x="441540" y="2744914"/>
                  </a:lnTo>
                  <a:lnTo>
                    <a:pt x="420446" y="2705417"/>
                  </a:lnTo>
                  <a:lnTo>
                    <a:pt x="391782" y="2670467"/>
                  </a:lnTo>
                  <a:lnTo>
                    <a:pt x="356831" y="2641803"/>
                  </a:lnTo>
                  <a:lnTo>
                    <a:pt x="317334" y="2620721"/>
                  </a:lnTo>
                  <a:lnTo>
                    <a:pt x="274485" y="2607691"/>
                  </a:lnTo>
                  <a:lnTo>
                    <a:pt x="229501" y="2603246"/>
                  </a:lnTo>
                  <a:lnTo>
                    <a:pt x="183248" y="2607907"/>
                  </a:lnTo>
                  <a:lnTo>
                    <a:pt x="140169" y="2621280"/>
                  </a:lnTo>
                  <a:lnTo>
                    <a:pt x="101193" y="2642438"/>
                  </a:lnTo>
                  <a:lnTo>
                    <a:pt x="67221" y="2670467"/>
                  </a:lnTo>
                  <a:lnTo>
                    <a:pt x="39204" y="2704427"/>
                  </a:lnTo>
                  <a:lnTo>
                    <a:pt x="18046" y="2743416"/>
                  </a:lnTo>
                  <a:lnTo>
                    <a:pt x="4673" y="2786494"/>
                  </a:lnTo>
                  <a:lnTo>
                    <a:pt x="0" y="2832747"/>
                  </a:lnTo>
                  <a:lnTo>
                    <a:pt x="4673" y="2879001"/>
                  </a:lnTo>
                  <a:lnTo>
                    <a:pt x="18046" y="2922079"/>
                  </a:lnTo>
                  <a:lnTo>
                    <a:pt x="39204" y="2961055"/>
                  </a:lnTo>
                  <a:lnTo>
                    <a:pt x="67221" y="2995028"/>
                  </a:lnTo>
                  <a:lnTo>
                    <a:pt x="101193" y="3023044"/>
                  </a:lnTo>
                  <a:lnTo>
                    <a:pt x="140169" y="3044215"/>
                  </a:lnTo>
                  <a:lnTo>
                    <a:pt x="183248" y="3057588"/>
                  </a:lnTo>
                  <a:lnTo>
                    <a:pt x="229501" y="3062249"/>
                  </a:lnTo>
                  <a:lnTo>
                    <a:pt x="275755" y="3057588"/>
                  </a:lnTo>
                  <a:lnTo>
                    <a:pt x="318833" y="3044215"/>
                  </a:lnTo>
                  <a:lnTo>
                    <a:pt x="357822" y="3023044"/>
                  </a:lnTo>
                  <a:lnTo>
                    <a:pt x="391782" y="2995028"/>
                  </a:lnTo>
                  <a:lnTo>
                    <a:pt x="419811" y="2961055"/>
                  </a:lnTo>
                  <a:lnTo>
                    <a:pt x="440969" y="2922079"/>
                  </a:lnTo>
                  <a:lnTo>
                    <a:pt x="454342" y="2879001"/>
                  </a:lnTo>
                  <a:lnTo>
                    <a:pt x="459003" y="2832747"/>
                  </a:lnTo>
                  <a:close/>
                </a:path>
                <a:path w="459104" h="3062604">
                  <a:moveTo>
                    <a:pt x="459003" y="229489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08"/>
                  </a:lnTo>
                  <a:lnTo>
                    <a:pt x="356831" y="38557"/>
                  </a:lnTo>
                  <a:lnTo>
                    <a:pt x="317334" y="17462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08"/>
                  </a:lnTo>
                  <a:lnTo>
                    <a:pt x="39204" y="101180"/>
                  </a:lnTo>
                  <a:lnTo>
                    <a:pt x="18046" y="140157"/>
                  </a:lnTo>
                  <a:lnTo>
                    <a:pt x="4673" y="183248"/>
                  </a:lnTo>
                  <a:lnTo>
                    <a:pt x="0" y="229489"/>
                  </a:lnTo>
                  <a:lnTo>
                    <a:pt x="4673" y="275742"/>
                  </a:lnTo>
                  <a:lnTo>
                    <a:pt x="18046" y="318820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56"/>
                  </a:lnTo>
                  <a:lnTo>
                    <a:pt x="183248" y="454329"/>
                  </a:lnTo>
                  <a:lnTo>
                    <a:pt x="229501" y="458990"/>
                  </a:lnTo>
                  <a:lnTo>
                    <a:pt x="275755" y="454329"/>
                  </a:lnTo>
                  <a:lnTo>
                    <a:pt x="318833" y="440956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20"/>
                  </a:lnTo>
                  <a:lnTo>
                    <a:pt x="454342" y="275742"/>
                  </a:lnTo>
                  <a:lnTo>
                    <a:pt x="459003" y="22948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048495" y="6217374"/>
              <a:ext cx="0" cy="2144395"/>
            </a:xfrm>
            <a:custGeom>
              <a:avLst/>
              <a:gdLst/>
              <a:ahLst/>
              <a:cxnLst/>
              <a:rect l="l" t="t" r="r" b="b"/>
              <a:pathLst>
                <a:path h="2144395">
                  <a:moveTo>
                    <a:pt x="0" y="2144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973406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225" y="5320049"/>
            <a:ext cx="5325110" cy="3268979"/>
            <a:chOff x="706225" y="5320049"/>
            <a:chExt cx="5325110" cy="3268979"/>
          </a:xfrm>
        </p:grpSpPr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18" name="object 18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3" name="object 23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1" name="object 31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5" name="object 35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39" name="object 39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3" name="object 43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7" name="object 47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54724" y="779536"/>
            <a:ext cx="5373370" cy="8041640"/>
            <a:chOff x="5954724" y="779536"/>
            <a:chExt cx="5373370" cy="8041640"/>
          </a:xfrm>
        </p:grpSpPr>
        <p:sp>
          <p:nvSpPr>
            <p:cNvPr id="51" name="object 51"/>
            <p:cNvSpPr/>
            <p:nvPr/>
          </p:nvSpPr>
          <p:spPr>
            <a:xfrm>
              <a:off x="7891056" y="3723834"/>
              <a:ext cx="1269365" cy="961390"/>
            </a:xfrm>
            <a:custGeom>
              <a:avLst/>
              <a:gdLst/>
              <a:ahLst/>
              <a:cxnLst/>
              <a:rect l="l" t="t" r="r" b="b"/>
              <a:pathLst>
                <a:path w="1269365" h="961389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021191" y="6747610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973406" y="6840661"/>
              <a:ext cx="0" cy="562610"/>
            </a:xfrm>
            <a:custGeom>
              <a:avLst/>
              <a:gdLst/>
              <a:ahLst/>
              <a:cxnLst/>
              <a:rect l="l" t="t" r="r" b="b"/>
              <a:pathLst>
                <a:path h="562609">
                  <a:moveTo>
                    <a:pt x="0" y="5624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6744685"/>
              <a:ext cx="81980" cy="1055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02119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973406" y="8049411"/>
              <a:ext cx="0" cy="688340"/>
            </a:xfrm>
            <a:custGeom>
              <a:avLst/>
              <a:gdLst/>
              <a:ahLst/>
              <a:cxnLst/>
              <a:rect l="l" t="t" r="r" b="b"/>
              <a:pathLst>
                <a:path h="688340">
                  <a:moveTo>
                    <a:pt x="0" y="6878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953436"/>
              <a:ext cx="81980" cy="1055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973406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973406" y="2476612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4">
                  <a:moveTo>
                    <a:pt x="0" y="0"/>
                  </a:moveTo>
                  <a:lnTo>
                    <a:pt x="0" y="176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992824" y="7977825"/>
              <a:ext cx="1826260" cy="614045"/>
            </a:xfrm>
            <a:custGeom>
              <a:avLst/>
              <a:gdLst/>
              <a:ahLst/>
              <a:cxnLst/>
              <a:rect l="l" t="t" r="r" b="b"/>
              <a:pathLst>
                <a:path w="1826259" h="614045">
                  <a:moveTo>
                    <a:pt x="0" y="0"/>
                  </a:moveTo>
                  <a:lnTo>
                    <a:pt x="913086" y="0"/>
                  </a:lnTo>
                  <a:lnTo>
                    <a:pt x="913086" y="613499"/>
                  </a:lnTo>
                  <a:lnTo>
                    <a:pt x="1826099" y="6134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52656" y="836177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18983" y="5758535"/>
              <a:ext cx="459105" cy="3062605"/>
            </a:xfrm>
            <a:custGeom>
              <a:avLst/>
              <a:gdLst/>
              <a:ahLst/>
              <a:cxnLst/>
              <a:rect l="l" t="t" r="r" b="b"/>
              <a:pathLst>
                <a:path w="459104" h="3062604">
                  <a:moveTo>
                    <a:pt x="459003" y="2832747"/>
                  </a:moveTo>
                  <a:lnTo>
                    <a:pt x="454558" y="2787764"/>
                  </a:lnTo>
                  <a:lnTo>
                    <a:pt x="441540" y="2744914"/>
                  </a:lnTo>
                  <a:lnTo>
                    <a:pt x="420446" y="2705417"/>
                  </a:lnTo>
                  <a:lnTo>
                    <a:pt x="391782" y="2670467"/>
                  </a:lnTo>
                  <a:lnTo>
                    <a:pt x="356831" y="2641803"/>
                  </a:lnTo>
                  <a:lnTo>
                    <a:pt x="317334" y="2620721"/>
                  </a:lnTo>
                  <a:lnTo>
                    <a:pt x="274485" y="2607691"/>
                  </a:lnTo>
                  <a:lnTo>
                    <a:pt x="229501" y="2603246"/>
                  </a:lnTo>
                  <a:lnTo>
                    <a:pt x="183248" y="2607907"/>
                  </a:lnTo>
                  <a:lnTo>
                    <a:pt x="140169" y="2621280"/>
                  </a:lnTo>
                  <a:lnTo>
                    <a:pt x="101193" y="2642438"/>
                  </a:lnTo>
                  <a:lnTo>
                    <a:pt x="67221" y="2670467"/>
                  </a:lnTo>
                  <a:lnTo>
                    <a:pt x="39204" y="2704427"/>
                  </a:lnTo>
                  <a:lnTo>
                    <a:pt x="18046" y="2743416"/>
                  </a:lnTo>
                  <a:lnTo>
                    <a:pt x="4673" y="2786494"/>
                  </a:lnTo>
                  <a:lnTo>
                    <a:pt x="0" y="2832747"/>
                  </a:lnTo>
                  <a:lnTo>
                    <a:pt x="4673" y="2879001"/>
                  </a:lnTo>
                  <a:lnTo>
                    <a:pt x="18046" y="2922079"/>
                  </a:lnTo>
                  <a:lnTo>
                    <a:pt x="39204" y="2961055"/>
                  </a:lnTo>
                  <a:lnTo>
                    <a:pt x="67221" y="2995028"/>
                  </a:lnTo>
                  <a:lnTo>
                    <a:pt x="101193" y="3023044"/>
                  </a:lnTo>
                  <a:lnTo>
                    <a:pt x="140169" y="3044215"/>
                  </a:lnTo>
                  <a:lnTo>
                    <a:pt x="183248" y="3057588"/>
                  </a:lnTo>
                  <a:lnTo>
                    <a:pt x="229501" y="3062249"/>
                  </a:lnTo>
                  <a:lnTo>
                    <a:pt x="275755" y="3057588"/>
                  </a:lnTo>
                  <a:lnTo>
                    <a:pt x="318833" y="3044215"/>
                  </a:lnTo>
                  <a:lnTo>
                    <a:pt x="357822" y="3023044"/>
                  </a:lnTo>
                  <a:lnTo>
                    <a:pt x="391782" y="2995028"/>
                  </a:lnTo>
                  <a:lnTo>
                    <a:pt x="419811" y="2961055"/>
                  </a:lnTo>
                  <a:lnTo>
                    <a:pt x="440969" y="2922079"/>
                  </a:lnTo>
                  <a:lnTo>
                    <a:pt x="454342" y="2879001"/>
                  </a:lnTo>
                  <a:lnTo>
                    <a:pt x="459003" y="2832747"/>
                  </a:lnTo>
                  <a:close/>
                </a:path>
                <a:path w="459104" h="3062604">
                  <a:moveTo>
                    <a:pt x="459003" y="229489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08"/>
                  </a:lnTo>
                  <a:lnTo>
                    <a:pt x="356831" y="38557"/>
                  </a:lnTo>
                  <a:lnTo>
                    <a:pt x="317334" y="17462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08"/>
                  </a:lnTo>
                  <a:lnTo>
                    <a:pt x="39204" y="101180"/>
                  </a:lnTo>
                  <a:lnTo>
                    <a:pt x="18046" y="140157"/>
                  </a:lnTo>
                  <a:lnTo>
                    <a:pt x="4673" y="183248"/>
                  </a:lnTo>
                  <a:lnTo>
                    <a:pt x="0" y="229489"/>
                  </a:lnTo>
                  <a:lnTo>
                    <a:pt x="4673" y="275742"/>
                  </a:lnTo>
                  <a:lnTo>
                    <a:pt x="18046" y="318820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56"/>
                  </a:lnTo>
                  <a:lnTo>
                    <a:pt x="183248" y="454329"/>
                  </a:lnTo>
                  <a:lnTo>
                    <a:pt x="229501" y="458990"/>
                  </a:lnTo>
                  <a:lnTo>
                    <a:pt x="275755" y="454329"/>
                  </a:lnTo>
                  <a:lnTo>
                    <a:pt x="318833" y="440956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20"/>
                  </a:lnTo>
                  <a:lnTo>
                    <a:pt x="454342" y="275742"/>
                  </a:lnTo>
                  <a:lnTo>
                    <a:pt x="459003" y="22948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048495" y="6217374"/>
              <a:ext cx="0" cy="2144395"/>
            </a:xfrm>
            <a:custGeom>
              <a:avLst/>
              <a:gdLst/>
              <a:ahLst/>
              <a:cxnLst/>
              <a:rect l="l" t="t" r="r" b="b"/>
              <a:pathLst>
                <a:path h="2144395">
                  <a:moveTo>
                    <a:pt x="0" y="2144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663095" y="43731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891122" y="3754787"/>
              <a:ext cx="3060700" cy="1381125"/>
            </a:xfrm>
            <a:custGeom>
              <a:avLst/>
              <a:gdLst/>
              <a:ahLst/>
              <a:cxnLst/>
              <a:rect l="l" t="t" r="r" b="b"/>
              <a:pathLst>
                <a:path w="3060700" h="1381125">
                  <a:moveTo>
                    <a:pt x="1371577" y="659565"/>
                  </a:moveTo>
                  <a:lnTo>
                    <a:pt x="1378929" y="613986"/>
                  </a:lnTo>
                  <a:lnTo>
                    <a:pt x="1399400" y="574400"/>
                  </a:lnTo>
                  <a:lnTo>
                    <a:pt x="1430616" y="543185"/>
                  </a:lnTo>
                  <a:lnTo>
                    <a:pt x="1470201" y="522714"/>
                  </a:lnTo>
                  <a:lnTo>
                    <a:pt x="1515780" y="515362"/>
                  </a:lnTo>
                  <a:lnTo>
                    <a:pt x="2916374" y="515362"/>
                  </a:lnTo>
                  <a:lnTo>
                    <a:pt x="2971558" y="526339"/>
                  </a:lnTo>
                  <a:lnTo>
                    <a:pt x="3018341" y="557598"/>
                  </a:lnTo>
                  <a:lnTo>
                    <a:pt x="3049600" y="604381"/>
                  </a:lnTo>
                  <a:lnTo>
                    <a:pt x="3060577" y="659565"/>
                  </a:lnTo>
                  <a:lnTo>
                    <a:pt x="3060577" y="1236359"/>
                  </a:lnTo>
                  <a:lnTo>
                    <a:pt x="3053225" y="1281938"/>
                  </a:lnTo>
                  <a:lnTo>
                    <a:pt x="3032754" y="1321524"/>
                  </a:lnTo>
                  <a:lnTo>
                    <a:pt x="3001538" y="1352739"/>
                  </a:lnTo>
                  <a:lnTo>
                    <a:pt x="2961953" y="1373210"/>
                  </a:lnTo>
                  <a:lnTo>
                    <a:pt x="2916374" y="1380562"/>
                  </a:lnTo>
                  <a:lnTo>
                    <a:pt x="1515780" y="1380562"/>
                  </a:lnTo>
                  <a:lnTo>
                    <a:pt x="1470201" y="1373210"/>
                  </a:lnTo>
                  <a:lnTo>
                    <a:pt x="1430616" y="1352739"/>
                  </a:lnTo>
                  <a:lnTo>
                    <a:pt x="1399400" y="1321524"/>
                  </a:lnTo>
                  <a:lnTo>
                    <a:pt x="1378929" y="1281938"/>
                  </a:lnTo>
                  <a:lnTo>
                    <a:pt x="1371577" y="1236359"/>
                  </a:lnTo>
                  <a:lnTo>
                    <a:pt x="1371577" y="659565"/>
                  </a:lnTo>
                  <a:close/>
                </a:path>
                <a:path w="3060700" h="1381125">
                  <a:moveTo>
                    <a:pt x="0" y="0"/>
                  </a:moveTo>
                  <a:lnTo>
                    <a:pt x="1117153" y="0"/>
                  </a:lnTo>
                  <a:lnTo>
                    <a:pt x="1117153" y="917098"/>
                  </a:lnTo>
                  <a:lnTo>
                    <a:pt x="1371599" y="917098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890795" y="3755339"/>
              <a:ext cx="1905" cy="617855"/>
            </a:xfrm>
            <a:custGeom>
              <a:avLst/>
              <a:gdLst/>
              <a:ahLst/>
              <a:cxnLst/>
              <a:rect l="l" t="t" r="r" b="b"/>
              <a:pathLst>
                <a:path w="1904" h="617854">
                  <a:moveTo>
                    <a:pt x="899" y="-38099"/>
                  </a:moveTo>
                  <a:lnTo>
                    <a:pt x="899" y="655934"/>
                  </a:lnTo>
                </a:path>
              </a:pathLst>
            </a:custGeom>
            <a:ln w="779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973406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225" y="5320049"/>
            <a:ext cx="5325110" cy="3268979"/>
            <a:chOff x="706225" y="5320049"/>
            <a:chExt cx="5325110" cy="3268979"/>
          </a:xfrm>
        </p:grpSpPr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18" name="object 18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3" name="object 23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1" name="object 31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5" name="object 35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39" name="object 39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3" name="object 43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7" name="object 47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54724" y="779536"/>
            <a:ext cx="5373370" cy="8041640"/>
            <a:chOff x="5954724" y="779536"/>
            <a:chExt cx="5373370" cy="8041640"/>
          </a:xfrm>
        </p:grpSpPr>
        <p:sp>
          <p:nvSpPr>
            <p:cNvPr id="51" name="object 51"/>
            <p:cNvSpPr/>
            <p:nvPr/>
          </p:nvSpPr>
          <p:spPr>
            <a:xfrm>
              <a:off x="802119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92824" y="7977825"/>
              <a:ext cx="1826260" cy="614045"/>
            </a:xfrm>
            <a:custGeom>
              <a:avLst/>
              <a:gdLst/>
              <a:ahLst/>
              <a:cxnLst/>
              <a:rect l="l" t="t" r="r" b="b"/>
              <a:pathLst>
                <a:path w="1826259" h="614045">
                  <a:moveTo>
                    <a:pt x="0" y="0"/>
                  </a:moveTo>
                  <a:lnTo>
                    <a:pt x="913086" y="0"/>
                  </a:lnTo>
                  <a:lnTo>
                    <a:pt x="913086" y="613499"/>
                  </a:lnTo>
                  <a:lnTo>
                    <a:pt x="1826099" y="6134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52656" y="836177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18983" y="8361781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459003" y="229501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21"/>
                  </a:lnTo>
                  <a:lnTo>
                    <a:pt x="356831" y="38557"/>
                  </a:lnTo>
                  <a:lnTo>
                    <a:pt x="317334" y="17475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21"/>
                  </a:lnTo>
                  <a:lnTo>
                    <a:pt x="39204" y="101180"/>
                  </a:lnTo>
                  <a:lnTo>
                    <a:pt x="18046" y="140169"/>
                  </a:lnTo>
                  <a:lnTo>
                    <a:pt x="4673" y="183248"/>
                  </a:lnTo>
                  <a:lnTo>
                    <a:pt x="0" y="229501"/>
                  </a:lnTo>
                  <a:lnTo>
                    <a:pt x="4673" y="275755"/>
                  </a:lnTo>
                  <a:lnTo>
                    <a:pt x="18046" y="318833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69"/>
                  </a:lnTo>
                  <a:lnTo>
                    <a:pt x="183248" y="454342"/>
                  </a:lnTo>
                  <a:lnTo>
                    <a:pt x="229501" y="459003"/>
                  </a:lnTo>
                  <a:lnTo>
                    <a:pt x="275755" y="454342"/>
                  </a:lnTo>
                  <a:lnTo>
                    <a:pt x="318833" y="440969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33"/>
                  </a:lnTo>
                  <a:lnTo>
                    <a:pt x="454342" y="275755"/>
                  </a:lnTo>
                  <a:lnTo>
                    <a:pt x="459003" y="2295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91056" y="3723834"/>
              <a:ext cx="1269365" cy="961390"/>
            </a:xfrm>
            <a:custGeom>
              <a:avLst/>
              <a:gdLst/>
              <a:ahLst/>
              <a:cxnLst/>
              <a:rect l="l" t="t" r="r" b="b"/>
              <a:pathLst>
                <a:path w="1269365" h="961389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21191" y="6747610"/>
              <a:ext cx="1983739" cy="93345"/>
            </a:xfrm>
            <a:custGeom>
              <a:avLst/>
              <a:gdLst/>
              <a:ahLst/>
              <a:cxnLst/>
              <a:rect l="l" t="t" r="r" b="b"/>
              <a:pathLst>
                <a:path w="1983740" h="9334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  <a:path w="1983740" h="93345">
                  <a:moveTo>
                    <a:pt x="1983680" y="93050"/>
                  </a:moveTo>
                  <a:lnTo>
                    <a:pt x="1952215" y="6599"/>
                  </a:lnTo>
                  <a:lnTo>
                    <a:pt x="1920749" y="93050"/>
                  </a:lnTo>
                  <a:lnTo>
                    <a:pt x="1983680" y="930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973406" y="875511"/>
              <a:ext cx="0" cy="854710"/>
            </a:xfrm>
            <a:custGeom>
              <a:avLst/>
              <a:gdLst/>
              <a:ahLst/>
              <a:cxnLst/>
              <a:rect l="l" t="t" r="r" b="b"/>
              <a:pathLst>
                <a:path h="854710">
                  <a:moveTo>
                    <a:pt x="0" y="85470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973406" y="2476612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4">
                  <a:moveTo>
                    <a:pt x="0" y="0"/>
                  </a:moveTo>
                  <a:lnTo>
                    <a:pt x="0" y="1769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18995" y="575852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48495" y="4270150"/>
              <a:ext cx="2903220" cy="4091940"/>
            </a:xfrm>
            <a:custGeom>
              <a:avLst/>
              <a:gdLst/>
              <a:ahLst/>
              <a:cxnLst/>
              <a:rect l="l" t="t" r="r" b="b"/>
              <a:pathLst>
                <a:path w="2903220" h="4091940">
                  <a:moveTo>
                    <a:pt x="0" y="4091624"/>
                  </a:moveTo>
                  <a:lnTo>
                    <a:pt x="0" y="1947224"/>
                  </a:lnTo>
                </a:path>
                <a:path w="2903220" h="4091940">
                  <a:moveTo>
                    <a:pt x="1214203" y="144202"/>
                  </a:moveTo>
                  <a:lnTo>
                    <a:pt x="1221555" y="98623"/>
                  </a:lnTo>
                  <a:lnTo>
                    <a:pt x="1242026" y="59038"/>
                  </a:lnTo>
                  <a:lnTo>
                    <a:pt x="1273242" y="27822"/>
                  </a:lnTo>
                  <a:lnTo>
                    <a:pt x="1312827" y="7351"/>
                  </a:lnTo>
                  <a:lnTo>
                    <a:pt x="1358406" y="0"/>
                  </a:lnTo>
                  <a:lnTo>
                    <a:pt x="2759000" y="0"/>
                  </a:lnTo>
                  <a:lnTo>
                    <a:pt x="2814185" y="10976"/>
                  </a:lnTo>
                  <a:lnTo>
                    <a:pt x="2860967" y="42235"/>
                  </a:lnTo>
                  <a:lnTo>
                    <a:pt x="2892227" y="89018"/>
                  </a:lnTo>
                  <a:lnTo>
                    <a:pt x="2903203" y="144202"/>
                  </a:lnTo>
                  <a:lnTo>
                    <a:pt x="2903203" y="720997"/>
                  </a:lnTo>
                  <a:lnTo>
                    <a:pt x="2895852" y="766576"/>
                  </a:lnTo>
                  <a:lnTo>
                    <a:pt x="2875381" y="806161"/>
                  </a:lnTo>
                  <a:lnTo>
                    <a:pt x="2844165" y="837377"/>
                  </a:lnTo>
                  <a:lnTo>
                    <a:pt x="2804580" y="857848"/>
                  </a:lnTo>
                  <a:lnTo>
                    <a:pt x="2759000" y="865199"/>
                  </a:lnTo>
                  <a:lnTo>
                    <a:pt x="1358406" y="865199"/>
                  </a:lnTo>
                  <a:lnTo>
                    <a:pt x="1312827" y="857848"/>
                  </a:lnTo>
                  <a:lnTo>
                    <a:pt x="1273242" y="837377"/>
                  </a:lnTo>
                  <a:lnTo>
                    <a:pt x="1242026" y="806161"/>
                  </a:lnTo>
                  <a:lnTo>
                    <a:pt x="1221555" y="766576"/>
                  </a:lnTo>
                  <a:lnTo>
                    <a:pt x="1214203" y="720997"/>
                  </a:lnTo>
                  <a:lnTo>
                    <a:pt x="1214203" y="144202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973406" y="836192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38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750984" y="5758535"/>
              <a:ext cx="459105" cy="3062605"/>
            </a:xfrm>
            <a:custGeom>
              <a:avLst/>
              <a:gdLst/>
              <a:ahLst/>
              <a:cxnLst/>
              <a:rect l="l" t="t" r="r" b="b"/>
              <a:pathLst>
                <a:path w="459104" h="3062604">
                  <a:moveTo>
                    <a:pt x="459003" y="2832747"/>
                  </a:moveTo>
                  <a:lnTo>
                    <a:pt x="454558" y="2787764"/>
                  </a:lnTo>
                  <a:lnTo>
                    <a:pt x="441540" y="2744914"/>
                  </a:lnTo>
                  <a:lnTo>
                    <a:pt x="420446" y="2705417"/>
                  </a:lnTo>
                  <a:lnTo>
                    <a:pt x="391782" y="2670467"/>
                  </a:lnTo>
                  <a:lnTo>
                    <a:pt x="356831" y="2641803"/>
                  </a:lnTo>
                  <a:lnTo>
                    <a:pt x="317334" y="2620721"/>
                  </a:lnTo>
                  <a:lnTo>
                    <a:pt x="274485" y="2607691"/>
                  </a:lnTo>
                  <a:lnTo>
                    <a:pt x="229501" y="2603246"/>
                  </a:lnTo>
                  <a:lnTo>
                    <a:pt x="183248" y="2607907"/>
                  </a:lnTo>
                  <a:lnTo>
                    <a:pt x="140169" y="2621280"/>
                  </a:lnTo>
                  <a:lnTo>
                    <a:pt x="101193" y="2642438"/>
                  </a:lnTo>
                  <a:lnTo>
                    <a:pt x="67221" y="2670467"/>
                  </a:lnTo>
                  <a:lnTo>
                    <a:pt x="39204" y="2704427"/>
                  </a:lnTo>
                  <a:lnTo>
                    <a:pt x="18046" y="2743416"/>
                  </a:lnTo>
                  <a:lnTo>
                    <a:pt x="4673" y="2786494"/>
                  </a:lnTo>
                  <a:lnTo>
                    <a:pt x="0" y="2832747"/>
                  </a:lnTo>
                  <a:lnTo>
                    <a:pt x="4673" y="2879001"/>
                  </a:lnTo>
                  <a:lnTo>
                    <a:pt x="18046" y="2922079"/>
                  </a:lnTo>
                  <a:lnTo>
                    <a:pt x="39204" y="2961055"/>
                  </a:lnTo>
                  <a:lnTo>
                    <a:pt x="67221" y="2995028"/>
                  </a:lnTo>
                  <a:lnTo>
                    <a:pt x="101193" y="3023044"/>
                  </a:lnTo>
                  <a:lnTo>
                    <a:pt x="140169" y="3044215"/>
                  </a:lnTo>
                  <a:lnTo>
                    <a:pt x="183248" y="3057588"/>
                  </a:lnTo>
                  <a:lnTo>
                    <a:pt x="229501" y="3062249"/>
                  </a:lnTo>
                  <a:lnTo>
                    <a:pt x="275755" y="3057588"/>
                  </a:lnTo>
                  <a:lnTo>
                    <a:pt x="318833" y="3044215"/>
                  </a:lnTo>
                  <a:lnTo>
                    <a:pt x="357822" y="3023044"/>
                  </a:lnTo>
                  <a:lnTo>
                    <a:pt x="391782" y="2995028"/>
                  </a:lnTo>
                  <a:lnTo>
                    <a:pt x="419811" y="2961055"/>
                  </a:lnTo>
                  <a:lnTo>
                    <a:pt x="440969" y="2922079"/>
                  </a:lnTo>
                  <a:lnTo>
                    <a:pt x="454342" y="2879001"/>
                  </a:lnTo>
                  <a:lnTo>
                    <a:pt x="459003" y="2832747"/>
                  </a:lnTo>
                  <a:close/>
                </a:path>
                <a:path w="459104" h="3062604">
                  <a:moveTo>
                    <a:pt x="459003" y="229489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08"/>
                  </a:lnTo>
                  <a:lnTo>
                    <a:pt x="356831" y="38557"/>
                  </a:lnTo>
                  <a:lnTo>
                    <a:pt x="317334" y="17462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08"/>
                  </a:lnTo>
                  <a:lnTo>
                    <a:pt x="39204" y="101180"/>
                  </a:lnTo>
                  <a:lnTo>
                    <a:pt x="18046" y="140157"/>
                  </a:lnTo>
                  <a:lnTo>
                    <a:pt x="4673" y="183248"/>
                  </a:lnTo>
                  <a:lnTo>
                    <a:pt x="0" y="229489"/>
                  </a:lnTo>
                  <a:lnTo>
                    <a:pt x="4673" y="275742"/>
                  </a:lnTo>
                  <a:lnTo>
                    <a:pt x="18046" y="318820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56"/>
                  </a:lnTo>
                  <a:lnTo>
                    <a:pt x="183248" y="454329"/>
                  </a:lnTo>
                  <a:lnTo>
                    <a:pt x="229501" y="458990"/>
                  </a:lnTo>
                  <a:lnTo>
                    <a:pt x="275755" y="454329"/>
                  </a:lnTo>
                  <a:lnTo>
                    <a:pt x="318833" y="440956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20"/>
                  </a:lnTo>
                  <a:lnTo>
                    <a:pt x="454342" y="275742"/>
                  </a:lnTo>
                  <a:lnTo>
                    <a:pt x="459003" y="22948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94194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980495" y="6217524"/>
              <a:ext cx="0" cy="2144395"/>
            </a:xfrm>
            <a:custGeom>
              <a:avLst/>
              <a:gdLst/>
              <a:ahLst/>
              <a:cxnLst/>
              <a:rect l="l" t="t" r="r" b="b"/>
              <a:pathLst>
                <a:path h="2144395">
                  <a:moveTo>
                    <a:pt x="0" y="2144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663095" y="43731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891122" y="3754787"/>
              <a:ext cx="1371600" cy="917575"/>
            </a:xfrm>
            <a:custGeom>
              <a:avLst/>
              <a:gdLst/>
              <a:ahLst/>
              <a:cxnLst/>
              <a:rect l="l" t="t" r="r" b="b"/>
              <a:pathLst>
                <a:path w="1371600" h="917575">
                  <a:moveTo>
                    <a:pt x="0" y="0"/>
                  </a:moveTo>
                  <a:lnTo>
                    <a:pt x="1117153" y="0"/>
                  </a:lnTo>
                  <a:lnTo>
                    <a:pt x="1117153" y="917098"/>
                  </a:lnTo>
                  <a:lnTo>
                    <a:pt x="1371599" y="917098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890795" y="3755339"/>
              <a:ext cx="1905" cy="617855"/>
            </a:xfrm>
            <a:custGeom>
              <a:avLst/>
              <a:gdLst/>
              <a:ahLst/>
              <a:cxnLst/>
              <a:rect l="l" t="t" r="r" b="b"/>
              <a:pathLst>
                <a:path w="1904" h="617854">
                  <a:moveTo>
                    <a:pt x="899" y="-38099"/>
                  </a:moveTo>
                  <a:lnTo>
                    <a:pt x="899" y="655934"/>
                  </a:lnTo>
                </a:path>
              </a:pathLst>
            </a:custGeom>
            <a:ln w="779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973406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225" y="5320049"/>
            <a:ext cx="5325110" cy="3268979"/>
            <a:chOff x="706225" y="5320049"/>
            <a:chExt cx="5325110" cy="3268979"/>
          </a:xfrm>
        </p:grpSpPr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18" name="object 18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3" name="object 23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1" name="object 31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5" name="object 35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39" name="object 39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3" name="object 43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7" name="object 47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54724" y="779536"/>
            <a:ext cx="11909425" cy="8041640"/>
            <a:chOff x="5954724" y="779536"/>
            <a:chExt cx="11909425" cy="8041640"/>
          </a:xfrm>
        </p:grpSpPr>
        <p:sp>
          <p:nvSpPr>
            <p:cNvPr id="51" name="object 51"/>
            <p:cNvSpPr/>
            <p:nvPr/>
          </p:nvSpPr>
          <p:spPr>
            <a:xfrm>
              <a:off x="802119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92824" y="7977825"/>
              <a:ext cx="1826260" cy="614045"/>
            </a:xfrm>
            <a:custGeom>
              <a:avLst/>
              <a:gdLst/>
              <a:ahLst/>
              <a:cxnLst/>
              <a:rect l="l" t="t" r="r" b="b"/>
              <a:pathLst>
                <a:path w="1826259" h="614045">
                  <a:moveTo>
                    <a:pt x="0" y="0"/>
                  </a:moveTo>
                  <a:lnTo>
                    <a:pt x="913086" y="0"/>
                  </a:lnTo>
                  <a:lnTo>
                    <a:pt x="913086" y="613499"/>
                  </a:lnTo>
                  <a:lnTo>
                    <a:pt x="1826099" y="6134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52656" y="836177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18983" y="8361781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459003" y="229501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21"/>
                  </a:lnTo>
                  <a:lnTo>
                    <a:pt x="356831" y="38557"/>
                  </a:lnTo>
                  <a:lnTo>
                    <a:pt x="317334" y="17475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21"/>
                  </a:lnTo>
                  <a:lnTo>
                    <a:pt x="39204" y="101180"/>
                  </a:lnTo>
                  <a:lnTo>
                    <a:pt x="18046" y="140169"/>
                  </a:lnTo>
                  <a:lnTo>
                    <a:pt x="4673" y="183248"/>
                  </a:lnTo>
                  <a:lnTo>
                    <a:pt x="0" y="229501"/>
                  </a:lnTo>
                  <a:lnTo>
                    <a:pt x="4673" y="275755"/>
                  </a:lnTo>
                  <a:lnTo>
                    <a:pt x="18046" y="318833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69"/>
                  </a:lnTo>
                  <a:lnTo>
                    <a:pt x="183248" y="454342"/>
                  </a:lnTo>
                  <a:lnTo>
                    <a:pt x="229501" y="459003"/>
                  </a:lnTo>
                  <a:lnTo>
                    <a:pt x="275755" y="454342"/>
                  </a:lnTo>
                  <a:lnTo>
                    <a:pt x="318833" y="440969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33"/>
                  </a:lnTo>
                  <a:lnTo>
                    <a:pt x="454342" y="275755"/>
                  </a:lnTo>
                  <a:lnTo>
                    <a:pt x="459003" y="2295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91056" y="3723834"/>
              <a:ext cx="1269365" cy="961390"/>
            </a:xfrm>
            <a:custGeom>
              <a:avLst/>
              <a:gdLst/>
              <a:ahLst/>
              <a:cxnLst/>
              <a:rect l="l" t="t" r="r" b="b"/>
              <a:pathLst>
                <a:path w="1269365" h="961389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21191" y="6747610"/>
              <a:ext cx="1983739" cy="93345"/>
            </a:xfrm>
            <a:custGeom>
              <a:avLst/>
              <a:gdLst/>
              <a:ahLst/>
              <a:cxnLst/>
              <a:rect l="l" t="t" r="r" b="b"/>
              <a:pathLst>
                <a:path w="1983740" h="9334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  <a:path w="1983740" h="93345">
                  <a:moveTo>
                    <a:pt x="1983680" y="93050"/>
                  </a:moveTo>
                  <a:lnTo>
                    <a:pt x="1952215" y="6599"/>
                  </a:lnTo>
                  <a:lnTo>
                    <a:pt x="1920749" y="93050"/>
                  </a:lnTo>
                  <a:lnTo>
                    <a:pt x="1983680" y="930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18995" y="575852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048495" y="4270150"/>
              <a:ext cx="2903220" cy="4091940"/>
            </a:xfrm>
            <a:custGeom>
              <a:avLst/>
              <a:gdLst/>
              <a:ahLst/>
              <a:cxnLst/>
              <a:rect l="l" t="t" r="r" b="b"/>
              <a:pathLst>
                <a:path w="2903220" h="4091940">
                  <a:moveTo>
                    <a:pt x="0" y="4091624"/>
                  </a:moveTo>
                  <a:lnTo>
                    <a:pt x="0" y="1947224"/>
                  </a:lnTo>
                </a:path>
                <a:path w="2903220" h="4091940">
                  <a:moveTo>
                    <a:pt x="1214203" y="144202"/>
                  </a:moveTo>
                  <a:lnTo>
                    <a:pt x="1221555" y="98623"/>
                  </a:lnTo>
                  <a:lnTo>
                    <a:pt x="1242026" y="59038"/>
                  </a:lnTo>
                  <a:lnTo>
                    <a:pt x="1273242" y="27822"/>
                  </a:lnTo>
                  <a:lnTo>
                    <a:pt x="1312827" y="7351"/>
                  </a:lnTo>
                  <a:lnTo>
                    <a:pt x="1358406" y="0"/>
                  </a:lnTo>
                  <a:lnTo>
                    <a:pt x="2759000" y="0"/>
                  </a:lnTo>
                  <a:lnTo>
                    <a:pt x="2814185" y="10976"/>
                  </a:lnTo>
                  <a:lnTo>
                    <a:pt x="2860967" y="42235"/>
                  </a:lnTo>
                  <a:lnTo>
                    <a:pt x="2892227" y="89018"/>
                  </a:lnTo>
                  <a:lnTo>
                    <a:pt x="2903203" y="144202"/>
                  </a:lnTo>
                  <a:lnTo>
                    <a:pt x="2903203" y="720997"/>
                  </a:lnTo>
                  <a:lnTo>
                    <a:pt x="2895852" y="766576"/>
                  </a:lnTo>
                  <a:lnTo>
                    <a:pt x="2875381" y="806161"/>
                  </a:lnTo>
                  <a:lnTo>
                    <a:pt x="2844165" y="837377"/>
                  </a:lnTo>
                  <a:lnTo>
                    <a:pt x="2804580" y="857848"/>
                  </a:lnTo>
                  <a:lnTo>
                    <a:pt x="2759000" y="865199"/>
                  </a:lnTo>
                  <a:lnTo>
                    <a:pt x="1358406" y="865199"/>
                  </a:lnTo>
                  <a:lnTo>
                    <a:pt x="1312827" y="857848"/>
                  </a:lnTo>
                  <a:lnTo>
                    <a:pt x="1273242" y="837377"/>
                  </a:lnTo>
                  <a:lnTo>
                    <a:pt x="1242026" y="806161"/>
                  </a:lnTo>
                  <a:lnTo>
                    <a:pt x="1221555" y="766576"/>
                  </a:lnTo>
                  <a:lnTo>
                    <a:pt x="1214203" y="720997"/>
                  </a:lnTo>
                  <a:lnTo>
                    <a:pt x="1214203" y="144202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973406" y="836192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38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50984" y="5758535"/>
              <a:ext cx="459105" cy="3062605"/>
            </a:xfrm>
            <a:custGeom>
              <a:avLst/>
              <a:gdLst/>
              <a:ahLst/>
              <a:cxnLst/>
              <a:rect l="l" t="t" r="r" b="b"/>
              <a:pathLst>
                <a:path w="459104" h="3062604">
                  <a:moveTo>
                    <a:pt x="459003" y="2832747"/>
                  </a:moveTo>
                  <a:lnTo>
                    <a:pt x="454558" y="2787764"/>
                  </a:lnTo>
                  <a:lnTo>
                    <a:pt x="441540" y="2744914"/>
                  </a:lnTo>
                  <a:lnTo>
                    <a:pt x="420446" y="2705417"/>
                  </a:lnTo>
                  <a:lnTo>
                    <a:pt x="391782" y="2670467"/>
                  </a:lnTo>
                  <a:lnTo>
                    <a:pt x="356831" y="2641803"/>
                  </a:lnTo>
                  <a:lnTo>
                    <a:pt x="317334" y="2620721"/>
                  </a:lnTo>
                  <a:lnTo>
                    <a:pt x="274485" y="2607691"/>
                  </a:lnTo>
                  <a:lnTo>
                    <a:pt x="229501" y="2603246"/>
                  </a:lnTo>
                  <a:lnTo>
                    <a:pt x="183248" y="2607907"/>
                  </a:lnTo>
                  <a:lnTo>
                    <a:pt x="140169" y="2621280"/>
                  </a:lnTo>
                  <a:lnTo>
                    <a:pt x="101193" y="2642438"/>
                  </a:lnTo>
                  <a:lnTo>
                    <a:pt x="67221" y="2670467"/>
                  </a:lnTo>
                  <a:lnTo>
                    <a:pt x="39204" y="2704427"/>
                  </a:lnTo>
                  <a:lnTo>
                    <a:pt x="18046" y="2743416"/>
                  </a:lnTo>
                  <a:lnTo>
                    <a:pt x="4673" y="2786494"/>
                  </a:lnTo>
                  <a:lnTo>
                    <a:pt x="0" y="2832747"/>
                  </a:lnTo>
                  <a:lnTo>
                    <a:pt x="4673" y="2879001"/>
                  </a:lnTo>
                  <a:lnTo>
                    <a:pt x="18046" y="2922079"/>
                  </a:lnTo>
                  <a:lnTo>
                    <a:pt x="39204" y="2961055"/>
                  </a:lnTo>
                  <a:lnTo>
                    <a:pt x="67221" y="2995028"/>
                  </a:lnTo>
                  <a:lnTo>
                    <a:pt x="101193" y="3023044"/>
                  </a:lnTo>
                  <a:lnTo>
                    <a:pt x="140169" y="3044215"/>
                  </a:lnTo>
                  <a:lnTo>
                    <a:pt x="183248" y="3057588"/>
                  </a:lnTo>
                  <a:lnTo>
                    <a:pt x="229501" y="3062249"/>
                  </a:lnTo>
                  <a:lnTo>
                    <a:pt x="275755" y="3057588"/>
                  </a:lnTo>
                  <a:lnTo>
                    <a:pt x="318833" y="3044215"/>
                  </a:lnTo>
                  <a:lnTo>
                    <a:pt x="357822" y="3023044"/>
                  </a:lnTo>
                  <a:lnTo>
                    <a:pt x="391782" y="2995028"/>
                  </a:lnTo>
                  <a:lnTo>
                    <a:pt x="419811" y="2961055"/>
                  </a:lnTo>
                  <a:lnTo>
                    <a:pt x="440969" y="2922079"/>
                  </a:lnTo>
                  <a:lnTo>
                    <a:pt x="454342" y="2879001"/>
                  </a:lnTo>
                  <a:lnTo>
                    <a:pt x="459003" y="2832747"/>
                  </a:lnTo>
                  <a:close/>
                </a:path>
                <a:path w="459104" h="3062604">
                  <a:moveTo>
                    <a:pt x="459003" y="229489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08"/>
                  </a:lnTo>
                  <a:lnTo>
                    <a:pt x="356831" y="38557"/>
                  </a:lnTo>
                  <a:lnTo>
                    <a:pt x="317334" y="17462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08"/>
                  </a:lnTo>
                  <a:lnTo>
                    <a:pt x="39204" y="101180"/>
                  </a:lnTo>
                  <a:lnTo>
                    <a:pt x="18046" y="140157"/>
                  </a:lnTo>
                  <a:lnTo>
                    <a:pt x="4673" y="183248"/>
                  </a:lnTo>
                  <a:lnTo>
                    <a:pt x="0" y="229489"/>
                  </a:lnTo>
                  <a:lnTo>
                    <a:pt x="4673" y="275742"/>
                  </a:lnTo>
                  <a:lnTo>
                    <a:pt x="18046" y="318820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56"/>
                  </a:lnTo>
                  <a:lnTo>
                    <a:pt x="183248" y="454329"/>
                  </a:lnTo>
                  <a:lnTo>
                    <a:pt x="229501" y="458990"/>
                  </a:lnTo>
                  <a:lnTo>
                    <a:pt x="275755" y="454329"/>
                  </a:lnTo>
                  <a:lnTo>
                    <a:pt x="318833" y="440956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20"/>
                  </a:lnTo>
                  <a:lnTo>
                    <a:pt x="454342" y="275742"/>
                  </a:lnTo>
                  <a:lnTo>
                    <a:pt x="459003" y="22948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4194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980495" y="6217524"/>
              <a:ext cx="0" cy="2144395"/>
            </a:xfrm>
            <a:custGeom>
              <a:avLst/>
              <a:gdLst/>
              <a:ahLst/>
              <a:cxnLst/>
              <a:rect l="l" t="t" r="r" b="b"/>
              <a:pathLst>
                <a:path h="2144395">
                  <a:moveTo>
                    <a:pt x="0" y="2144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750995" y="30507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4"/>
                  </a:lnTo>
                  <a:lnTo>
                    <a:pt x="67219" y="391780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4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8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0"/>
                  </a:lnTo>
                  <a:lnTo>
                    <a:pt x="357815" y="419804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973406" y="875511"/>
              <a:ext cx="0" cy="763270"/>
            </a:xfrm>
            <a:custGeom>
              <a:avLst/>
              <a:gdLst/>
              <a:ahLst/>
              <a:cxnLst/>
              <a:rect l="l" t="t" r="r" b="b"/>
              <a:pathLst>
                <a:path h="763269">
                  <a:moveTo>
                    <a:pt x="0" y="0"/>
                  </a:moveTo>
                  <a:lnTo>
                    <a:pt x="0" y="762878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9980495" y="1638390"/>
              <a:ext cx="0" cy="1412875"/>
            </a:xfrm>
            <a:custGeom>
              <a:avLst/>
              <a:gdLst/>
              <a:ahLst/>
              <a:cxnLst/>
              <a:rect l="l" t="t" r="r" b="b"/>
              <a:pathLst>
                <a:path h="1412875">
                  <a:moveTo>
                    <a:pt x="0" y="1412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50995" y="1179390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5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9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412749" y="1217175"/>
              <a:ext cx="6413500" cy="1145540"/>
            </a:xfrm>
            <a:custGeom>
              <a:avLst/>
              <a:gdLst/>
              <a:ahLst/>
              <a:cxnLst/>
              <a:rect l="l" t="t" r="r" b="b"/>
              <a:pathLst>
                <a:path w="6413500" h="1145539">
                  <a:moveTo>
                    <a:pt x="6222197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8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0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9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8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6222197" y="0"/>
                  </a:lnTo>
                  <a:lnTo>
                    <a:pt x="6295252" y="14531"/>
                  </a:lnTo>
                  <a:lnTo>
                    <a:pt x="6357185" y="55914"/>
                  </a:lnTo>
                  <a:lnTo>
                    <a:pt x="6398568" y="117848"/>
                  </a:lnTo>
                  <a:lnTo>
                    <a:pt x="6413099" y="190903"/>
                  </a:lnTo>
                  <a:lnTo>
                    <a:pt x="6413099" y="954495"/>
                  </a:lnTo>
                  <a:lnTo>
                    <a:pt x="6408058" y="998268"/>
                  </a:lnTo>
                  <a:lnTo>
                    <a:pt x="6393696" y="1038450"/>
                  </a:lnTo>
                  <a:lnTo>
                    <a:pt x="6371160" y="1073896"/>
                  </a:lnTo>
                  <a:lnTo>
                    <a:pt x="6341597" y="1103460"/>
                  </a:lnTo>
                  <a:lnTo>
                    <a:pt x="6306151" y="1125996"/>
                  </a:lnTo>
                  <a:lnTo>
                    <a:pt x="6265969" y="1140358"/>
                  </a:lnTo>
                  <a:lnTo>
                    <a:pt x="6222197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412749" y="1217175"/>
              <a:ext cx="6413500" cy="1145540"/>
            </a:xfrm>
            <a:custGeom>
              <a:avLst/>
              <a:gdLst/>
              <a:ahLst/>
              <a:cxnLst/>
              <a:rect l="l" t="t" r="r" b="b"/>
              <a:pathLst>
                <a:path w="6413500" h="1145539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9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8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6222197" y="0"/>
                  </a:lnTo>
                  <a:lnTo>
                    <a:pt x="6295252" y="14531"/>
                  </a:lnTo>
                  <a:lnTo>
                    <a:pt x="6357185" y="55914"/>
                  </a:lnTo>
                  <a:lnTo>
                    <a:pt x="6398568" y="117848"/>
                  </a:lnTo>
                  <a:lnTo>
                    <a:pt x="6413099" y="190903"/>
                  </a:lnTo>
                  <a:lnTo>
                    <a:pt x="6413099" y="954495"/>
                  </a:lnTo>
                  <a:lnTo>
                    <a:pt x="6408058" y="998268"/>
                  </a:lnTo>
                  <a:lnTo>
                    <a:pt x="6393696" y="1038450"/>
                  </a:lnTo>
                  <a:lnTo>
                    <a:pt x="6371160" y="1073896"/>
                  </a:lnTo>
                  <a:lnTo>
                    <a:pt x="6341597" y="1103460"/>
                  </a:lnTo>
                  <a:lnTo>
                    <a:pt x="6306151" y="1125996"/>
                  </a:lnTo>
                  <a:lnTo>
                    <a:pt x="6265969" y="1140358"/>
                  </a:lnTo>
                  <a:lnTo>
                    <a:pt x="6222197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8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0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623299" y="1420312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297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663095" y="1244437"/>
            <a:ext cx="3787775" cy="7176770"/>
            <a:chOff x="7663095" y="1244437"/>
            <a:chExt cx="3787775" cy="7176770"/>
          </a:xfrm>
        </p:grpSpPr>
        <p:sp>
          <p:nvSpPr>
            <p:cNvPr id="74" name="object 74"/>
            <p:cNvSpPr/>
            <p:nvPr/>
          </p:nvSpPr>
          <p:spPr>
            <a:xfrm>
              <a:off x="10210049" y="1408875"/>
              <a:ext cx="1203325" cy="381000"/>
            </a:xfrm>
            <a:custGeom>
              <a:avLst/>
              <a:gdLst/>
              <a:ahLst/>
              <a:cxnLst/>
              <a:rect l="l" t="t" r="r" b="b"/>
              <a:pathLst>
                <a:path w="1203325" h="381000">
                  <a:moveTo>
                    <a:pt x="0" y="0"/>
                  </a:moveTo>
                  <a:lnTo>
                    <a:pt x="601349" y="0"/>
                  </a:lnTo>
                  <a:lnTo>
                    <a:pt x="601349" y="380999"/>
                  </a:lnTo>
                  <a:lnTo>
                    <a:pt x="1202699" y="3809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663095" y="43731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91122" y="3754787"/>
              <a:ext cx="1371600" cy="917575"/>
            </a:xfrm>
            <a:custGeom>
              <a:avLst/>
              <a:gdLst/>
              <a:ahLst/>
              <a:cxnLst/>
              <a:rect l="l" t="t" r="r" b="b"/>
              <a:pathLst>
                <a:path w="1371600" h="917575">
                  <a:moveTo>
                    <a:pt x="0" y="0"/>
                  </a:moveTo>
                  <a:lnTo>
                    <a:pt x="1117153" y="0"/>
                  </a:lnTo>
                  <a:lnTo>
                    <a:pt x="1117153" y="917098"/>
                  </a:lnTo>
                  <a:lnTo>
                    <a:pt x="1371599" y="917098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90795" y="3755339"/>
              <a:ext cx="1905" cy="617855"/>
            </a:xfrm>
            <a:custGeom>
              <a:avLst/>
              <a:gdLst/>
              <a:ahLst/>
              <a:cxnLst/>
              <a:rect l="l" t="t" r="r" b="b"/>
              <a:pathLst>
                <a:path w="1904" h="617854">
                  <a:moveTo>
                    <a:pt x="899" y="-38099"/>
                  </a:moveTo>
                  <a:lnTo>
                    <a:pt x="899" y="655934"/>
                  </a:lnTo>
                </a:path>
              </a:pathLst>
            </a:custGeom>
            <a:ln w="779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973406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6225" y="5320049"/>
            <a:ext cx="5325110" cy="3268979"/>
            <a:chOff x="706225" y="5320049"/>
            <a:chExt cx="5325110" cy="3268979"/>
          </a:xfrm>
        </p:grpSpPr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4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18" name="object 18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3" name="object 23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1" name="object 31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5" name="object 35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39" name="object 39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3" name="object 43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7" name="object 47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54724" y="779536"/>
            <a:ext cx="11909425" cy="8041640"/>
            <a:chOff x="5954724" y="779536"/>
            <a:chExt cx="11909425" cy="8041640"/>
          </a:xfrm>
        </p:grpSpPr>
        <p:sp>
          <p:nvSpPr>
            <p:cNvPr id="51" name="object 51"/>
            <p:cNvSpPr/>
            <p:nvPr/>
          </p:nvSpPr>
          <p:spPr>
            <a:xfrm>
              <a:off x="802119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92824" y="7977825"/>
              <a:ext cx="1826260" cy="614045"/>
            </a:xfrm>
            <a:custGeom>
              <a:avLst/>
              <a:gdLst/>
              <a:ahLst/>
              <a:cxnLst/>
              <a:rect l="l" t="t" r="r" b="b"/>
              <a:pathLst>
                <a:path w="1826259" h="614045">
                  <a:moveTo>
                    <a:pt x="0" y="0"/>
                  </a:moveTo>
                  <a:lnTo>
                    <a:pt x="913086" y="0"/>
                  </a:lnTo>
                  <a:lnTo>
                    <a:pt x="913086" y="613499"/>
                  </a:lnTo>
                  <a:lnTo>
                    <a:pt x="1826099" y="6134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52656" y="836177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18983" y="8361781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459003" y="229501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21"/>
                  </a:lnTo>
                  <a:lnTo>
                    <a:pt x="356831" y="38557"/>
                  </a:lnTo>
                  <a:lnTo>
                    <a:pt x="317334" y="17475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21"/>
                  </a:lnTo>
                  <a:lnTo>
                    <a:pt x="39204" y="101180"/>
                  </a:lnTo>
                  <a:lnTo>
                    <a:pt x="18046" y="140169"/>
                  </a:lnTo>
                  <a:lnTo>
                    <a:pt x="4673" y="183248"/>
                  </a:lnTo>
                  <a:lnTo>
                    <a:pt x="0" y="229501"/>
                  </a:lnTo>
                  <a:lnTo>
                    <a:pt x="4673" y="275755"/>
                  </a:lnTo>
                  <a:lnTo>
                    <a:pt x="18046" y="318833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69"/>
                  </a:lnTo>
                  <a:lnTo>
                    <a:pt x="183248" y="454342"/>
                  </a:lnTo>
                  <a:lnTo>
                    <a:pt x="229501" y="459003"/>
                  </a:lnTo>
                  <a:lnTo>
                    <a:pt x="275755" y="454342"/>
                  </a:lnTo>
                  <a:lnTo>
                    <a:pt x="318833" y="440969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33"/>
                  </a:lnTo>
                  <a:lnTo>
                    <a:pt x="454342" y="275755"/>
                  </a:lnTo>
                  <a:lnTo>
                    <a:pt x="459003" y="2295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91056" y="3723834"/>
              <a:ext cx="1269365" cy="961390"/>
            </a:xfrm>
            <a:custGeom>
              <a:avLst/>
              <a:gdLst/>
              <a:ahLst/>
              <a:cxnLst/>
              <a:rect l="l" t="t" r="r" b="b"/>
              <a:pathLst>
                <a:path w="1269365" h="961389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21191" y="6747610"/>
              <a:ext cx="1983739" cy="93345"/>
            </a:xfrm>
            <a:custGeom>
              <a:avLst/>
              <a:gdLst/>
              <a:ahLst/>
              <a:cxnLst/>
              <a:rect l="l" t="t" r="r" b="b"/>
              <a:pathLst>
                <a:path w="1983740" h="9334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  <a:path w="1983740" h="93345">
                  <a:moveTo>
                    <a:pt x="1983680" y="93050"/>
                  </a:moveTo>
                  <a:lnTo>
                    <a:pt x="1952215" y="6599"/>
                  </a:lnTo>
                  <a:lnTo>
                    <a:pt x="1920749" y="93050"/>
                  </a:lnTo>
                  <a:lnTo>
                    <a:pt x="1983680" y="930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18995" y="575852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048495" y="4270150"/>
              <a:ext cx="2903220" cy="4091940"/>
            </a:xfrm>
            <a:custGeom>
              <a:avLst/>
              <a:gdLst/>
              <a:ahLst/>
              <a:cxnLst/>
              <a:rect l="l" t="t" r="r" b="b"/>
              <a:pathLst>
                <a:path w="2903220" h="4091940">
                  <a:moveTo>
                    <a:pt x="0" y="4091624"/>
                  </a:moveTo>
                  <a:lnTo>
                    <a:pt x="0" y="1947224"/>
                  </a:lnTo>
                </a:path>
                <a:path w="2903220" h="4091940">
                  <a:moveTo>
                    <a:pt x="1214203" y="144202"/>
                  </a:moveTo>
                  <a:lnTo>
                    <a:pt x="1221555" y="98623"/>
                  </a:lnTo>
                  <a:lnTo>
                    <a:pt x="1242026" y="59038"/>
                  </a:lnTo>
                  <a:lnTo>
                    <a:pt x="1273242" y="27822"/>
                  </a:lnTo>
                  <a:lnTo>
                    <a:pt x="1312827" y="7351"/>
                  </a:lnTo>
                  <a:lnTo>
                    <a:pt x="1358406" y="0"/>
                  </a:lnTo>
                  <a:lnTo>
                    <a:pt x="2759000" y="0"/>
                  </a:lnTo>
                  <a:lnTo>
                    <a:pt x="2814185" y="10976"/>
                  </a:lnTo>
                  <a:lnTo>
                    <a:pt x="2860967" y="42235"/>
                  </a:lnTo>
                  <a:lnTo>
                    <a:pt x="2892227" y="89018"/>
                  </a:lnTo>
                  <a:lnTo>
                    <a:pt x="2903203" y="144202"/>
                  </a:lnTo>
                  <a:lnTo>
                    <a:pt x="2903203" y="720997"/>
                  </a:lnTo>
                  <a:lnTo>
                    <a:pt x="2895852" y="766576"/>
                  </a:lnTo>
                  <a:lnTo>
                    <a:pt x="2875381" y="806161"/>
                  </a:lnTo>
                  <a:lnTo>
                    <a:pt x="2844165" y="837377"/>
                  </a:lnTo>
                  <a:lnTo>
                    <a:pt x="2804580" y="857848"/>
                  </a:lnTo>
                  <a:lnTo>
                    <a:pt x="2759000" y="865199"/>
                  </a:lnTo>
                  <a:lnTo>
                    <a:pt x="1358406" y="865199"/>
                  </a:lnTo>
                  <a:lnTo>
                    <a:pt x="1312827" y="857848"/>
                  </a:lnTo>
                  <a:lnTo>
                    <a:pt x="1273242" y="837377"/>
                  </a:lnTo>
                  <a:lnTo>
                    <a:pt x="1242026" y="806161"/>
                  </a:lnTo>
                  <a:lnTo>
                    <a:pt x="1221555" y="766576"/>
                  </a:lnTo>
                  <a:lnTo>
                    <a:pt x="1214203" y="720997"/>
                  </a:lnTo>
                  <a:lnTo>
                    <a:pt x="1214203" y="144202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973406" y="836192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38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50984" y="5758535"/>
              <a:ext cx="459105" cy="3062605"/>
            </a:xfrm>
            <a:custGeom>
              <a:avLst/>
              <a:gdLst/>
              <a:ahLst/>
              <a:cxnLst/>
              <a:rect l="l" t="t" r="r" b="b"/>
              <a:pathLst>
                <a:path w="459104" h="3062604">
                  <a:moveTo>
                    <a:pt x="459003" y="2832747"/>
                  </a:moveTo>
                  <a:lnTo>
                    <a:pt x="454558" y="2787764"/>
                  </a:lnTo>
                  <a:lnTo>
                    <a:pt x="441540" y="2744914"/>
                  </a:lnTo>
                  <a:lnTo>
                    <a:pt x="420446" y="2705417"/>
                  </a:lnTo>
                  <a:lnTo>
                    <a:pt x="391782" y="2670467"/>
                  </a:lnTo>
                  <a:lnTo>
                    <a:pt x="356831" y="2641803"/>
                  </a:lnTo>
                  <a:lnTo>
                    <a:pt x="317334" y="2620721"/>
                  </a:lnTo>
                  <a:lnTo>
                    <a:pt x="274485" y="2607691"/>
                  </a:lnTo>
                  <a:lnTo>
                    <a:pt x="229501" y="2603246"/>
                  </a:lnTo>
                  <a:lnTo>
                    <a:pt x="183248" y="2607907"/>
                  </a:lnTo>
                  <a:lnTo>
                    <a:pt x="140169" y="2621280"/>
                  </a:lnTo>
                  <a:lnTo>
                    <a:pt x="101193" y="2642438"/>
                  </a:lnTo>
                  <a:lnTo>
                    <a:pt x="67221" y="2670467"/>
                  </a:lnTo>
                  <a:lnTo>
                    <a:pt x="39204" y="2704427"/>
                  </a:lnTo>
                  <a:lnTo>
                    <a:pt x="18046" y="2743416"/>
                  </a:lnTo>
                  <a:lnTo>
                    <a:pt x="4673" y="2786494"/>
                  </a:lnTo>
                  <a:lnTo>
                    <a:pt x="0" y="2832747"/>
                  </a:lnTo>
                  <a:lnTo>
                    <a:pt x="4673" y="2879001"/>
                  </a:lnTo>
                  <a:lnTo>
                    <a:pt x="18046" y="2922079"/>
                  </a:lnTo>
                  <a:lnTo>
                    <a:pt x="39204" y="2961055"/>
                  </a:lnTo>
                  <a:lnTo>
                    <a:pt x="67221" y="2995028"/>
                  </a:lnTo>
                  <a:lnTo>
                    <a:pt x="101193" y="3023044"/>
                  </a:lnTo>
                  <a:lnTo>
                    <a:pt x="140169" y="3044215"/>
                  </a:lnTo>
                  <a:lnTo>
                    <a:pt x="183248" y="3057588"/>
                  </a:lnTo>
                  <a:lnTo>
                    <a:pt x="229501" y="3062249"/>
                  </a:lnTo>
                  <a:lnTo>
                    <a:pt x="275755" y="3057588"/>
                  </a:lnTo>
                  <a:lnTo>
                    <a:pt x="318833" y="3044215"/>
                  </a:lnTo>
                  <a:lnTo>
                    <a:pt x="357822" y="3023044"/>
                  </a:lnTo>
                  <a:lnTo>
                    <a:pt x="391782" y="2995028"/>
                  </a:lnTo>
                  <a:lnTo>
                    <a:pt x="419811" y="2961055"/>
                  </a:lnTo>
                  <a:lnTo>
                    <a:pt x="440969" y="2922079"/>
                  </a:lnTo>
                  <a:lnTo>
                    <a:pt x="454342" y="2879001"/>
                  </a:lnTo>
                  <a:lnTo>
                    <a:pt x="459003" y="2832747"/>
                  </a:lnTo>
                  <a:close/>
                </a:path>
                <a:path w="459104" h="3062604">
                  <a:moveTo>
                    <a:pt x="459003" y="229489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08"/>
                  </a:lnTo>
                  <a:lnTo>
                    <a:pt x="356831" y="38557"/>
                  </a:lnTo>
                  <a:lnTo>
                    <a:pt x="317334" y="17462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08"/>
                  </a:lnTo>
                  <a:lnTo>
                    <a:pt x="39204" y="101180"/>
                  </a:lnTo>
                  <a:lnTo>
                    <a:pt x="18046" y="140157"/>
                  </a:lnTo>
                  <a:lnTo>
                    <a:pt x="4673" y="183248"/>
                  </a:lnTo>
                  <a:lnTo>
                    <a:pt x="0" y="229489"/>
                  </a:lnTo>
                  <a:lnTo>
                    <a:pt x="4673" y="275742"/>
                  </a:lnTo>
                  <a:lnTo>
                    <a:pt x="18046" y="318820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56"/>
                  </a:lnTo>
                  <a:lnTo>
                    <a:pt x="183248" y="454329"/>
                  </a:lnTo>
                  <a:lnTo>
                    <a:pt x="229501" y="458990"/>
                  </a:lnTo>
                  <a:lnTo>
                    <a:pt x="275755" y="454329"/>
                  </a:lnTo>
                  <a:lnTo>
                    <a:pt x="318833" y="440956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20"/>
                  </a:lnTo>
                  <a:lnTo>
                    <a:pt x="454342" y="275742"/>
                  </a:lnTo>
                  <a:lnTo>
                    <a:pt x="459003" y="22948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4194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980495" y="6217524"/>
              <a:ext cx="0" cy="2144395"/>
            </a:xfrm>
            <a:custGeom>
              <a:avLst/>
              <a:gdLst/>
              <a:ahLst/>
              <a:cxnLst/>
              <a:rect l="l" t="t" r="r" b="b"/>
              <a:pathLst>
                <a:path h="2144395">
                  <a:moveTo>
                    <a:pt x="0" y="2144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750995" y="30507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4"/>
                  </a:lnTo>
                  <a:lnTo>
                    <a:pt x="67219" y="391780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4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8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0"/>
                  </a:lnTo>
                  <a:lnTo>
                    <a:pt x="357815" y="419804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973406" y="875511"/>
              <a:ext cx="0" cy="763270"/>
            </a:xfrm>
            <a:custGeom>
              <a:avLst/>
              <a:gdLst/>
              <a:ahLst/>
              <a:cxnLst/>
              <a:rect l="l" t="t" r="r" b="b"/>
              <a:pathLst>
                <a:path h="763269">
                  <a:moveTo>
                    <a:pt x="0" y="0"/>
                  </a:moveTo>
                  <a:lnTo>
                    <a:pt x="0" y="762878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9980495" y="1638390"/>
              <a:ext cx="0" cy="1412875"/>
            </a:xfrm>
            <a:custGeom>
              <a:avLst/>
              <a:gdLst/>
              <a:ahLst/>
              <a:cxnLst/>
              <a:rect l="l" t="t" r="r" b="b"/>
              <a:pathLst>
                <a:path h="1412875">
                  <a:moveTo>
                    <a:pt x="0" y="1412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50995" y="1179390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5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9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412749" y="1217175"/>
              <a:ext cx="6413500" cy="1145540"/>
            </a:xfrm>
            <a:custGeom>
              <a:avLst/>
              <a:gdLst/>
              <a:ahLst/>
              <a:cxnLst/>
              <a:rect l="l" t="t" r="r" b="b"/>
              <a:pathLst>
                <a:path w="6413500" h="1145539">
                  <a:moveTo>
                    <a:pt x="6222197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8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0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9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8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6222197" y="0"/>
                  </a:lnTo>
                  <a:lnTo>
                    <a:pt x="6295252" y="14531"/>
                  </a:lnTo>
                  <a:lnTo>
                    <a:pt x="6357185" y="55914"/>
                  </a:lnTo>
                  <a:lnTo>
                    <a:pt x="6398568" y="117848"/>
                  </a:lnTo>
                  <a:lnTo>
                    <a:pt x="6413099" y="190903"/>
                  </a:lnTo>
                  <a:lnTo>
                    <a:pt x="6413099" y="954495"/>
                  </a:lnTo>
                  <a:lnTo>
                    <a:pt x="6408058" y="998268"/>
                  </a:lnTo>
                  <a:lnTo>
                    <a:pt x="6393696" y="1038450"/>
                  </a:lnTo>
                  <a:lnTo>
                    <a:pt x="6371160" y="1073896"/>
                  </a:lnTo>
                  <a:lnTo>
                    <a:pt x="6341597" y="1103460"/>
                  </a:lnTo>
                  <a:lnTo>
                    <a:pt x="6306151" y="1125996"/>
                  </a:lnTo>
                  <a:lnTo>
                    <a:pt x="6265969" y="1140358"/>
                  </a:lnTo>
                  <a:lnTo>
                    <a:pt x="6222197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412749" y="1217175"/>
              <a:ext cx="6413500" cy="1145540"/>
            </a:xfrm>
            <a:custGeom>
              <a:avLst/>
              <a:gdLst/>
              <a:ahLst/>
              <a:cxnLst/>
              <a:rect l="l" t="t" r="r" b="b"/>
              <a:pathLst>
                <a:path w="6413500" h="1145539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9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8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6222197" y="0"/>
                  </a:lnTo>
                  <a:lnTo>
                    <a:pt x="6295252" y="14531"/>
                  </a:lnTo>
                  <a:lnTo>
                    <a:pt x="6357185" y="55914"/>
                  </a:lnTo>
                  <a:lnTo>
                    <a:pt x="6398568" y="117848"/>
                  </a:lnTo>
                  <a:lnTo>
                    <a:pt x="6413099" y="190903"/>
                  </a:lnTo>
                  <a:lnTo>
                    <a:pt x="6413099" y="954495"/>
                  </a:lnTo>
                  <a:lnTo>
                    <a:pt x="6408058" y="998268"/>
                  </a:lnTo>
                  <a:lnTo>
                    <a:pt x="6393696" y="1038450"/>
                  </a:lnTo>
                  <a:lnTo>
                    <a:pt x="6371160" y="1073896"/>
                  </a:lnTo>
                  <a:lnTo>
                    <a:pt x="6341597" y="1103460"/>
                  </a:lnTo>
                  <a:lnTo>
                    <a:pt x="6306151" y="1125996"/>
                  </a:lnTo>
                  <a:lnTo>
                    <a:pt x="6265969" y="1140358"/>
                  </a:lnTo>
                  <a:lnTo>
                    <a:pt x="6222197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8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0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623299" y="1420312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297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663095" y="1244437"/>
            <a:ext cx="6994525" cy="7385050"/>
            <a:chOff x="7663095" y="1244437"/>
            <a:chExt cx="6994525" cy="7385050"/>
          </a:xfrm>
        </p:grpSpPr>
        <p:sp>
          <p:nvSpPr>
            <p:cNvPr id="74" name="object 74"/>
            <p:cNvSpPr/>
            <p:nvPr/>
          </p:nvSpPr>
          <p:spPr>
            <a:xfrm>
              <a:off x="10209899" y="1408875"/>
              <a:ext cx="4409440" cy="7182484"/>
            </a:xfrm>
            <a:custGeom>
              <a:avLst/>
              <a:gdLst/>
              <a:ahLst/>
              <a:cxnLst/>
              <a:rect l="l" t="t" r="r" b="b"/>
              <a:pathLst>
                <a:path w="4409440" h="7182484">
                  <a:moveTo>
                    <a:pt x="149" y="0"/>
                  </a:moveTo>
                  <a:lnTo>
                    <a:pt x="601499" y="0"/>
                  </a:lnTo>
                  <a:lnTo>
                    <a:pt x="601499" y="380999"/>
                  </a:lnTo>
                  <a:lnTo>
                    <a:pt x="1202849" y="380999"/>
                  </a:lnTo>
                </a:path>
                <a:path w="4409440" h="7182484">
                  <a:moveTo>
                    <a:pt x="4409399" y="953699"/>
                  </a:moveTo>
                  <a:lnTo>
                    <a:pt x="4409399" y="7182299"/>
                  </a:lnTo>
                  <a:lnTo>
                    <a:pt x="0" y="71822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663095" y="43731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91122" y="3754787"/>
              <a:ext cx="1371600" cy="917575"/>
            </a:xfrm>
            <a:custGeom>
              <a:avLst/>
              <a:gdLst/>
              <a:ahLst/>
              <a:cxnLst/>
              <a:rect l="l" t="t" r="r" b="b"/>
              <a:pathLst>
                <a:path w="1371600" h="917575">
                  <a:moveTo>
                    <a:pt x="0" y="0"/>
                  </a:moveTo>
                  <a:lnTo>
                    <a:pt x="1117153" y="0"/>
                  </a:lnTo>
                  <a:lnTo>
                    <a:pt x="1117153" y="917098"/>
                  </a:lnTo>
                  <a:lnTo>
                    <a:pt x="1371599" y="917098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90795" y="3755339"/>
              <a:ext cx="1905" cy="617855"/>
            </a:xfrm>
            <a:custGeom>
              <a:avLst/>
              <a:gdLst/>
              <a:ahLst/>
              <a:cxnLst/>
              <a:rect l="l" t="t" r="r" b="b"/>
              <a:pathLst>
                <a:path w="1904" h="617854">
                  <a:moveTo>
                    <a:pt x="899" y="-38099"/>
                  </a:moveTo>
                  <a:lnTo>
                    <a:pt x="899" y="655934"/>
                  </a:lnTo>
                </a:path>
              </a:pathLst>
            </a:custGeom>
            <a:ln w="779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973406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3152449" y="1420275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450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681599" y="1420275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901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210750" y="1420275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389</a:t>
            </a:r>
            <a:endParaRPr sz="2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26572"/>
            <a:ext cx="18287999" cy="116042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6225" y="2351849"/>
            <a:ext cx="15946119" cy="6236970"/>
            <a:chOff x="706225" y="2351849"/>
            <a:chExt cx="15946119" cy="6236970"/>
          </a:xfrm>
        </p:grpSpPr>
        <p:sp>
          <p:nvSpPr>
            <p:cNvPr id="7" name="object 7"/>
            <p:cNvSpPr/>
            <p:nvPr/>
          </p:nvSpPr>
          <p:spPr>
            <a:xfrm>
              <a:off x="12593774" y="23566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93774" y="23566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2026649" y="2191499"/>
                  </a:move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925" y="5324811"/>
              <a:ext cx="4053840" cy="2192020"/>
            </a:xfrm>
            <a:custGeom>
              <a:avLst/>
              <a:gdLst/>
              <a:ahLst/>
              <a:cxnLst/>
              <a:rect l="l" t="t" r="r" b="b"/>
              <a:pathLst>
                <a:path w="4053840" h="2192020">
                  <a:moveTo>
                    <a:pt x="3039974" y="0"/>
                  </a:moveTo>
                  <a:lnTo>
                    <a:pt x="3039974" y="343539"/>
                  </a:lnTo>
                  <a:lnTo>
                    <a:pt x="4053299" y="343539"/>
                  </a:lnTo>
                  <a:lnTo>
                    <a:pt x="2026649" y="2191499"/>
                  </a:lnTo>
                  <a:lnTo>
                    <a:pt x="0" y="343539"/>
                  </a:lnTo>
                  <a:lnTo>
                    <a:pt x="1013324" y="343539"/>
                  </a:lnTo>
                  <a:lnTo>
                    <a:pt x="1013324" y="0"/>
                  </a:lnTo>
                  <a:lnTo>
                    <a:pt x="303997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325" y="7405125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5057595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4325" y="7405125"/>
              <a:ext cx="5248910" cy="1145540"/>
            </a:xfrm>
            <a:custGeom>
              <a:avLst/>
              <a:gdLst/>
              <a:ahLst/>
              <a:cxnLst/>
              <a:rect l="l" t="t" r="r" b="b"/>
              <a:pathLst>
                <a:path w="5248910" h="1145540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8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9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5057595" y="0"/>
                  </a:lnTo>
                  <a:lnTo>
                    <a:pt x="5130651" y="14531"/>
                  </a:lnTo>
                  <a:lnTo>
                    <a:pt x="5192585" y="55913"/>
                  </a:lnTo>
                  <a:lnTo>
                    <a:pt x="5233968" y="117847"/>
                  </a:lnTo>
                  <a:lnTo>
                    <a:pt x="5248499" y="190903"/>
                  </a:lnTo>
                  <a:lnTo>
                    <a:pt x="5248499" y="954495"/>
                  </a:lnTo>
                  <a:lnTo>
                    <a:pt x="5243458" y="998268"/>
                  </a:lnTo>
                  <a:lnTo>
                    <a:pt x="5229096" y="1038451"/>
                  </a:lnTo>
                  <a:lnTo>
                    <a:pt x="5206560" y="1073896"/>
                  </a:lnTo>
                  <a:lnTo>
                    <a:pt x="5176996" y="1103460"/>
                  </a:lnTo>
                  <a:lnTo>
                    <a:pt x="5141550" y="1125996"/>
                  </a:lnTo>
                  <a:lnTo>
                    <a:pt x="5101368" y="1140358"/>
                  </a:lnTo>
                  <a:lnTo>
                    <a:pt x="5057595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9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1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1599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599599" y="0"/>
                  </a:lnTo>
                  <a:lnTo>
                    <a:pt x="15995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837" y="5837087"/>
              <a:ext cx="1600200" cy="739775"/>
            </a:xfrm>
            <a:custGeom>
              <a:avLst/>
              <a:gdLst/>
              <a:ahLst/>
              <a:cxnLst/>
              <a:rect l="l" t="t" r="r" b="b"/>
              <a:pathLst>
                <a:path w="1600200" h="739775">
                  <a:moveTo>
                    <a:pt x="0" y="0"/>
                  </a:moveTo>
                  <a:lnTo>
                    <a:pt x="1599599" y="0"/>
                  </a:lnTo>
                  <a:lnTo>
                    <a:pt x="1599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41998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T</a:t>
            </a:r>
            <a:r>
              <a:rPr spc="125" dirty="0"/>
              <a:t>r</a:t>
            </a:r>
            <a:r>
              <a:rPr spc="25" dirty="0"/>
              <a:t>ansformers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1675" y="1665961"/>
            <a:ext cx="5485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ahoma"/>
                <a:cs typeface="Tahoma"/>
              </a:rPr>
              <a:t>Translation: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spc="-5" dirty="0">
                <a:latin typeface="Tahoma"/>
                <a:cs typeface="Tahoma"/>
              </a:rPr>
              <a:t>sequence-to-sequence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task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1250" y="6006091"/>
            <a:ext cx="5511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J’a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9730" y="6067712"/>
            <a:ext cx="52578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5"/>
              </a:lnSpc>
            </a:pPr>
            <a:r>
              <a:rPr sz="2300" b="1" spc="-5" dirty="0">
                <a:latin typeface="Courier New"/>
                <a:cs typeface="Courier New"/>
              </a:rPr>
              <a:t>ime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04474" y="6079875"/>
            <a:ext cx="3103880" cy="749300"/>
            <a:chOff x="1804474" y="6079875"/>
            <a:chExt cx="3103880" cy="749300"/>
          </a:xfrm>
        </p:grpSpPr>
        <p:sp>
          <p:nvSpPr>
            <p:cNvPr id="20" name="object 20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30938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093899" y="0"/>
                  </a:lnTo>
                  <a:lnTo>
                    <a:pt x="30938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09237" y="6084637"/>
              <a:ext cx="3094355" cy="739775"/>
            </a:xfrm>
            <a:custGeom>
              <a:avLst/>
              <a:gdLst/>
              <a:ahLst/>
              <a:cxnLst/>
              <a:rect l="l" t="t" r="r" b="b"/>
              <a:pathLst>
                <a:path w="3094354" h="739775">
                  <a:moveTo>
                    <a:pt x="0" y="0"/>
                  </a:moveTo>
                  <a:lnTo>
                    <a:pt x="3093899" y="0"/>
                  </a:lnTo>
                  <a:lnTo>
                    <a:pt x="30938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09237" y="6084637"/>
            <a:ext cx="717550" cy="49212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ts val="244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l'a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03292" y="6253641"/>
            <a:ext cx="21285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pprentissage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72950" y="6476100"/>
            <a:ext cx="2419350" cy="749300"/>
            <a:chOff x="3472950" y="6476100"/>
            <a:chExt cx="2419350" cy="749300"/>
          </a:xfrm>
        </p:grpSpPr>
        <p:sp>
          <p:nvSpPr>
            <p:cNvPr id="25" name="object 25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24092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409299" y="0"/>
                  </a:lnTo>
                  <a:lnTo>
                    <a:pt x="2409299" y="739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77712" y="6480862"/>
              <a:ext cx="2409825" cy="739775"/>
            </a:xfrm>
            <a:custGeom>
              <a:avLst/>
              <a:gdLst/>
              <a:ahLst/>
              <a:cxnLst/>
              <a:rect l="l" t="t" r="r" b="b"/>
              <a:pathLst>
                <a:path w="2409825" h="739775">
                  <a:moveTo>
                    <a:pt x="0" y="0"/>
                  </a:moveTo>
                  <a:lnTo>
                    <a:pt x="2409299" y="0"/>
                  </a:lnTo>
                  <a:lnTo>
                    <a:pt x="24092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45987" y="6649866"/>
            <a:ext cx="1953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415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2345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41125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3425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40674" y="7622575"/>
            <a:ext cx="1379220" cy="739775"/>
          </a:xfrm>
          <a:prstGeom prst="rect">
            <a:avLst/>
          </a:prstGeom>
          <a:solidFill>
            <a:srgbClr val="B7B7B7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3853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91525" y="4364225"/>
            <a:ext cx="4278630" cy="107759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234315">
              <a:lnSpc>
                <a:spcPct val="100000"/>
              </a:lnSpc>
              <a:spcBef>
                <a:spcPts val="1330"/>
              </a:spcBef>
            </a:pPr>
            <a:r>
              <a:rPr sz="2300" b="1" spc="-5" dirty="0">
                <a:latin typeface="Courier New"/>
                <a:cs typeface="Courier New"/>
              </a:rPr>
              <a:t>J'aime l'apprentissage </a:t>
            </a:r>
            <a:r>
              <a:rPr sz="2300" b="1" spc="-137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automatique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30232" y="3952436"/>
            <a:ext cx="1922145" cy="2774315"/>
            <a:chOff x="6930232" y="3952436"/>
            <a:chExt cx="1922145" cy="2774315"/>
          </a:xfrm>
        </p:grpSpPr>
        <p:sp>
          <p:nvSpPr>
            <p:cNvPr id="33" name="object 33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1745141" y="2755199"/>
                  </a:move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close/>
                </a:path>
              </a:pathLst>
            </a:custGeom>
            <a:solidFill>
              <a:srgbClr val="C1E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39757" y="3961961"/>
              <a:ext cx="1903095" cy="2755265"/>
            </a:xfrm>
            <a:custGeom>
              <a:avLst/>
              <a:gdLst/>
              <a:ahLst/>
              <a:cxnLst/>
              <a:rect l="l" t="t" r="r" b="b"/>
              <a:pathLst>
                <a:path w="1903095" h="2755265">
                  <a:moveTo>
                    <a:pt x="0" y="157459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9"/>
                  </a:lnTo>
                  <a:lnTo>
                    <a:pt x="1902599" y="2597740"/>
                  </a:lnTo>
                  <a:lnTo>
                    <a:pt x="1894572" y="2647510"/>
                  </a:lnTo>
                  <a:lnTo>
                    <a:pt x="1872219" y="2690734"/>
                  </a:lnTo>
                  <a:lnTo>
                    <a:pt x="1838134" y="2724819"/>
                  </a:lnTo>
                  <a:lnTo>
                    <a:pt x="1794910" y="2747172"/>
                  </a:lnTo>
                  <a:lnTo>
                    <a:pt x="1745141" y="2755199"/>
                  </a:lnTo>
                  <a:lnTo>
                    <a:pt x="157459" y="2755199"/>
                  </a:lnTo>
                  <a:lnTo>
                    <a:pt x="107690" y="2747172"/>
                  </a:lnTo>
                  <a:lnTo>
                    <a:pt x="64465" y="2724819"/>
                  </a:lnTo>
                  <a:lnTo>
                    <a:pt x="30380" y="2690734"/>
                  </a:lnTo>
                  <a:lnTo>
                    <a:pt x="8027" y="2647510"/>
                  </a:lnTo>
                  <a:lnTo>
                    <a:pt x="0" y="2597740"/>
                  </a:lnTo>
                  <a:lnTo>
                    <a:pt x="0" y="15745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310726" y="5133695"/>
            <a:ext cx="115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Encoder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150432" y="2643586"/>
            <a:ext cx="1922145" cy="4083050"/>
            <a:chOff x="9150432" y="2643586"/>
            <a:chExt cx="1922145" cy="4083050"/>
          </a:xfrm>
        </p:grpSpPr>
        <p:sp>
          <p:nvSpPr>
            <p:cNvPr id="37" name="object 37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1745141" y="4063799"/>
                  </a:move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159957" y="2653111"/>
              <a:ext cx="1903095" cy="4064000"/>
            </a:xfrm>
            <a:custGeom>
              <a:avLst/>
              <a:gdLst/>
              <a:ahLst/>
              <a:cxnLst/>
              <a:rect l="l" t="t" r="r" b="b"/>
              <a:pathLst>
                <a:path w="1903095" h="4064000">
                  <a:moveTo>
                    <a:pt x="0" y="157458"/>
                  </a:moveTo>
                  <a:lnTo>
                    <a:pt x="8027" y="107689"/>
                  </a:lnTo>
                  <a:lnTo>
                    <a:pt x="30380" y="64465"/>
                  </a:lnTo>
                  <a:lnTo>
                    <a:pt x="64465" y="30380"/>
                  </a:lnTo>
                  <a:lnTo>
                    <a:pt x="107690" y="8027"/>
                  </a:lnTo>
                  <a:lnTo>
                    <a:pt x="157459" y="0"/>
                  </a:lnTo>
                  <a:lnTo>
                    <a:pt x="1745141" y="0"/>
                  </a:lnTo>
                  <a:lnTo>
                    <a:pt x="1805398" y="11985"/>
                  </a:lnTo>
                  <a:lnTo>
                    <a:pt x="1856481" y="46118"/>
                  </a:lnTo>
                  <a:lnTo>
                    <a:pt x="1890614" y="97202"/>
                  </a:lnTo>
                  <a:lnTo>
                    <a:pt x="1902599" y="157458"/>
                  </a:lnTo>
                  <a:lnTo>
                    <a:pt x="1902599" y="3906340"/>
                  </a:lnTo>
                  <a:lnTo>
                    <a:pt x="1894572" y="3956109"/>
                  </a:lnTo>
                  <a:lnTo>
                    <a:pt x="1872219" y="3999333"/>
                  </a:lnTo>
                  <a:lnTo>
                    <a:pt x="1838134" y="4033419"/>
                  </a:lnTo>
                  <a:lnTo>
                    <a:pt x="1794910" y="4055772"/>
                  </a:lnTo>
                  <a:lnTo>
                    <a:pt x="1745141" y="4063799"/>
                  </a:lnTo>
                  <a:lnTo>
                    <a:pt x="157459" y="4063799"/>
                  </a:lnTo>
                  <a:lnTo>
                    <a:pt x="107690" y="4055772"/>
                  </a:lnTo>
                  <a:lnTo>
                    <a:pt x="64465" y="4033419"/>
                  </a:lnTo>
                  <a:lnTo>
                    <a:pt x="30380" y="3999333"/>
                  </a:lnTo>
                  <a:lnTo>
                    <a:pt x="8027" y="3956109"/>
                  </a:lnTo>
                  <a:lnTo>
                    <a:pt x="0" y="3906340"/>
                  </a:lnTo>
                  <a:lnTo>
                    <a:pt x="0" y="157458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22517" y="4479144"/>
            <a:ext cx="1177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Decoder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399332" y="7393637"/>
            <a:ext cx="1306830" cy="551815"/>
            <a:chOff x="7399332" y="7393637"/>
            <a:chExt cx="1306830" cy="551815"/>
          </a:xfrm>
        </p:grpSpPr>
        <p:sp>
          <p:nvSpPr>
            <p:cNvPr id="41" name="object 41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0885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65445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320082" y="7393637"/>
            <a:ext cx="1306830" cy="551815"/>
            <a:chOff x="9320082" y="7393637"/>
            <a:chExt cx="1306830" cy="551815"/>
          </a:xfrm>
        </p:grpSpPr>
        <p:sp>
          <p:nvSpPr>
            <p:cNvPr id="45" name="object 45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1198898" y="532199"/>
                  </a:move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close/>
                </a:path>
              </a:pathLst>
            </a:custGeom>
            <a:solidFill>
              <a:srgbClr val="FCD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29607" y="7403162"/>
              <a:ext cx="1287780" cy="532765"/>
            </a:xfrm>
            <a:custGeom>
              <a:avLst/>
              <a:gdLst/>
              <a:ahLst/>
              <a:cxnLst/>
              <a:rect l="l" t="t" r="r" b="b"/>
              <a:pathLst>
                <a:path w="1287779" h="532765">
                  <a:moveTo>
                    <a:pt x="0" y="88701"/>
                  </a:moveTo>
                  <a:lnTo>
                    <a:pt x="6970" y="54174"/>
                  </a:lnTo>
                  <a:lnTo>
                    <a:pt x="25980" y="25980"/>
                  </a:lnTo>
                  <a:lnTo>
                    <a:pt x="54175" y="6970"/>
                  </a:lnTo>
                  <a:lnTo>
                    <a:pt x="88702" y="0"/>
                  </a:lnTo>
                  <a:lnTo>
                    <a:pt x="1198898" y="0"/>
                  </a:lnTo>
                  <a:lnTo>
                    <a:pt x="1248110" y="14903"/>
                  </a:lnTo>
                  <a:lnTo>
                    <a:pt x="1280848" y="54756"/>
                  </a:lnTo>
                  <a:lnTo>
                    <a:pt x="1287599" y="88701"/>
                  </a:lnTo>
                  <a:lnTo>
                    <a:pt x="1287599" y="443498"/>
                  </a:lnTo>
                  <a:lnTo>
                    <a:pt x="1280629" y="478024"/>
                  </a:lnTo>
                  <a:lnTo>
                    <a:pt x="1261619" y="506219"/>
                  </a:lnTo>
                  <a:lnTo>
                    <a:pt x="1233425" y="525229"/>
                  </a:lnTo>
                  <a:lnTo>
                    <a:pt x="1198898" y="532199"/>
                  </a:lnTo>
                  <a:lnTo>
                    <a:pt x="88702" y="532199"/>
                  </a:lnTo>
                  <a:lnTo>
                    <a:pt x="54175" y="525229"/>
                  </a:lnTo>
                  <a:lnTo>
                    <a:pt x="25980" y="506219"/>
                  </a:lnTo>
                  <a:lnTo>
                    <a:pt x="6970" y="478024"/>
                  </a:lnTo>
                  <a:lnTo>
                    <a:pt x="0" y="443498"/>
                  </a:lnTo>
                  <a:lnTo>
                    <a:pt x="0" y="887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575205" y="7559978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Embedding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320082" y="1720687"/>
            <a:ext cx="1306830" cy="765810"/>
            <a:chOff x="9320082" y="1720687"/>
            <a:chExt cx="1306830" cy="765810"/>
          </a:xfrm>
        </p:grpSpPr>
        <p:sp>
          <p:nvSpPr>
            <p:cNvPr id="49" name="object 49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1235986" y="746399"/>
                  </a:move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329607" y="1730212"/>
              <a:ext cx="1287780" cy="746760"/>
            </a:xfrm>
            <a:custGeom>
              <a:avLst/>
              <a:gdLst/>
              <a:ahLst/>
              <a:cxnLst/>
              <a:rect l="l" t="t" r="r" b="b"/>
              <a:pathLst>
                <a:path w="1287779" h="746760">
                  <a:moveTo>
                    <a:pt x="0" y="51613"/>
                  </a:move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1235986" y="0"/>
                  </a:lnTo>
                  <a:lnTo>
                    <a:pt x="1272482" y="15117"/>
                  </a:lnTo>
                  <a:lnTo>
                    <a:pt x="1287599" y="51613"/>
                  </a:lnTo>
                  <a:lnTo>
                    <a:pt x="1287599" y="694786"/>
                  </a:lnTo>
                  <a:lnTo>
                    <a:pt x="1283544" y="714876"/>
                  </a:lnTo>
                  <a:lnTo>
                    <a:pt x="1272482" y="731282"/>
                  </a:lnTo>
                  <a:lnTo>
                    <a:pt x="1256077" y="742343"/>
                  </a:lnTo>
                  <a:lnTo>
                    <a:pt x="1235986" y="746399"/>
                  </a:lnTo>
                  <a:lnTo>
                    <a:pt x="51613" y="746399"/>
                  </a:lnTo>
                  <a:lnTo>
                    <a:pt x="31523" y="742343"/>
                  </a:lnTo>
                  <a:lnTo>
                    <a:pt x="15117" y="731282"/>
                  </a:lnTo>
                  <a:lnTo>
                    <a:pt x="4056" y="714876"/>
                  </a:lnTo>
                  <a:lnTo>
                    <a:pt x="0" y="694786"/>
                  </a:lnTo>
                  <a:lnTo>
                    <a:pt x="0" y="5161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541458" y="1805342"/>
            <a:ext cx="86233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13664" marR="5080" indent="-101600">
              <a:lnSpc>
                <a:spcPct val="100699"/>
              </a:lnSpc>
              <a:spcBef>
                <a:spcPts val="85"/>
              </a:spcBef>
            </a:pPr>
            <a:r>
              <a:rPr sz="1800" spc="-5" dirty="0">
                <a:latin typeface="Arial MT"/>
                <a:cs typeface="Arial MT"/>
              </a:rPr>
              <a:t>Softmax  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954724" y="779536"/>
            <a:ext cx="11909425" cy="8041640"/>
            <a:chOff x="5954724" y="779536"/>
            <a:chExt cx="11909425" cy="8041640"/>
          </a:xfrm>
        </p:grpSpPr>
        <p:sp>
          <p:nvSpPr>
            <p:cNvPr id="53" name="object 53"/>
            <p:cNvSpPr/>
            <p:nvPr/>
          </p:nvSpPr>
          <p:spPr>
            <a:xfrm>
              <a:off x="11412749" y="1217175"/>
              <a:ext cx="6413500" cy="1145540"/>
            </a:xfrm>
            <a:custGeom>
              <a:avLst/>
              <a:gdLst/>
              <a:ahLst/>
              <a:cxnLst/>
              <a:rect l="l" t="t" r="r" b="b"/>
              <a:pathLst>
                <a:path w="6413500" h="1145539">
                  <a:moveTo>
                    <a:pt x="6222197" y="1145399"/>
                  </a:moveTo>
                  <a:lnTo>
                    <a:pt x="190903" y="1145399"/>
                  </a:lnTo>
                  <a:lnTo>
                    <a:pt x="147131" y="1140358"/>
                  </a:lnTo>
                  <a:lnTo>
                    <a:pt x="106948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0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lnTo>
                    <a:pt x="5041" y="147131"/>
                  </a:lnTo>
                  <a:lnTo>
                    <a:pt x="19403" y="106949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8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6222197" y="0"/>
                  </a:lnTo>
                  <a:lnTo>
                    <a:pt x="6295252" y="14531"/>
                  </a:lnTo>
                  <a:lnTo>
                    <a:pt x="6357185" y="55914"/>
                  </a:lnTo>
                  <a:lnTo>
                    <a:pt x="6398568" y="117848"/>
                  </a:lnTo>
                  <a:lnTo>
                    <a:pt x="6413099" y="190903"/>
                  </a:lnTo>
                  <a:lnTo>
                    <a:pt x="6413099" y="954495"/>
                  </a:lnTo>
                  <a:lnTo>
                    <a:pt x="6408058" y="998268"/>
                  </a:lnTo>
                  <a:lnTo>
                    <a:pt x="6393696" y="1038450"/>
                  </a:lnTo>
                  <a:lnTo>
                    <a:pt x="6371160" y="1073896"/>
                  </a:lnTo>
                  <a:lnTo>
                    <a:pt x="6341597" y="1103460"/>
                  </a:lnTo>
                  <a:lnTo>
                    <a:pt x="6306151" y="1125996"/>
                  </a:lnTo>
                  <a:lnTo>
                    <a:pt x="6265969" y="1140358"/>
                  </a:lnTo>
                  <a:lnTo>
                    <a:pt x="6222197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412749" y="1217175"/>
              <a:ext cx="6413500" cy="1145540"/>
            </a:xfrm>
            <a:custGeom>
              <a:avLst/>
              <a:gdLst/>
              <a:ahLst/>
              <a:cxnLst/>
              <a:rect l="l" t="t" r="r" b="b"/>
              <a:pathLst>
                <a:path w="6413500" h="1145539">
                  <a:moveTo>
                    <a:pt x="0" y="190903"/>
                  </a:moveTo>
                  <a:lnTo>
                    <a:pt x="5041" y="147131"/>
                  </a:lnTo>
                  <a:lnTo>
                    <a:pt x="19403" y="106949"/>
                  </a:lnTo>
                  <a:lnTo>
                    <a:pt x="41939" y="71503"/>
                  </a:lnTo>
                  <a:lnTo>
                    <a:pt x="71503" y="41939"/>
                  </a:lnTo>
                  <a:lnTo>
                    <a:pt x="106948" y="19403"/>
                  </a:lnTo>
                  <a:lnTo>
                    <a:pt x="147131" y="5041"/>
                  </a:lnTo>
                  <a:lnTo>
                    <a:pt x="190903" y="0"/>
                  </a:lnTo>
                  <a:lnTo>
                    <a:pt x="6222197" y="0"/>
                  </a:lnTo>
                  <a:lnTo>
                    <a:pt x="6295252" y="14531"/>
                  </a:lnTo>
                  <a:lnTo>
                    <a:pt x="6357185" y="55914"/>
                  </a:lnTo>
                  <a:lnTo>
                    <a:pt x="6398568" y="117848"/>
                  </a:lnTo>
                  <a:lnTo>
                    <a:pt x="6413099" y="190903"/>
                  </a:lnTo>
                  <a:lnTo>
                    <a:pt x="6413099" y="954495"/>
                  </a:lnTo>
                  <a:lnTo>
                    <a:pt x="6408058" y="998268"/>
                  </a:lnTo>
                  <a:lnTo>
                    <a:pt x="6393696" y="1038450"/>
                  </a:lnTo>
                  <a:lnTo>
                    <a:pt x="6371160" y="1073896"/>
                  </a:lnTo>
                  <a:lnTo>
                    <a:pt x="6341597" y="1103460"/>
                  </a:lnTo>
                  <a:lnTo>
                    <a:pt x="6306151" y="1125996"/>
                  </a:lnTo>
                  <a:lnTo>
                    <a:pt x="6265969" y="1140358"/>
                  </a:lnTo>
                  <a:lnTo>
                    <a:pt x="6222197" y="1145399"/>
                  </a:lnTo>
                  <a:lnTo>
                    <a:pt x="190903" y="1145399"/>
                  </a:lnTo>
                  <a:lnTo>
                    <a:pt x="147131" y="1140358"/>
                  </a:lnTo>
                  <a:lnTo>
                    <a:pt x="106948" y="1125996"/>
                  </a:lnTo>
                  <a:lnTo>
                    <a:pt x="71503" y="1103460"/>
                  </a:lnTo>
                  <a:lnTo>
                    <a:pt x="41939" y="1073896"/>
                  </a:lnTo>
                  <a:lnTo>
                    <a:pt x="19403" y="1038450"/>
                  </a:lnTo>
                  <a:lnTo>
                    <a:pt x="5041" y="998268"/>
                  </a:lnTo>
                  <a:lnTo>
                    <a:pt x="0" y="954495"/>
                  </a:lnTo>
                  <a:lnTo>
                    <a:pt x="0" y="190903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02119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992824" y="7977825"/>
              <a:ext cx="1826260" cy="614045"/>
            </a:xfrm>
            <a:custGeom>
              <a:avLst/>
              <a:gdLst/>
              <a:ahLst/>
              <a:cxnLst/>
              <a:rect l="l" t="t" r="r" b="b"/>
              <a:pathLst>
                <a:path w="1826259" h="614045">
                  <a:moveTo>
                    <a:pt x="0" y="0"/>
                  </a:moveTo>
                  <a:lnTo>
                    <a:pt x="913086" y="0"/>
                  </a:lnTo>
                  <a:lnTo>
                    <a:pt x="913086" y="613499"/>
                  </a:lnTo>
                  <a:lnTo>
                    <a:pt x="1826099" y="6134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52656" y="836177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818983" y="8361781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459003" y="229501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21"/>
                  </a:lnTo>
                  <a:lnTo>
                    <a:pt x="356831" y="38557"/>
                  </a:lnTo>
                  <a:lnTo>
                    <a:pt x="317334" y="17475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21"/>
                  </a:lnTo>
                  <a:lnTo>
                    <a:pt x="39204" y="101180"/>
                  </a:lnTo>
                  <a:lnTo>
                    <a:pt x="18046" y="140169"/>
                  </a:lnTo>
                  <a:lnTo>
                    <a:pt x="4673" y="183248"/>
                  </a:lnTo>
                  <a:lnTo>
                    <a:pt x="0" y="229501"/>
                  </a:lnTo>
                  <a:lnTo>
                    <a:pt x="4673" y="275755"/>
                  </a:lnTo>
                  <a:lnTo>
                    <a:pt x="18046" y="318833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69"/>
                  </a:lnTo>
                  <a:lnTo>
                    <a:pt x="183248" y="454342"/>
                  </a:lnTo>
                  <a:lnTo>
                    <a:pt x="229501" y="459003"/>
                  </a:lnTo>
                  <a:lnTo>
                    <a:pt x="275755" y="454342"/>
                  </a:lnTo>
                  <a:lnTo>
                    <a:pt x="318833" y="440969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33"/>
                  </a:lnTo>
                  <a:lnTo>
                    <a:pt x="454342" y="275755"/>
                  </a:lnTo>
                  <a:lnTo>
                    <a:pt x="459003" y="229501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891056" y="3723834"/>
              <a:ext cx="1269365" cy="961390"/>
            </a:xfrm>
            <a:custGeom>
              <a:avLst/>
              <a:gdLst/>
              <a:ahLst/>
              <a:cxnLst/>
              <a:rect l="l" t="t" r="r" b="b"/>
              <a:pathLst>
                <a:path w="1269365" h="961389">
                  <a:moveTo>
                    <a:pt x="0" y="238127"/>
                  </a:moveTo>
                  <a:lnTo>
                    <a:pt x="0" y="0"/>
                  </a:lnTo>
                  <a:lnTo>
                    <a:pt x="1110095" y="0"/>
                  </a:lnTo>
                  <a:lnTo>
                    <a:pt x="1110095" y="961127"/>
                  </a:lnTo>
                  <a:lnTo>
                    <a:pt x="1268999" y="96112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21191" y="6747610"/>
              <a:ext cx="1983739" cy="93345"/>
            </a:xfrm>
            <a:custGeom>
              <a:avLst/>
              <a:gdLst/>
              <a:ahLst/>
              <a:cxnLst/>
              <a:rect l="l" t="t" r="r" b="b"/>
              <a:pathLst>
                <a:path w="1983740" h="9334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  <a:path w="1983740" h="93345">
                  <a:moveTo>
                    <a:pt x="1983680" y="93050"/>
                  </a:moveTo>
                  <a:lnTo>
                    <a:pt x="1952215" y="6599"/>
                  </a:lnTo>
                  <a:lnTo>
                    <a:pt x="1920749" y="93050"/>
                  </a:lnTo>
                  <a:lnTo>
                    <a:pt x="1983680" y="930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18995" y="575852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48495" y="4270150"/>
              <a:ext cx="2903220" cy="4091940"/>
            </a:xfrm>
            <a:custGeom>
              <a:avLst/>
              <a:gdLst/>
              <a:ahLst/>
              <a:cxnLst/>
              <a:rect l="l" t="t" r="r" b="b"/>
              <a:pathLst>
                <a:path w="2903220" h="4091940">
                  <a:moveTo>
                    <a:pt x="0" y="4091624"/>
                  </a:moveTo>
                  <a:lnTo>
                    <a:pt x="0" y="1947224"/>
                  </a:lnTo>
                </a:path>
                <a:path w="2903220" h="4091940">
                  <a:moveTo>
                    <a:pt x="1214203" y="144202"/>
                  </a:moveTo>
                  <a:lnTo>
                    <a:pt x="1221555" y="98623"/>
                  </a:lnTo>
                  <a:lnTo>
                    <a:pt x="1242026" y="59038"/>
                  </a:lnTo>
                  <a:lnTo>
                    <a:pt x="1273242" y="27822"/>
                  </a:lnTo>
                  <a:lnTo>
                    <a:pt x="1312827" y="7351"/>
                  </a:lnTo>
                  <a:lnTo>
                    <a:pt x="1358406" y="0"/>
                  </a:lnTo>
                  <a:lnTo>
                    <a:pt x="2759000" y="0"/>
                  </a:lnTo>
                  <a:lnTo>
                    <a:pt x="2814185" y="10976"/>
                  </a:lnTo>
                  <a:lnTo>
                    <a:pt x="2860967" y="42235"/>
                  </a:lnTo>
                  <a:lnTo>
                    <a:pt x="2892227" y="89018"/>
                  </a:lnTo>
                  <a:lnTo>
                    <a:pt x="2903203" y="144202"/>
                  </a:lnTo>
                  <a:lnTo>
                    <a:pt x="2903203" y="720997"/>
                  </a:lnTo>
                  <a:lnTo>
                    <a:pt x="2895852" y="766576"/>
                  </a:lnTo>
                  <a:lnTo>
                    <a:pt x="2875381" y="806161"/>
                  </a:lnTo>
                  <a:lnTo>
                    <a:pt x="2844165" y="837377"/>
                  </a:lnTo>
                  <a:lnTo>
                    <a:pt x="2804580" y="857848"/>
                  </a:lnTo>
                  <a:lnTo>
                    <a:pt x="2759000" y="865199"/>
                  </a:lnTo>
                  <a:lnTo>
                    <a:pt x="1358406" y="865199"/>
                  </a:lnTo>
                  <a:lnTo>
                    <a:pt x="1312827" y="857848"/>
                  </a:lnTo>
                  <a:lnTo>
                    <a:pt x="1273242" y="837377"/>
                  </a:lnTo>
                  <a:lnTo>
                    <a:pt x="1242026" y="806161"/>
                  </a:lnTo>
                  <a:lnTo>
                    <a:pt x="1221555" y="766576"/>
                  </a:lnTo>
                  <a:lnTo>
                    <a:pt x="1214203" y="720997"/>
                  </a:lnTo>
                  <a:lnTo>
                    <a:pt x="1214203" y="144202"/>
                  </a:lnTo>
                  <a:close/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973406" y="8361924"/>
              <a:ext cx="0" cy="375920"/>
            </a:xfrm>
            <a:custGeom>
              <a:avLst/>
              <a:gdLst/>
              <a:ahLst/>
              <a:cxnLst/>
              <a:rect l="l" t="t" r="r" b="b"/>
              <a:pathLst>
                <a:path h="375920">
                  <a:moveTo>
                    <a:pt x="0" y="0"/>
                  </a:moveTo>
                  <a:lnTo>
                    <a:pt x="0" y="37538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750984" y="5758535"/>
              <a:ext cx="459105" cy="3062605"/>
            </a:xfrm>
            <a:custGeom>
              <a:avLst/>
              <a:gdLst/>
              <a:ahLst/>
              <a:cxnLst/>
              <a:rect l="l" t="t" r="r" b="b"/>
              <a:pathLst>
                <a:path w="459104" h="3062604">
                  <a:moveTo>
                    <a:pt x="459003" y="2832747"/>
                  </a:moveTo>
                  <a:lnTo>
                    <a:pt x="454558" y="2787764"/>
                  </a:lnTo>
                  <a:lnTo>
                    <a:pt x="441540" y="2744914"/>
                  </a:lnTo>
                  <a:lnTo>
                    <a:pt x="420446" y="2705417"/>
                  </a:lnTo>
                  <a:lnTo>
                    <a:pt x="391782" y="2670467"/>
                  </a:lnTo>
                  <a:lnTo>
                    <a:pt x="356831" y="2641803"/>
                  </a:lnTo>
                  <a:lnTo>
                    <a:pt x="317334" y="2620721"/>
                  </a:lnTo>
                  <a:lnTo>
                    <a:pt x="274485" y="2607691"/>
                  </a:lnTo>
                  <a:lnTo>
                    <a:pt x="229501" y="2603246"/>
                  </a:lnTo>
                  <a:lnTo>
                    <a:pt x="183248" y="2607907"/>
                  </a:lnTo>
                  <a:lnTo>
                    <a:pt x="140169" y="2621280"/>
                  </a:lnTo>
                  <a:lnTo>
                    <a:pt x="101193" y="2642438"/>
                  </a:lnTo>
                  <a:lnTo>
                    <a:pt x="67221" y="2670467"/>
                  </a:lnTo>
                  <a:lnTo>
                    <a:pt x="39204" y="2704427"/>
                  </a:lnTo>
                  <a:lnTo>
                    <a:pt x="18046" y="2743416"/>
                  </a:lnTo>
                  <a:lnTo>
                    <a:pt x="4673" y="2786494"/>
                  </a:lnTo>
                  <a:lnTo>
                    <a:pt x="0" y="2832747"/>
                  </a:lnTo>
                  <a:lnTo>
                    <a:pt x="4673" y="2879001"/>
                  </a:lnTo>
                  <a:lnTo>
                    <a:pt x="18046" y="2922079"/>
                  </a:lnTo>
                  <a:lnTo>
                    <a:pt x="39204" y="2961055"/>
                  </a:lnTo>
                  <a:lnTo>
                    <a:pt x="67221" y="2995028"/>
                  </a:lnTo>
                  <a:lnTo>
                    <a:pt x="101193" y="3023044"/>
                  </a:lnTo>
                  <a:lnTo>
                    <a:pt x="140169" y="3044215"/>
                  </a:lnTo>
                  <a:lnTo>
                    <a:pt x="183248" y="3057588"/>
                  </a:lnTo>
                  <a:lnTo>
                    <a:pt x="229501" y="3062249"/>
                  </a:lnTo>
                  <a:lnTo>
                    <a:pt x="275755" y="3057588"/>
                  </a:lnTo>
                  <a:lnTo>
                    <a:pt x="318833" y="3044215"/>
                  </a:lnTo>
                  <a:lnTo>
                    <a:pt x="357822" y="3023044"/>
                  </a:lnTo>
                  <a:lnTo>
                    <a:pt x="391782" y="2995028"/>
                  </a:lnTo>
                  <a:lnTo>
                    <a:pt x="419811" y="2961055"/>
                  </a:lnTo>
                  <a:lnTo>
                    <a:pt x="440969" y="2922079"/>
                  </a:lnTo>
                  <a:lnTo>
                    <a:pt x="454342" y="2879001"/>
                  </a:lnTo>
                  <a:lnTo>
                    <a:pt x="459003" y="2832747"/>
                  </a:lnTo>
                  <a:close/>
                </a:path>
                <a:path w="459104" h="3062604">
                  <a:moveTo>
                    <a:pt x="459003" y="229489"/>
                  </a:moveTo>
                  <a:lnTo>
                    <a:pt x="454558" y="184518"/>
                  </a:lnTo>
                  <a:lnTo>
                    <a:pt x="441540" y="141668"/>
                  </a:lnTo>
                  <a:lnTo>
                    <a:pt x="420446" y="102171"/>
                  </a:lnTo>
                  <a:lnTo>
                    <a:pt x="391782" y="67208"/>
                  </a:lnTo>
                  <a:lnTo>
                    <a:pt x="356831" y="38557"/>
                  </a:lnTo>
                  <a:lnTo>
                    <a:pt x="317334" y="17462"/>
                  </a:lnTo>
                  <a:lnTo>
                    <a:pt x="274485" y="4445"/>
                  </a:lnTo>
                  <a:lnTo>
                    <a:pt x="229501" y="0"/>
                  </a:lnTo>
                  <a:lnTo>
                    <a:pt x="183248" y="4660"/>
                  </a:lnTo>
                  <a:lnTo>
                    <a:pt x="140169" y="18034"/>
                  </a:lnTo>
                  <a:lnTo>
                    <a:pt x="101193" y="39192"/>
                  </a:lnTo>
                  <a:lnTo>
                    <a:pt x="67221" y="67208"/>
                  </a:lnTo>
                  <a:lnTo>
                    <a:pt x="39204" y="101180"/>
                  </a:lnTo>
                  <a:lnTo>
                    <a:pt x="18046" y="140157"/>
                  </a:lnTo>
                  <a:lnTo>
                    <a:pt x="4673" y="183248"/>
                  </a:lnTo>
                  <a:lnTo>
                    <a:pt x="0" y="229489"/>
                  </a:lnTo>
                  <a:lnTo>
                    <a:pt x="4673" y="275742"/>
                  </a:lnTo>
                  <a:lnTo>
                    <a:pt x="18046" y="318820"/>
                  </a:lnTo>
                  <a:lnTo>
                    <a:pt x="39204" y="357809"/>
                  </a:lnTo>
                  <a:lnTo>
                    <a:pt x="67221" y="391782"/>
                  </a:lnTo>
                  <a:lnTo>
                    <a:pt x="101193" y="419798"/>
                  </a:lnTo>
                  <a:lnTo>
                    <a:pt x="140169" y="440956"/>
                  </a:lnTo>
                  <a:lnTo>
                    <a:pt x="183248" y="454329"/>
                  </a:lnTo>
                  <a:lnTo>
                    <a:pt x="229501" y="458990"/>
                  </a:lnTo>
                  <a:lnTo>
                    <a:pt x="275755" y="454329"/>
                  </a:lnTo>
                  <a:lnTo>
                    <a:pt x="318833" y="440956"/>
                  </a:lnTo>
                  <a:lnTo>
                    <a:pt x="357822" y="419798"/>
                  </a:lnTo>
                  <a:lnTo>
                    <a:pt x="391782" y="391782"/>
                  </a:lnTo>
                  <a:lnTo>
                    <a:pt x="419811" y="357809"/>
                  </a:lnTo>
                  <a:lnTo>
                    <a:pt x="440969" y="318820"/>
                  </a:lnTo>
                  <a:lnTo>
                    <a:pt x="454342" y="275742"/>
                  </a:lnTo>
                  <a:lnTo>
                    <a:pt x="459003" y="22948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941941" y="7962961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5">
                  <a:moveTo>
                    <a:pt x="62930" y="86450"/>
                  </a:moveTo>
                  <a:lnTo>
                    <a:pt x="31465" y="0"/>
                  </a:lnTo>
                  <a:lnTo>
                    <a:pt x="0" y="86450"/>
                  </a:lnTo>
                  <a:lnTo>
                    <a:pt x="62930" y="8645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980495" y="6217524"/>
              <a:ext cx="0" cy="2144395"/>
            </a:xfrm>
            <a:custGeom>
              <a:avLst/>
              <a:gdLst/>
              <a:ahLst/>
              <a:cxnLst/>
              <a:rect l="l" t="t" r="r" b="b"/>
              <a:pathLst>
                <a:path h="2144395">
                  <a:moveTo>
                    <a:pt x="0" y="2144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50995" y="30507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4"/>
                  </a:lnTo>
                  <a:lnTo>
                    <a:pt x="67219" y="391780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4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8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0"/>
                  </a:lnTo>
                  <a:lnTo>
                    <a:pt x="357815" y="419804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973406" y="875511"/>
              <a:ext cx="0" cy="763270"/>
            </a:xfrm>
            <a:custGeom>
              <a:avLst/>
              <a:gdLst/>
              <a:ahLst/>
              <a:cxnLst/>
              <a:rect l="l" t="t" r="r" b="b"/>
              <a:pathLst>
                <a:path h="763269">
                  <a:moveTo>
                    <a:pt x="0" y="0"/>
                  </a:moveTo>
                  <a:lnTo>
                    <a:pt x="0" y="762878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2416" y="779536"/>
              <a:ext cx="81980" cy="1055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980495" y="1638390"/>
              <a:ext cx="0" cy="1412875"/>
            </a:xfrm>
            <a:custGeom>
              <a:avLst/>
              <a:gdLst/>
              <a:ahLst/>
              <a:cxnLst/>
              <a:rect l="l" t="t" r="r" b="b"/>
              <a:pathLst>
                <a:path h="1412875">
                  <a:moveTo>
                    <a:pt x="0" y="1412399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750995" y="1179390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5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9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8573201" y="8439894"/>
            <a:ext cx="854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Inputs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503209" y="338994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Output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623299" y="1420312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297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0171949" y="1370774"/>
            <a:ext cx="4224020" cy="2157095"/>
            <a:chOff x="10171949" y="1370774"/>
            <a:chExt cx="4224020" cy="2157095"/>
          </a:xfrm>
        </p:grpSpPr>
        <p:sp>
          <p:nvSpPr>
            <p:cNvPr id="76" name="object 76"/>
            <p:cNvSpPr/>
            <p:nvPr/>
          </p:nvSpPr>
          <p:spPr>
            <a:xfrm>
              <a:off x="10210049" y="1408874"/>
              <a:ext cx="1203325" cy="381000"/>
            </a:xfrm>
            <a:custGeom>
              <a:avLst/>
              <a:gdLst/>
              <a:ahLst/>
              <a:cxnLst/>
              <a:rect l="l" t="t" r="r" b="b"/>
              <a:pathLst>
                <a:path w="1203325" h="381000">
                  <a:moveTo>
                    <a:pt x="0" y="0"/>
                  </a:moveTo>
                  <a:lnTo>
                    <a:pt x="601349" y="0"/>
                  </a:lnTo>
                  <a:lnTo>
                    <a:pt x="601349" y="380999"/>
                  </a:lnTo>
                  <a:lnTo>
                    <a:pt x="1202699" y="380999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3255149" y="2783312"/>
              <a:ext cx="1136015" cy="739775"/>
            </a:xfrm>
            <a:custGeom>
              <a:avLst/>
              <a:gdLst/>
              <a:ahLst/>
              <a:cxnLst/>
              <a:rect l="l" t="t" r="r" b="b"/>
              <a:pathLst>
                <a:path w="1136015" h="739775">
                  <a:moveTo>
                    <a:pt x="11357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135799" y="0"/>
                  </a:lnTo>
                  <a:lnTo>
                    <a:pt x="1135799" y="7391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3255149" y="2783312"/>
              <a:ext cx="1136015" cy="739775"/>
            </a:xfrm>
            <a:custGeom>
              <a:avLst/>
              <a:gdLst/>
              <a:ahLst/>
              <a:cxnLst/>
              <a:rect l="l" t="t" r="r" b="b"/>
              <a:pathLst>
                <a:path w="1136015" h="739775">
                  <a:moveTo>
                    <a:pt x="0" y="0"/>
                  </a:moveTo>
                  <a:lnTo>
                    <a:pt x="1135799" y="0"/>
                  </a:lnTo>
                  <a:lnTo>
                    <a:pt x="11357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3152449" y="1420275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450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681599" y="1420275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901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210750" y="1420275"/>
            <a:ext cx="1379220" cy="739775"/>
          </a:xfrm>
          <a:prstGeom prst="rect">
            <a:avLst/>
          </a:prstGeom>
          <a:solidFill>
            <a:srgbClr val="B4A7D6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430"/>
              </a:spcBef>
            </a:pPr>
            <a:r>
              <a:rPr sz="2300" b="1" spc="-5" dirty="0">
                <a:latin typeface="Courier New"/>
                <a:cs typeface="Courier New"/>
              </a:rPr>
              <a:t>389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2034700" y="2558212"/>
            <a:ext cx="518795" cy="739775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430"/>
              </a:spcBef>
            </a:pPr>
            <a:r>
              <a:rPr sz="2300" b="1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3259913" y="2952315"/>
            <a:ext cx="11264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love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14391975" y="3077987"/>
            <a:ext cx="3338829" cy="1073785"/>
            <a:chOff x="14391975" y="3077987"/>
            <a:chExt cx="3338829" cy="1073785"/>
          </a:xfrm>
        </p:grpSpPr>
        <p:sp>
          <p:nvSpPr>
            <p:cNvPr id="85" name="object 85"/>
            <p:cNvSpPr/>
            <p:nvPr/>
          </p:nvSpPr>
          <p:spPr>
            <a:xfrm>
              <a:off x="14396738" y="3082750"/>
              <a:ext cx="1797050" cy="739775"/>
            </a:xfrm>
            <a:custGeom>
              <a:avLst/>
              <a:gdLst/>
              <a:ahLst/>
              <a:cxnLst/>
              <a:rect l="l" t="t" r="r" b="b"/>
              <a:pathLst>
                <a:path w="1797050" h="739775">
                  <a:moveTo>
                    <a:pt x="1796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796999" y="0"/>
                  </a:lnTo>
                  <a:lnTo>
                    <a:pt x="1796999" y="7391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4396738" y="3082750"/>
              <a:ext cx="1797050" cy="739775"/>
            </a:xfrm>
            <a:custGeom>
              <a:avLst/>
              <a:gdLst/>
              <a:ahLst/>
              <a:cxnLst/>
              <a:rect l="l" t="t" r="r" b="b"/>
              <a:pathLst>
                <a:path w="1797050" h="739775">
                  <a:moveTo>
                    <a:pt x="0" y="0"/>
                  </a:moveTo>
                  <a:lnTo>
                    <a:pt x="1796999" y="0"/>
                  </a:lnTo>
                  <a:lnTo>
                    <a:pt x="1796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6036859" y="3407199"/>
              <a:ext cx="1689100" cy="739775"/>
            </a:xfrm>
            <a:custGeom>
              <a:avLst/>
              <a:gdLst/>
              <a:ahLst/>
              <a:cxnLst/>
              <a:rect l="l" t="t" r="r" b="b"/>
              <a:pathLst>
                <a:path w="1689100" h="739775">
                  <a:moveTo>
                    <a:pt x="1688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88999" y="0"/>
                  </a:lnTo>
                  <a:lnTo>
                    <a:pt x="1688999" y="7391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6036859" y="3407199"/>
              <a:ext cx="1689100" cy="739775"/>
            </a:xfrm>
            <a:custGeom>
              <a:avLst/>
              <a:gdLst/>
              <a:ahLst/>
              <a:cxnLst/>
              <a:rect l="l" t="t" r="r" b="b"/>
              <a:pathLst>
                <a:path w="1689100" h="739775">
                  <a:moveTo>
                    <a:pt x="0" y="0"/>
                  </a:moveTo>
                  <a:lnTo>
                    <a:pt x="1688999" y="0"/>
                  </a:lnTo>
                  <a:lnTo>
                    <a:pt x="1688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4669237" y="3251753"/>
            <a:ext cx="2922270" cy="700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55"/>
              </a:lnSpc>
              <a:spcBef>
                <a:spcPts val="100"/>
              </a:spcBef>
            </a:pPr>
            <a:r>
              <a:rPr sz="2300" b="1" spc="-5" dirty="0">
                <a:latin typeface="Courier New"/>
                <a:cs typeface="Courier New"/>
              </a:rPr>
              <a:t>machine</a:t>
            </a:r>
            <a:endParaRPr sz="2300">
              <a:latin typeface="Courier New"/>
              <a:cs typeface="Courier New"/>
            </a:endParaRPr>
          </a:p>
          <a:p>
            <a:pPr marL="1506855">
              <a:lnSpc>
                <a:spcPts val="2655"/>
              </a:lnSpc>
            </a:pPr>
            <a:r>
              <a:rPr sz="2300" b="1" spc="-5" dirty="0">
                <a:latin typeface="Courier New"/>
                <a:cs typeface="Courier New"/>
              </a:rPr>
              <a:t>learning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2481274" y="4364225"/>
            <a:ext cx="4278630" cy="1077595"/>
          </a:xfrm>
          <a:custGeom>
            <a:avLst/>
            <a:gdLst/>
            <a:ahLst/>
            <a:cxnLst/>
            <a:rect l="l" t="t" r="r" b="b"/>
            <a:pathLst>
              <a:path w="4278630" h="1077595">
                <a:moveTo>
                  <a:pt x="4278299" y="1077299"/>
                </a:moveTo>
                <a:lnTo>
                  <a:pt x="0" y="1077299"/>
                </a:lnTo>
                <a:lnTo>
                  <a:pt x="0" y="0"/>
                </a:lnTo>
                <a:lnTo>
                  <a:pt x="4278299" y="0"/>
                </a:lnTo>
                <a:lnTo>
                  <a:pt x="4278299" y="1077299"/>
                </a:lnTo>
                <a:close/>
              </a:path>
            </a:pathLst>
          </a:custGeom>
          <a:solidFill>
            <a:srgbClr val="D9D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12481274" y="4364225"/>
            <a:ext cx="4278630" cy="107759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180975" marR="1636395">
              <a:lnSpc>
                <a:spcPct val="100000"/>
              </a:lnSpc>
              <a:spcBef>
                <a:spcPts val="1330"/>
              </a:spcBef>
            </a:pPr>
            <a:r>
              <a:rPr sz="2300" b="1" dirty="0">
                <a:latin typeface="Courier New"/>
                <a:cs typeface="Courier New"/>
              </a:rPr>
              <a:t>I</a:t>
            </a:r>
            <a:r>
              <a:rPr sz="2300" b="1" spc="-55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love</a:t>
            </a:r>
            <a:r>
              <a:rPr sz="2300" b="1" spc="-5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machine </a:t>
            </a:r>
            <a:r>
              <a:rPr sz="2300" b="1" spc="-1365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learning</a:t>
            </a:r>
            <a:endParaRPr sz="2300">
              <a:latin typeface="Courier New"/>
              <a:cs typeface="Courier New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7663095" y="1244437"/>
            <a:ext cx="9432290" cy="7176770"/>
            <a:chOff x="7663095" y="1244437"/>
            <a:chExt cx="9432290" cy="7176770"/>
          </a:xfrm>
        </p:grpSpPr>
        <p:pic>
          <p:nvPicPr>
            <p:cNvPr id="93" name="object 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46425" y="4942486"/>
              <a:ext cx="948779" cy="892968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663095" y="4373174"/>
              <a:ext cx="459105" cy="459105"/>
            </a:xfrm>
            <a:custGeom>
              <a:avLst/>
              <a:gdLst/>
              <a:ahLst/>
              <a:cxnLst/>
              <a:rect l="l" t="t" r="r" b="b"/>
              <a:pathLst>
                <a:path w="459104" h="459104">
                  <a:moveTo>
                    <a:pt x="229499" y="458999"/>
                  </a:moveTo>
                  <a:lnTo>
                    <a:pt x="183247" y="454337"/>
                  </a:lnTo>
                  <a:lnTo>
                    <a:pt x="140168" y="440964"/>
                  </a:lnTo>
                  <a:lnTo>
                    <a:pt x="101184" y="419805"/>
                  </a:lnTo>
                  <a:lnTo>
                    <a:pt x="67219" y="391781"/>
                  </a:lnTo>
                  <a:lnTo>
                    <a:pt x="39195" y="357815"/>
                  </a:lnTo>
                  <a:lnTo>
                    <a:pt x="18035" y="318831"/>
                  </a:lnTo>
                  <a:lnTo>
                    <a:pt x="4662" y="275752"/>
                  </a:lnTo>
                  <a:lnTo>
                    <a:pt x="0" y="229499"/>
                  </a:lnTo>
                  <a:lnTo>
                    <a:pt x="4662" y="183247"/>
                  </a:lnTo>
                  <a:lnTo>
                    <a:pt x="18035" y="140168"/>
                  </a:lnTo>
                  <a:lnTo>
                    <a:pt x="39195" y="101184"/>
                  </a:lnTo>
                  <a:lnTo>
                    <a:pt x="67219" y="67218"/>
                  </a:lnTo>
                  <a:lnTo>
                    <a:pt x="101184" y="39195"/>
                  </a:lnTo>
                  <a:lnTo>
                    <a:pt x="140168" y="18035"/>
                  </a:lnTo>
                  <a:lnTo>
                    <a:pt x="183247" y="4662"/>
                  </a:lnTo>
                  <a:lnTo>
                    <a:pt x="229499" y="0"/>
                  </a:lnTo>
                  <a:lnTo>
                    <a:pt x="274482" y="4450"/>
                  </a:lnTo>
                  <a:lnTo>
                    <a:pt x="317325" y="17469"/>
                  </a:lnTo>
                  <a:lnTo>
                    <a:pt x="356826" y="38558"/>
                  </a:lnTo>
                  <a:lnTo>
                    <a:pt x="391781" y="67219"/>
                  </a:lnTo>
                  <a:lnTo>
                    <a:pt x="420441" y="102173"/>
                  </a:lnTo>
                  <a:lnTo>
                    <a:pt x="441530" y="141674"/>
                  </a:lnTo>
                  <a:lnTo>
                    <a:pt x="454549" y="184517"/>
                  </a:lnTo>
                  <a:lnTo>
                    <a:pt x="458999" y="229499"/>
                  </a:lnTo>
                  <a:lnTo>
                    <a:pt x="454337" y="275752"/>
                  </a:lnTo>
                  <a:lnTo>
                    <a:pt x="440964" y="318831"/>
                  </a:lnTo>
                  <a:lnTo>
                    <a:pt x="419804" y="357815"/>
                  </a:lnTo>
                  <a:lnTo>
                    <a:pt x="391780" y="391781"/>
                  </a:lnTo>
                  <a:lnTo>
                    <a:pt x="357815" y="419805"/>
                  </a:lnTo>
                  <a:lnTo>
                    <a:pt x="318831" y="440964"/>
                  </a:lnTo>
                  <a:lnTo>
                    <a:pt x="275752" y="454337"/>
                  </a:lnTo>
                  <a:lnTo>
                    <a:pt x="229499" y="458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891122" y="3754787"/>
              <a:ext cx="1371600" cy="917575"/>
            </a:xfrm>
            <a:custGeom>
              <a:avLst/>
              <a:gdLst/>
              <a:ahLst/>
              <a:cxnLst/>
              <a:rect l="l" t="t" r="r" b="b"/>
              <a:pathLst>
                <a:path w="1371600" h="917575">
                  <a:moveTo>
                    <a:pt x="0" y="0"/>
                  </a:moveTo>
                  <a:lnTo>
                    <a:pt x="1117153" y="0"/>
                  </a:lnTo>
                  <a:lnTo>
                    <a:pt x="1117153" y="917098"/>
                  </a:lnTo>
                  <a:lnTo>
                    <a:pt x="1371599" y="917098"/>
                  </a:lnTo>
                </a:path>
              </a:pathLst>
            </a:custGeom>
            <a:ln w="761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890795" y="3755339"/>
              <a:ext cx="1905" cy="617855"/>
            </a:xfrm>
            <a:custGeom>
              <a:avLst/>
              <a:gdLst/>
              <a:ahLst/>
              <a:cxnLst/>
              <a:rect l="l" t="t" r="r" b="b"/>
              <a:pathLst>
                <a:path w="1904" h="617854">
                  <a:moveTo>
                    <a:pt x="899" y="-38099"/>
                  </a:moveTo>
                  <a:lnTo>
                    <a:pt x="899" y="655934"/>
                  </a:lnTo>
                </a:path>
              </a:pathLst>
            </a:custGeom>
            <a:ln w="77999">
              <a:solidFill>
                <a:srgbClr val="094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973406" y="1253962"/>
              <a:ext cx="1344930" cy="7157720"/>
            </a:xfrm>
            <a:custGeom>
              <a:avLst/>
              <a:gdLst/>
              <a:ahLst/>
              <a:cxnLst/>
              <a:rect l="l" t="t" r="r" b="b"/>
              <a:pathLst>
                <a:path w="1344929" h="7157720">
                  <a:moveTo>
                    <a:pt x="0" y="476249"/>
                  </a:moveTo>
                  <a:lnTo>
                    <a:pt x="0" y="0"/>
                  </a:lnTo>
                  <a:lnTo>
                    <a:pt x="1344692" y="0"/>
                  </a:lnTo>
                  <a:lnTo>
                    <a:pt x="1344692" y="7157636"/>
                  </a:lnTo>
                  <a:lnTo>
                    <a:pt x="599" y="7157636"/>
                  </a:lnTo>
                  <a:lnTo>
                    <a:pt x="599" y="66814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7027" y="3996944"/>
            <a:ext cx="791400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93140">
              <a:lnSpc>
                <a:spcPct val="100000"/>
              </a:lnSpc>
              <a:spcBef>
                <a:spcPts val="100"/>
              </a:spcBef>
            </a:pPr>
            <a:r>
              <a:rPr sz="7200" spc="90" dirty="0"/>
              <a:t>Prompting</a:t>
            </a:r>
            <a:r>
              <a:rPr sz="7200" spc="-865" dirty="0"/>
              <a:t> </a:t>
            </a:r>
            <a:r>
              <a:rPr sz="7200" spc="-30" dirty="0"/>
              <a:t>and  </a:t>
            </a:r>
            <a:r>
              <a:rPr sz="7200" spc="85" dirty="0"/>
              <a:t>prompt</a:t>
            </a:r>
            <a:r>
              <a:rPr sz="7200" spc="-865" dirty="0"/>
              <a:t> </a:t>
            </a:r>
            <a:r>
              <a:rPr sz="7200" dirty="0"/>
              <a:t>engineering</a:t>
            </a:r>
            <a:endParaRPr sz="7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08883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Prompting</a:t>
            </a:r>
            <a:r>
              <a:rPr spc="-670" dirty="0"/>
              <a:t> </a:t>
            </a:r>
            <a:r>
              <a:rPr spc="-25" dirty="0"/>
              <a:t>and</a:t>
            </a:r>
            <a:r>
              <a:rPr spc="-670" dirty="0"/>
              <a:t> </a:t>
            </a:r>
            <a:r>
              <a:rPr spc="65" dirty="0"/>
              <a:t>prompt</a:t>
            </a:r>
            <a:r>
              <a:rPr spc="-670" dirty="0"/>
              <a:t> </a:t>
            </a:r>
            <a:r>
              <a:rPr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4218" y="2707575"/>
            <a:ext cx="5214620" cy="165481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156210" marR="783590">
              <a:lnSpc>
                <a:spcPct val="100000"/>
              </a:lnSpc>
              <a:spcBef>
                <a:spcPts val="125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Where is Ganymede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located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in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the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solar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system?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95087" y="2693987"/>
            <a:ext cx="2948940" cy="2942590"/>
            <a:chOff x="7595087" y="2693987"/>
            <a:chExt cx="2948940" cy="2942590"/>
          </a:xfrm>
        </p:grpSpPr>
        <p:sp>
          <p:nvSpPr>
            <p:cNvPr id="5" name="object 5"/>
            <p:cNvSpPr/>
            <p:nvPr/>
          </p:nvSpPr>
          <p:spPr>
            <a:xfrm>
              <a:off x="7599850" y="2698749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1469399" y="2932799"/>
                  </a:move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56" y="792420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44" y="792504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99850" y="2698750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0" y="1466399"/>
                  </a:move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11" y="792504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02" y="792420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98021" y="392391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4200" y="2699999"/>
            <a:ext cx="5214620" cy="4248785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75882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Where is Ganymede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located</a:t>
            </a:r>
            <a:r>
              <a:rPr sz="2800" b="1" spc="-3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in</a:t>
            </a:r>
            <a:r>
              <a:rPr sz="2800" b="1" spc="-3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the</a:t>
            </a:r>
            <a:r>
              <a:rPr sz="2800" b="1" spc="-3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solar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system?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332740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Ganymede is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a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moon of </a:t>
            </a:r>
            <a:r>
              <a:rPr sz="2800" b="1" spc="-167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Jupiter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and</a:t>
            </a:r>
            <a:r>
              <a:rPr sz="2800" b="1" spc="-3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is</a:t>
            </a:r>
            <a:r>
              <a:rPr sz="2800" b="1" spc="-3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located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in the solar system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within</a:t>
            </a:r>
            <a:r>
              <a:rPr sz="2800" b="1" spc="10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Jupiter’s </a:t>
            </a:r>
            <a:r>
              <a:rPr sz="2800" b="1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orbit.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9456" y="2710387"/>
            <a:ext cx="10426065" cy="4407535"/>
            <a:chOff x="1239456" y="2710387"/>
            <a:chExt cx="10426065" cy="4407535"/>
          </a:xfrm>
        </p:grpSpPr>
        <p:sp>
          <p:nvSpPr>
            <p:cNvPr id="10" name="object 10"/>
            <p:cNvSpPr/>
            <p:nvPr/>
          </p:nvSpPr>
          <p:spPr>
            <a:xfrm>
              <a:off x="6457450" y="3174549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37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2200" y="3092568"/>
              <a:ext cx="211001" cy="1639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538649" y="3174549"/>
              <a:ext cx="934719" cy="0"/>
            </a:xfrm>
            <a:custGeom>
              <a:avLst/>
              <a:gdLst/>
              <a:ahLst/>
              <a:cxnLst/>
              <a:rect l="l" t="t" r="r" b="b"/>
              <a:pathLst>
                <a:path w="934720">
                  <a:moveTo>
                    <a:pt x="0" y="0"/>
                  </a:moveTo>
                  <a:lnTo>
                    <a:pt x="9344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54100" y="3092568"/>
              <a:ext cx="211001" cy="1639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44218" y="2715149"/>
              <a:ext cx="5214620" cy="4398010"/>
            </a:xfrm>
            <a:custGeom>
              <a:avLst/>
              <a:gdLst/>
              <a:ahLst/>
              <a:cxnLst/>
              <a:rect l="l" t="t" r="r" b="b"/>
              <a:pathLst>
                <a:path w="5214620" h="4398009">
                  <a:moveTo>
                    <a:pt x="0" y="0"/>
                  </a:moveTo>
                  <a:lnTo>
                    <a:pt x="5214600" y="0"/>
                  </a:lnTo>
                  <a:lnTo>
                    <a:pt x="5214600" y="4397999"/>
                  </a:lnTo>
                  <a:lnTo>
                    <a:pt x="0" y="439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87974" y="22249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72475" y="222492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98075" y="222495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2575" y="7380819"/>
            <a:ext cx="498919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spc="-140" dirty="0">
                <a:latin typeface="Tahoma"/>
                <a:cs typeface="Tahoma"/>
              </a:rPr>
              <a:t>Cont</a:t>
            </a:r>
            <a:r>
              <a:rPr sz="3200" b="1" spc="-235" dirty="0">
                <a:latin typeface="Tahoma"/>
                <a:cs typeface="Tahoma"/>
              </a:rPr>
              <a:t>e</a:t>
            </a:r>
            <a:r>
              <a:rPr sz="3200" b="1" spc="-150" dirty="0">
                <a:latin typeface="Tahoma"/>
                <a:cs typeface="Tahoma"/>
              </a:rPr>
              <a:t>xt</a:t>
            </a:r>
            <a:r>
              <a:rPr sz="3200" b="1" spc="-320" dirty="0">
                <a:latin typeface="Tahoma"/>
                <a:cs typeface="Tahoma"/>
              </a:rPr>
              <a:t> </a:t>
            </a:r>
            <a:r>
              <a:rPr sz="3200" b="1" spc="-220" dirty="0">
                <a:latin typeface="Tahoma"/>
                <a:cs typeface="Tahoma"/>
              </a:rPr>
              <a:t>window</a:t>
            </a:r>
            <a:r>
              <a:rPr sz="3200" spc="-325" dirty="0">
                <a:latin typeface="Tahoma"/>
                <a:cs typeface="Tahoma"/>
              </a:rPr>
              <a:t>: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45" dirty="0">
                <a:latin typeface="Tahoma"/>
                <a:cs typeface="Tahoma"/>
              </a:rPr>
              <a:t>typically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45" dirty="0">
                <a:latin typeface="Tahoma"/>
                <a:cs typeface="Tahoma"/>
              </a:rPr>
              <a:t>a  </a:t>
            </a:r>
            <a:r>
              <a:rPr sz="3200" spc="40" dirty="0">
                <a:latin typeface="Tahoma"/>
                <a:cs typeface="Tahoma"/>
              </a:rPr>
              <a:t>few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thousand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45" dirty="0">
                <a:latin typeface="Tahoma"/>
                <a:cs typeface="Tahoma"/>
              </a:rPr>
              <a:t>words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405381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In-context</a:t>
            </a:r>
            <a:r>
              <a:rPr spc="-670" dirty="0"/>
              <a:t> </a:t>
            </a:r>
            <a:r>
              <a:rPr spc="20" dirty="0"/>
              <a:t>learning</a:t>
            </a:r>
            <a:r>
              <a:rPr spc="-665" dirty="0"/>
              <a:t> </a:t>
            </a:r>
            <a:r>
              <a:rPr spc="-150" dirty="0"/>
              <a:t>(ICL)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95" dirty="0"/>
              <a:t>zero</a:t>
            </a:r>
            <a:r>
              <a:rPr spc="-665" dirty="0"/>
              <a:t> </a:t>
            </a:r>
            <a:r>
              <a:rPr spc="50" dirty="0"/>
              <a:t>shot</a:t>
            </a:r>
            <a:r>
              <a:rPr spc="-670" dirty="0"/>
              <a:t> </a:t>
            </a:r>
            <a:r>
              <a:rPr spc="50" dirty="0"/>
              <a:t>inference</a:t>
            </a:r>
          </a:p>
        </p:txBody>
      </p:sp>
      <p:sp>
        <p:nvSpPr>
          <p:cNvPr id="3" name="object 3"/>
          <p:cNvSpPr/>
          <p:nvPr/>
        </p:nvSpPr>
        <p:spPr>
          <a:xfrm>
            <a:off x="1219699" y="2699999"/>
            <a:ext cx="5214620" cy="1662430"/>
          </a:xfrm>
          <a:custGeom>
            <a:avLst/>
            <a:gdLst/>
            <a:ahLst/>
            <a:cxnLst/>
            <a:rect l="l" t="t" r="r" b="b"/>
            <a:pathLst>
              <a:path w="5214620" h="1662429">
                <a:moveTo>
                  <a:pt x="5214599" y="1662299"/>
                </a:moveTo>
                <a:lnTo>
                  <a:pt x="0" y="1662299"/>
                </a:lnTo>
                <a:lnTo>
                  <a:pt x="0" y="0"/>
                </a:lnTo>
                <a:lnTo>
                  <a:pt x="5214599" y="0"/>
                </a:lnTo>
                <a:lnTo>
                  <a:pt x="5214599" y="1662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9699" y="2699999"/>
            <a:ext cx="5214620" cy="166243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5454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95087" y="2693987"/>
            <a:ext cx="2948940" cy="2942590"/>
            <a:chOff x="7595087" y="2693987"/>
            <a:chExt cx="2948940" cy="2942590"/>
          </a:xfrm>
        </p:grpSpPr>
        <p:sp>
          <p:nvSpPr>
            <p:cNvPr id="6" name="object 6"/>
            <p:cNvSpPr/>
            <p:nvPr/>
          </p:nvSpPr>
          <p:spPr>
            <a:xfrm>
              <a:off x="7599850" y="2698749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1469399" y="2932799"/>
                  </a:move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56" y="792420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44" y="792504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99850" y="2698750"/>
              <a:ext cx="2939415" cy="2933065"/>
            </a:xfrm>
            <a:custGeom>
              <a:avLst/>
              <a:gdLst/>
              <a:ahLst/>
              <a:cxnLst/>
              <a:rect l="l" t="t" r="r" b="b"/>
              <a:pathLst>
                <a:path w="2939415" h="2933065">
                  <a:moveTo>
                    <a:pt x="0" y="1466399"/>
                  </a:moveTo>
                  <a:lnTo>
                    <a:pt x="785" y="1417995"/>
                  </a:lnTo>
                  <a:lnTo>
                    <a:pt x="3125" y="1369983"/>
                  </a:lnTo>
                  <a:lnTo>
                    <a:pt x="6996" y="1322388"/>
                  </a:lnTo>
                  <a:lnTo>
                    <a:pt x="12372" y="1275232"/>
                  </a:lnTo>
                  <a:lnTo>
                    <a:pt x="19231" y="1228542"/>
                  </a:lnTo>
                  <a:lnTo>
                    <a:pt x="27548" y="1182340"/>
                  </a:lnTo>
                  <a:lnTo>
                    <a:pt x="37299" y="1136651"/>
                  </a:lnTo>
                  <a:lnTo>
                    <a:pt x="48459" y="1091499"/>
                  </a:lnTo>
                  <a:lnTo>
                    <a:pt x="61004" y="1046909"/>
                  </a:lnTo>
                  <a:lnTo>
                    <a:pt x="74910" y="1002904"/>
                  </a:lnTo>
                  <a:lnTo>
                    <a:pt x="90154" y="959508"/>
                  </a:lnTo>
                  <a:lnTo>
                    <a:pt x="106710" y="916746"/>
                  </a:lnTo>
                  <a:lnTo>
                    <a:pt x="124554" y="874642"/>
                  </a:lnTo>
                  <a:lnTo>
                    <a:pt x="143663" y="833220"/>
                  </a:lnTo>
                  <a:lnTo>
                    <a:pt x="164011" y="792504"/>
                  </a:lnTo>
                  <a:lnTo>
                    <a:pt x="185576" y="752519"/>
                  </a:lnTo>
                  <a:lnTo>
                    <a:pt x="208332" y="713288"/>
                  </a:lnTo>
                  <a:lnTo>
                    <a:pt x="232256" y="674835"/>
                  </a:lnTo>
                  <a:lnTo>
                    <a:pt x="257322" y="637186"/>
                  </a:lnTo>
                  <a:lnTo>
                    <a:pt x="283508" y="600363"/>
                  </a:lnTo>
                  <a:lnTo>
                    <a:pt x="310789" y="564391"/>
                  </a:lnTo>
                  <a:lnTo>
                    <a:pt x="339141" y="529295"/>
                  </a:lnTo>
                  <a:lnTo>
                    <a:pt x="368538" y="495098"/>
                  </a:lnTo>
                  <a:lnTo>
                    <a:pt x="398959" y="461824"/>
                  </a:lnTo>
                  <a:lnTo>
                    <a:pt x="430377" y="429498"/>
                  </a:lnTo>
                  <a:lnTo>
                    <a:pt x="462769" y="398144"/>
                  </a:lnTo>
                  <a:lnTo>
                    <a:pt x="496110" y="367786"/>
                  </a:lnTo>
                  <a:lnTo>
                    <a:pt x="530377" y="338448"/>
                  </a:lnTo>
                  <a:lnTo>
                    <a:pt x="565546" y="310155"/>
                  </a:lnTo>
                  <a:lnTo>
                    <a:pt x="601591" y="282930"/>
                  </a:lnTo>
                  <a:lnTo>
                    <a:pt x="638489" y="256797"/>
                  </a:lnTo>
                  <a:lnTo>
                    <a:pt x="676216" y="231781"/>
                  </a:lnTo>
                  <a:lnTo>
                    <a:pt x="714747" y="207907"/>
                  </a:lnTo>
                  <a:lnTo>
                    <a:pt x="754058" y="185197"/>
                  </a:lnTo>
                  <a:lnTo>
                    <a:pt x="794125" y="163676"/>
                  </a:lnTo>
                  <a:lnTo>
                    <a:pt x="834925" y="143369"/>
                  </a:lnTo>
                  <a:lnTo>
                    <a:pt x="876431" y="124300"/>
                  </a:lnTo>
                  <a:lnTo>
                    <a:pt x="918622" y="106492"/>
                  </a:lnTo>
                  <a:lnTo>
                    <a:pt x="961471" y="89970"/>
                  </a:lnTo>
                  <a:lnTo>
                    <a:pt x="1004955" y="74758"/>
                  </a:lnTo>
                  <a:lnTo>
                    <a:pt x="1049051" y="60880"/>
                  </a:lnTo>
                  <a:lnTo>
                    <a:pt x="1093732" y="48360"/>
                  </a:lnTo>
                  <a:lnTo>
                    <a:pt x="1138976" y="37223"/>
                  </a:lnTo>
                  <a:lnTo>
                    <a:pt x="1184759" y="27492"/>
                  </a:lnTo>
                  <a:lnTo>
                    <a:pt x="1231055" y="19192"/>
                  </a:lnTo>
                  <a:lnTo>
                    <a:pt x="1277841" y="12347"/>
                  </a:lnTo>
                  <a:lnTo>
                    <a:pt x="1325093" y="6981"/>
                  </a:lnTo>
                  <a:lnTo>
                    <a:pt x="1372786" y="3119"/>
                  </a:lnTo>
                  <a:lnTo>
                    <a:pt x="1420896" y="783"/>
                  </a:lnTo>
                  <a:lnTo>
                    <a:pt x="1469399" y="0"/>
                  </a:lnTo>
                  <a:lnTo>
                    <a:pt x="1520134" y="873"/>
                  </a:lnTo>
                  <a:lnTo>
                    <a:pt x="1570647" y="3482"/>
                  </a:lnTo>
                  <a:lnTo>
                    <a:pt x="1620897" y="7809"/>
                  </a:lnTo>
                  <a:lnTo>
                    <a:pt x="1670845" y="13839"/>
                  </a:lnTo>
                  <a:lnTo>
                    <a:pt x="1720450" y="21554"/>
                  </a:lnTo>
                  <a:lnTo>
                    <a:pt x="1769671" y="30938"/>
                  </a:lnTo>
                  <a:lnTo>
                    <a:pt x="1818468" y="41973"/>
                  </a:lnTo>
                  <a:lnTo>
                    <a:pt x="1866800" y="54643"/>
                  </a:lnTo>
                  <a:lnTo>
                    <a:pt x="1914626" y="68932"/>
                  </a:lnTo>
                  <a:lnTo>
                    <a:pt x="1961906" y="84822"/>
                  </a:lnTo>
                  <a:lnTo>
                    <a:pt x="2008600" y="102296"/>
                  </a:lnTo>
                  <a:lnTo>
                    <a:pt x="2054667" y="121339"/>
                  </a:lnTo>
                  <a:lnTo>
                    <a:pt x="2100067" y="141933"/>
                  </a:lnTo>
                  <a:lnTo>
                    <a:pt x="2144758" y="164061"/>
                  </a:lnTo>
                  <a:lnTo>
                    <a:pt x="2188700" y="187707"/>
                  </a:lnTo>
                  <a:lnTo>
                    <a:pt x="2231853" y="212853"/>
                  </a:lnTo>
                  <a:lnTo>
                    <a:pt x="2274177" y="239484"/>
                  </a:lnTo>
                  <a:lnTo>
                    <a:pt x="2315630" y="267583"/>
                  </a:lnTo>
                  <a:lnTo>
                    <a:pt x="2356172" y="297131"/>
                  </a:lnTo>
                  <a:lnTo>
                    <a:pt x="2395763" y="328114"/>
                  </a:lnTo>
                  <a:lnTo>
                    <a:pt x="2434362" y="360514"/>
                  </a:lnTo>
                  <a:lnTo>
                    <a:pt x="2471929" y="394314"/>
                  </a:lnTo>
                  <a:lnTo>
                    <a:pt x="2508422" y="429498"/>
                  </a:lnTo>
                  <a:lnTo>
                    <a:pt x="2543678" y="465917"/>
                  </a:lnTo>
                  <a:lnTo>
                    <a:pt x="2577547" y="503407"/>
                  </a:lnTo>
                  <a:lnTo>
                    <a:pt x="2610013" y="541927"/>
                  </a:lnTo>
                  <a:lnTo>
                    <a:pt x="2641059" y="581437"/>
                  </a:lnTo>
                  <a:lnTo>
                    <a:pt x="2670669" y="621897"/>
                  </a:lnTo>
                  <a:lnTo>
                    <a:pt x="2698825" y="663265"/>
                  </a:lnTo>
                  <a:lnTo>
                    <a:pt x="2725510" y="705502"/>
                  </a:lnTo>
                  <a:lnTo>
                    <a:pt x="2750708" y="748568"/>
                  </a:lnTo>
                  <a:lnTo>
                    <a:pt x="2774402" y="792420"/>
                  </a:lnTo>
                  <a:lnTo>
                    <a:pt x="2796576" y="837020"/>
                  </a:lnTo>
                  <a:lnTo>
                    <a:pt x="2817212" y="882327"/>
                  </a:lnTo>
                  <a:lnTo>
                    <a:pt x="2836293" y="928300"/>
                  </a:lnTo>
                  <a:lnTo>
                    <a:pt x="2853804" y="974898"/>
                  </a:lnTo>
                  <a:lnTo>
                    <a:pt x="2869726" y="1022082"/>
                  </a:lnTo>
                  <a:lnTo>
                    <a:pt x="2884044" y="1069811"/>
                  </a:lnTo>
                  <a:lnTo>
                    <a:pt x="2896740" y="1118044"/>
                  </a:lnTo>
                  <a:lnTo>
                    <a:pt x="2907798" y="1166741"/>
                  </a:lnTo>
                  <a:lnTo>
                    <a:pt x="2917201" y="1215862"/>
                  </a:lnTo>
                  <a:lnTo>
                    <a:pt x="2924931" y="1265365"/>
                  </a:lnTo>
                  <a:lnTo>
                    <a:pt x="2930974" y="1315211"/>
                  </a:lnTo>
                  <a:lnTo>
                    <a:pt x="2935310" y="1365359"/>
                  </a:lnTo>
                  <a:lnTo>
                    <a:pt x="2937924" y="1415769"/>
                  </a:lnTo>
                  <a:lnTo>
                    <a:pt x="2938799" y="1466399"/>
                  </a:lnTo>
                  <a:lnTo>
                    <a:pt x="2938014" y="1514804"/>
                  </a:lnTo>
                  <a:lnTo>
                    <a:pt x="2935674" y="1562816"/>
                  </a:lnTo>
                  <a:lnTo>
                    <a:pt x="2931803" y="1610411"/>
                  </a:lnTo>
                  <a:lnTo>
                    <a:pt x="2926426" y="1657567"/>
                  </a:lnTo>
                  <a:lnTo>
                    <a:pt x="2919568" y="1704257"/>
                  </a:lnTo>
                  <a:lnTo>
                    <a:pt x="2911251" y="1750459"/>
                  </a:lnTo>
                  <a:lnTo>
                    <a:pt x="2901500" y="1796148"/>
                  </a:lnTo>
                  <a:lnTo>
                    <a:pt x="2890340" y="1841300"/>
                  </a:lnTo>
                  <a:lnTo>
                    <a:pt x="2877795" y="1885890"/>
                  </a:lnTo>
                  <a:lnTo>
                    <a:pt x="2863889" y="1929895"/>
                  </a:lnTo>
                  <a:lnTo>
                    <a:pt x="2848645" y="1973291"/>
                  </a:lnTo>
                  <a:lnTo>
                    <a:pt x="2832089" y="2016053"/>
                  </a:lnTo>
                  <a:lnTo>
                    <a:pt x="2814245" y="2058157"/>
                  </a:lnTo>
                  <a:lnTo>
                    <a:pt x="2795136" y="2099579"/>
                  </a:lnTo>
                  <a:lnTo>
                    <a:pt x="2774788" y="2140295"/>
                  </a:lnTo>
                  <a:lnTo>
                    <a:pt x="2753223" y="2180280"/>
                  </a:lnTo>
                  <a:lnTo>
                    <a:pt x="2730467" y="2219511"/>
                  </a:lnTo>
                  <a:lnTo>
                    <a:pt x="2706543" y="2257964"/>
                  </a:lnTo>
                  <a:lnTo>
                    <a:pt x="2681477" y="2295613"/>
                  </a:lnTo>
                  <a:lnTo>
                    <a:pt x="2655291" y="2332436"/>
                  </a:lnTo>
                  <a:lnTo>
                    <a:pt x="2628010" y="2368408"/>
                  </a:lnTo>
                  <a:lnTo>
                    <a:pt x="2599658" y="2403504"/>
                  </a:lnTo>
                  <a:lnTo>
                    <a:pt x="2570261" y="2437701"/>
                  </a:lnTo>
                  <a:lnTo>
                    <a:pt x="2539840" y="2470975"/>
                  </a:lnTo>
                  <a:lnTo>
                    <a:pt x="2508422" y="2503301"/>
                  </a:lnTo>
                  <a:lnTo>
                    <a:pt x="2476030" y="2534655"/>
                  </a:lnTo>
                  <a:lnTo>
                    <a:pt x="2442689" y="2565013"/>
                  </a:lnTo>
                  <a:lnTo>
                    <a:pt x="2408422" y="2594351"/>
                  </a:lnTo>
                  <a:lnTo>
                    <a:pt x="2373253" y="2622644"/>
                  </a:lnTo>
                  <a:lnTo>
                    <a:pt x="2337208" y="2649869"/>
                  </a:lnTo>
                  <a:lnTo>
                    <a:pt x="2300310" y="2676002"/>
                  </a:lnTo>
                  <a:lnTo>
                    <a:pt x="2262583" y="2701018"/>
                  </a:lnTo>
                  <a:lnTo>
                    <a:pt x="2224052" y="2724892"/>
                  </a:lnTo>
                  <a:lnTo>
                    <a:pt x="2184741" y="2747602"/>
                  </a:lnTo>
                  <a:lnTo>
                    <a:pt x="2144674" y="2769123"/>
                  </a:lnTo>
                  <a:lnTo>
                    <a:pt x="2103874" y="2789430"/>
                  </a:lnTo>
                  <a:lnTo>
                    <a:pt x="2062368" y="2808499"/>
                  </a:lnTo>
                  <a:lnTo>
                    <a:pt x="2020177" y="2826307"/>
                  </a:lnTo>
                  <a:lnTo>
                    <a:pt x="1977328" y="2842829"/>
                  </a:lnTo>
                  <a:lnTo>
                    <a:pt x="1933844" y="2858041"/>
                  </a:lnTo>
                  <a:lnTo>
                    <a:pt x="1889748" y="2871919"/>
                  </a:lnTo>
                  <a:lnTo>
                    <a:pt x="1845067" y="2884439"/>
                  </a:lnTo>
                  <a:lnTo>
                    <a:pt x="1799823" y="2895576"/>
                  </a:lnTo>
                  <a:lnTo>
                    <a:pt x="1754040" y="2905307"/>
                  </a:lnTo>
                  <a:lnTo>
                    <a:pt x="1707744" y="2913607"/>
                  </a:lnTo>
                  <a:lnTo>
                    <a:pt x="1660958" y="2920452"/>
                  </a:lnTo>
                  <a:lnTo>
                    <a:pt x="1613706" y="2925818"/>
                  </a:lnTo>
                  <a:lnTo>
                    <a:pt x="1566013" y="2929680"/>
                  </a:lnTo>
                  <a:lnTo>
                    <a:pt x="1517903" y="2932016"/>
                  </a:lnTo>
                  <a:lnTo>
                    <a:pt x="1469399" y="2932799"/>
                  </a:lnTo>
                  <a:lnTo>
                    <a:pt x="1420896" y="2932016"/>
                  </a:lnTo>
                  <a:lnTo>
                    <a:pt x="1372786" y="2929680"/>
                  </a:lnTo>
                  <a:lnTo>
                    <a:pt x="1325093" y="2925818"/>
                  </a:lnTo>
                  <a:lnTo>
                    <a:pt x="1277841" y="2920452"/>
                  </a:lnTo>
                  <a:lnTo>
                    <a:pt x="1231055" y="2913607"/>
                  </a:lnTo>
                  <a:lnTo>
                    <a:pt x="1184759" y="2905307"/>
                  </a:lnTo>
                  <a:lnTo>
                    <a:pt x="1138976" y="2895576"/>
                  </a:lnTo>
                  <a:lnTo>
                    <a:pt x="1093732" y="2884439"/>
                  </a:lnTo>
                  <a:lnTo>
                    <a:pt x="1049051" y="2871919"/>
                  </a:lnTo>
                  <a:lnTo>
                    <a:pt x="1004955" y="2858041"/>
                  </a:lnTo>
                  <a:lnTo>
                    <a:pt x="961471" y="2842829"/>
                  </a:lnTo>
                  <a:lnTo>
                    <a:pt x="918622" y="2826307"/>
                  </a:lnTo>
                  <a:lnTo>
                    <a:pt x="876431" y="2808499"/>
                  </a:lnTo>
                  <a:lnTo>
                    <a:pt x="834925" y="2789430"/>
                  </a:lnTo>
                  <a:lnTo>
                    <a:pt x="794125" y="2769123"/>
                  </a:lnTo>
                  <a:lnTo>
                    <a:pt x="754058" y="2747602"/>
                  </a:lnTo>
                  <a:lnTo>
                    <a:pt x="714747" y="2724892"/>
                  </a:lnTo>
                  <a:lnTo>
                    <a:pt x="676216" y="2701018"/>
                  </a:lnTo>
                  <a:lnTo>
                    <a:pt x="638489" y="2676002"/>
                  </a:lnTo>
                  <a:lnTo>
                    <a:pt x="601591" y="2649869"/>
                  </a:lnTo>
                  <a:lnTo>
                    <a:pt x="565546" y="2622644"/>
                  </a:lnTo>
                  <a:lnTo>
                    <a:pt x="530377" y="2594351"/>
                  </a:lnTo>
                  <a:lnTo>
                    <a:pt x="496110" y="2565013"/>
                  </a:lnTo>
                  <a:lnTo>
                    <a:pt x="462769" y="2534655"/>
                  </a:lnTo>
                  <a:lnTo>
                    <a:pt x="430377" y="2503301"/>
                  </a:lnTo>
                  <a:lnTo>
                    <a:pt x="398959" y="2470975"/>
                  </a:lnTo>
                  <a:lnTo>
                    <a:pt x="368538" y="2437701"/>
                  </a:lnTo>
                  <a:lnTo>
                    <a:pt x="339141" y="2403504"/>
                  </a:lnTo>
                  <a:lnTo>
                    <a:pt x="310789" y="2368408"/>
                  </a:lnTo>
                  <a:lnTo>
                    <a:pt x="283508" y="2332436"/>
                  </a:lnTo>
                  <a:lnTo>
                    <a:pt x="257322" y="2295613"/>
                  </a:lnTo>
                  <a:lnTo>
                    <a:pt x="232256" y="2257964"/>
                  </a:lnTo>
                  <a:lnTo>
                    <a:pt x="208332" y="2219511"/>
                  </a:lnTo>
                  <a:lnTo>
                    <a:pt x="185576" y="2180280"/>
                  </a:lnTo>
                  <a:lnTo>
                    <a:pt x="164011" y="2140295"/>
                  </a:lnTo>
                  <a:lnTo>
                    <a:pt x="143663" y="2099579"/>
                  </a:lnTo>
                  <a:lnTo>
                    <a:pt x="124554" y="2058157"/>
                  </a:lnTo>
                  <a:lnTo>
                    <a:pt x="106710" y="2016053"/>
                  </a:lnTo>
                  <a:lnTo>
                    <a:pt x="90154" y="1973291"/>
                  </a:lnTo>
                  <a:lnTo>
                    <a:pt x="74910" y="1929895"/>
                  </a:lnTo>
                  <a:lnTo>
                    <a:pt x="61004" y="1885890"/>
                  </a:lnTo>
                  <a:lnTo>
                    <a:pt x="48459" y="1841300"/>
                  </a:lnTo>
                  <a:lnTo>
                    <a:pt x="37299" y="1796148"/>
                  </a:lnTo>
                  <a:lnTo>
                    <a:pt x="27548" y="1750459"/>
                  </a:lnTo>
                  <a:lnTo>
                    <a:pt x="19231" y="1704257"/>
                  </a:lnTo>
                  <a:lnTo>
                    <a:pt x="12372" y="1657567"/>
                  </a:lnTo>
                  <a:lnTo>
                    <a:pt x="6996" y="1610411"/>
                  </a:lnTo>
                  <a:lnTo>
                    <a:pt x="3125" y="1562816"/>
                  </a:lnTo>
                  <a:lnTo>
                    <a:pt x="785" y="1514804"/>
                  </a:lnTo>
                  <a:lnTo>
                    <a:pt x="0" y="14663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98021" y="392391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2766" y="2893948"/>
            <a:ext cx="6082030" cy="1321435"/>
            <a:chOff x="1272766" y="2893948"/>
            <a:chExt cx="6082030" cy="1321435"/>
          </a:xfrm>
        </p:grpSpPr>
        <p:sp>
          <p:nvSpPr>
            <p:cNvPr id="10" name="object 10"/>
            <p:cNvSpPr/>
            <p:nvPr/>
          </p:nvSpPr>
          <p:spPr>
            <a:xfrm>
              <a:off x="6441616" y="317790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66" y="3095919"/>
              <a:ext cx="211001" cy="1639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82291" y="2903473"/>
              <a:ext cx="4763135" cy="1302385"/>
            </a:xfrm>
            <a:custGeom>
              <a:avLst/>
              <a:gdLst/>
              <a:ahLst/>
              <a:cxnLst/>
              <a:rect l="l" t="t" r="r" b="b"/>
              <a:pathLst>
                <a:path w="4763135" h="1302385">
                  <a:moveTo>
                    <a:pt x="0" y="24303"/>
                  </a:moveTo>
                  <a:lnTo>
                    <a:pt x="1909" y="14843"/>
                  </a:lnTo>
                  <a:lnTo>
                    <a:pt x="7118" y="7118"/>
                  </a:lnTo>
                  <a:lnTo>
                    <a:pt x="14843" y="1909"/>
                  </a:lnTo>
                  <a:lnTo>
                    <a:pt x="24303" y="0"/>
                  </a:lnTo>
                  <a:lnTo>
                    <a:pt x="4738496" y="0"/>
                  </a:lnTo>
                  <a:lnTo>
                    <a:pt x="4744941" y="0"/>
                  </a:lnTo>
                  <a:lnTo>
                    <a:pt x="4751123" y="2560"/>
                  </a:lnTo>
                  <a:lnTo>
                    <a:pt x="4755681" y="7118"/>
                  </a:lnTo>
                  <a:lnTo>
                    <a:pt x="4760239" y="11676"/>
                  </a:lnTo>
                  <a:lnTo>
                    <a:pt x="4762800" y="17857"/>
                  </a:lnTo>
                  <a:lnTo>
                    <a:pt x="4762800" y="24303"/>
                  </a:lnTo>
                  <a:lnTo>
                    <a:pt x="4762800" y="451495"/>
                  </a:lnTo>
                  <a:lnTo>
                    <a:pt x="4760890" y="460956"/>
                  </a:lnTo>
                  <a:lnTo>
                    <a:pt x="4755681" y="468681"/>
                  </a:lnTo>
                  <a:lnTo>
                    <a:pt x="4747956" y="473890"/>
                  </a:lnTo>
                  <a:lnTo>
                    <a:pt x="4738496" y="475799"/>
                  </a:lnTo>
                  <a:lnTo>
                    <a:pt x="24303" y="475799"/>
                  </a:lnTo>
                  <a:lnTo>
                    <a:pt x="14843" y="473890"/>
                  </a:lnTo>
                  <a:lnTo>
                    <a:pt x="7118" y="468681"/>
                  </a:lnTo>
                  <a:lnTo>
                    <a:pt x="1909" y="460956"/>
                  </a:lnTo>
                  <a:lnTo>
                    <a:pt x="0" y="451495"/>
                  </a:lnTo>
                  <a:lnTo>
                    <a:pt x="0" y="24303"/>
                  </a:lnTo>
                  <a:close/>
                </a:path>
                <a:path w="4763135" h="1302385">
                  <a:moveTo>
                    <a:pt x="0" y="405303"/>
                  </a:moveTo>
                  <a:lnTo>
                    <a:pt x="1909" y="395843"/>
                  </a:lnTo>
                  <a:lnTo>
                    <a:pt x="7118" y="388118"/>
                  </a:lnTo>
                  <a:lnTo>
                    <a:pt x="14843" y="382909"/>
                  </a:lnTo>
                  <a:lnTo>
                    <a:pt x="24303" y="380999"/>
                  </a:lnTo>
                  <a:lnTo>
                    <a:pt x="4738496" y="380999"/>
                  </a:lnTo>
                  <a:lnTo>
                    <a:pt x="4744941" y="380999"/>
                  </a:lnTo>
                  <a:lnTo>
                    <a:pt x="4751123" y="383560"/>
                  </a:lnTo>
                  <a:lnTo>
                    <a:pt x="4755681" y="388118"/>
                  </a:lnTo>
                  <a:lnTo>
                    <a:pt x="4760239" y="392675"/>
                  </a:lnTo>
                  <a:lnTo>
                    <a:pt x="4762800" y="398858"/>
                  </a:lnTo>
                  <a:lnTo>
                    <a:pt x="4762800" y="405303"/>
                  </a:lnTo>
                  <a:lnTo>
                    <a:pt x="4762800" y="832495"/>
                  </a:lnTo>
                  <a:lnTo>
                    <a:pt x="4760890" y="841956"/>
                  </a:lnTo>
                  <a:lnTo>
                    <a:pt x="4755681" y="849681"/>
                  </a:lnTo>
                  <a:lnTo>
                    <a:pt x="4747956" y="854890"/>
                  </a:lnTo>
                  <a:lnTo>
                    <a:pt x="4738496" y="856799"/>
                  </a:lnTo>
                  <a:lnTo>
                    <a:pt x="24303" y="856799"/>
                  </a:lnTo>
                  <a:lnTo>
                    <a:pt x="14843" y="854890"/>
                  </a:lnTo>
                  <a:lnTo>
                    <a:pt x="7118" y="849681"/>
                  </a:lnTo>
                  <a:lnTo>
                    <a:pt x="1909" y="841956"/>
                  </a:lnTo>
                  <a:lnTo>
                    <a:pt x="0" y="832495"/>
                  </a:lnTo>
                  <a:lnTo>
                    <a:pt x="0" y="405303"/>
                  </a:lnTo>
                  <a:close/>
                </a:path>
                <a:path w="4763135" h="1302385">
                  <a:moveTo>
                    <a:pt x="0" y="850397"/>
                  </a:moveTo>
                  <a:lnTo>
                    <a:pt x="1909" y="840937"/>
                  </a:lnTo>
                  <a:lnTo>
                    <a:pt x="7118" y="833211"/>
                  </a:lnTo>
                  <a:lnTo>
                    <a:pt x="14843" y="828003"/>
                  </a:lnTo>
                  <a:lnTo>
                    <a:pt x="24303" y="826093"/>
                  </a:lnTo>
                  <a:lnTo>
                    <a:pt x="4738496" y="826093"/>
                  </a:lnTo>
                  <a:lnTo>
                    <a:pt x="4744941" y="826093"/>
                  </a:lnTo>
                  <a:lnTo>
                    <a:pt x="4751123" y="828653"/>
                  </a:lnTo>
                  <a:lnTo>
                    <a:pt x="4755681" y="833211"/>
                  </a:lnTo>
                  <a:lnTo>
                    <a:pt x="4760239" y="837769"/>
                  </a:lnTo>
                  <a:lnTo>
                    <a:pt x="4762800" y="843951"/>
                  </a:lnTo>
                  <a:lnTo>
                    <a:pt x="4762800" y="850397"/>
                  </a:lnTo>
                  <a:lnTo>
                    <a:pt x="4762800" y="1277589"/>
                  </a:lnTo>
                  <a:lnTo>
                    <a:pt x="4760890" y="1287049"/>
                  </a:lnTo>
                  <a:lnTo>
                    <a:pt x="4755681" y="1294774"/>
                  </a:lnTo>
                  <a:lnTo>
                    <a:pt x="4747956" y="1299983"/>
                  </a:lnTo>
                  <a:lnTo>
                    <a:pt x="4738496" y="1301893"/>
                  </a:lnTo>
                  <a:lnTo>
                    <a:pt x="24303" y="1301893"/>
                  </a:lnTo>
                  <a:lnTo>
                    <a:pt x="14843" y="1299983"/>
                  </a:lnTo>
                  <a:lnTo>
                    <a:pt x="7118" y="1294774"/>
                  </a:lnTo>
                  <a:lnTo>
                    <a:pt x="1909" y="1287049"/>
                  </a:lnTo>
                  <a:lnTo>
                    <a:pt x="0" y="1277589"/>
                  </a:lnTo>
                  <a:lnTo>
                    <a:pt x="0" y="850397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87974" y="22249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98075" y="222495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47924" y="5438587"/>
            <a:ext cx="4000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60" dirty="0">
                <a:latin typeface="Tahoma"/>
                <a:cs typeface="Tahoma"/>
              </a:rPr>
              <a:t>Z</a:t>
            </a:r>
            <a:r>
              <a:rPr sz="3600" spc="30" dirty="0">
                <a:latin typeface="Tahoma"/>
                <a:cs typeface="Tahoma"/>
              </a:rPr>
              <a:t>ero-shot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inference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704200" y="2699999"/>
            <a:ext cx="5214620" cy="1662430"/>
          </a:xfrm>
          <a:custGeom>
            <a:avLst/>
            <a:gdLst/>
            <a:ahLst/>
            <a:cxnLst/>
            <a:rect l="l" t="t" r="r" b="b"/>
            <a:pathLst>
              <a:path w="5214619" h="1662429">
                <a:moveTo>
                  <a:pt x="5214599" y="1662299"/>
                </a:moveTo>
                <a:lnTo>
                  <a:pt x="0" y="1662299"/>
                </a:lnTo>
                <a:lnTo>
                  <a:pt x="0" y="0"/>
                </a:lnTo>
                <a:lnTo>
                  <a:pt x="5214599" y="0"/>
                </a:lnTo>
                <a:lnTo>
                  <a:pt x="5214599" y="1662299"/>
                </a:lnTo>
                <a:close/>
              </a:path>
            </a:pathLst>
          </a:custGeom>
          <a:solidFill>
            <a:srgbClr val="D9D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704200" y="2699999"/>
            <a:ext cx="5214620" cy="166243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5454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  <a:tabLst>
                <a:tab pos="2527300" algn="l"/>
              </a:tabLst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	</a:t>
            </a:r>
            <a:r>
              <a:rPr sz="2800" b="1" spc="-5" dirty="0"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731191" y="3100130"/>
            <a:ext cx="913765" cy="164465"/>
            <a:chOff x="10731191" y="3100130"/>
            <a:chExt cx="913765" cy="164465"/>
          </a:xfrm>
        </p:grpSpPr>
        <p:sp>
          <p:nvSpPr>
            <p:cNvPr id="19" name="object 19"/>
            <p:cNvSpPr/>
            <p:nvPr/>
          </p:nvSpPr>
          <p:spPr>
            <a:xfrm>
              <a:off x="10731191" y="3182112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3341" y="3100130"/>
              <a:ext cx="211001" cy="16396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1872475" y="222492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48669" y="3763429"/>
            <a:ext cx="4763135" cy="476250"/>
          </a:xfrm>
          <a:custGeom>
            <a:avLst/>
            <a:gdLst/>
            <a:ahLst/>
            <a:cxnLst/>
            <a:rect l="l" t="t" r="r" b="b"/>
            <a:pathLst>
              <a:path w="4763134" h="476250">
                <a:moveTo>
                  <a:pt x="0" y="24303"/>
                </a:moveTo>
                <a:lnTo>
                  <a:pt x="1909" y="14843"/>
                </a:lnTo>
                <a:lnTo>
                  <a:pt x="7118" y="7118"/>
                </a:lnTo>
                <a:lnTo>
                  <a:pt x="14843" y="1909"/>
                </a:lnTo>
                <a:lnTo>
                  <a:pt x="24304" y="0"/>
                </a:lnTo>
                <a:lnTo>
                  <a:pt x="4738494" y="0"/>
                </a:lnTo>
                <a:lnTo>
                  <a:pt x="4744942" y="0"/>
                </a:lnTo>
                <a:lnTo>
                  <a:pt x="4751123" y="2560"/>
                </a:lnTo>
                <a:lnTo>
                  <a:pt x="4755681" y="7118"/>
                </a:lnTo>
                <a:lnTo>
                  <a:pt x="4760239" y="11676"/>
                </a:lnTo>
                <a:lnTo>
                  <a:pt x="4762799" y="17857"/>
                </a:lnTo>
                <a:lnTo>
                  <a:pt x="4762799" y="24303"/>
                </a:lnTo>
                <a:lnTo>
                  <a:pt x="4762799" y="451496"/>
                </a:lnTo>
                <a:lnTo>
                  <a:pt x="4760890" y="460956"/>
                </a:lnTo>
                <a:lnTo>
                  <a:pt x="4755681" y="468681"/>
                </a:lnTo>
                <a:lnTo>
                  <a:pt x="4747955" y="473890"/>
                </a:lnTo>
                <a:lnTo>
                  <a:pt x="4738494" y="475799"/>
                </a:lnTo>
                <a:lnTo>
                  <a:pt x="24304" y="475799"/>
                </a:lnTo>
                <a:lnTo>
                  <a:pt x="14843" y="473890"/>
                </a:lnTo>
                <a:lnTo>
                  <a:pt x="7118" y="468681"/>
                </a:lnTo>
                <a:lnTo>
                  <a:pt x="1909" y="460956"/>
                </a:lnTo>
                <a:lnTo>
                  <a:pt x="0" y="451496"/>
                </a:lnTo>
                <a:lnTo>
                  <a:pt x="0" y="24303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4053819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In-context</a:t>
            </a:r>
            <a:r>
              <a:rPr spc="-670" dirty="0"/>
              <a:t> </a:t>
            </a:r>
            <a:r>
              <a:rPr spc="20" dirty="0"/>
              <a:t>learning</a:t>
            </a:r>
            <a:r>
              <a:rPr spc="-665" dirty="0"/>
              <a:t> </a:t>
            </a:r>
            <a:r>
              <a:rPr spc="-150" dirty="0"/>
              <a:t>(ICL)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95" dirty="0"/>
              <a:t>zero</a:t>
            </a:r>
            <a:r>
              <a:rPr spc="-665" dirty="0"/>
              <a:t> </a:t>
            </a:r>
            <a:r>
              <a:rPr spc="50" dirty="0"/>
              <a:t>shot</a:t>
            </a:r>
            <a:r>
              <a:rPr spc="-670" dirty="0"/>
              <a:t> </a:t>
            </a:r>
            <a:r>
              <a:rPr spc="50" dirty="0"/>
              <a:t>inference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699" y="2699999"/>
            <a:ext cx="5214620" cy="166243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5454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15287" y="2793037"/>
            <a:ext cx="1308100" cy="1292225"/>
            <a:chOff x="8415287" y="2793037"/>
            <a:chExt cx="1308100" cy="1292225"/>
          </a:xfrm>
        </p:grpSpPr>
        <p:sp>
          <p:nvSpPr>
            <p:cNvPr id="5" name="object 5"/>
            <p:cNvSpPr/>
            <p:nvPr/>
          </p:nvSpPr>
          <p:spPr>
            <a:xfrm>
              <a:off x="8420049" y="279779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649199" y="1282199"/>
                  </a:move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4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0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7" y="951628"/>
                  </a:lnTo>
                  <a:lnTo>
                    <a:pt x="1193809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2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4" y="1266745"/>
                  </a:lnTo>
                  <a:lnTo>
                    <a:pt x="745133" y="1275248"/>
                  </a:lnTo>
                  <a:lnTo>
                    <a:pt x="697650" y="1280441"/>
                  </a:lnTo>
                  <a:lnTo>
                    <a:pt x="649199" y="128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20049" y="279779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0" y="641099"/>
                  </a:move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0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7" y="951628"/>
                  </a:lnTo>
                  <a:lnTo>
                    <a:pt x="1193809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2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4" y="1266745"/>
                  </a:lnTo>
                  <a:lnTo>
                    <a:pt x="745133" y="1275248"/>
                  </a:lnTo>
                  <a:lnTo>
                    <a:pt x="697650" y="1280441"/>
                  </a:lnTo>
                  <a:lnTo>
                    <a:pt x="649199" y="1282199"/>
                  </a:ln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98021" y="319766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4200" y="2699999"/>
            <a:ext cx="5214620" cy="1891543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5454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 marR="545465">
              <a:lnSpc>
                <a:spcPct val="100000"/>
              </a:lnSpc>
              <a:tabLst>
                <a:tab pos="2527300" algn="l"/>
              </a:tabLst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</a:t>
            </a:r>
            <a:r>
              <a:rPr sz="2800" b="1" spc="-5">
                <a:solidFill>
                  <a:srgbClr val="9E9E9E"/>
                </a:solidFill>
                <a:latin typeface="Courier New"/>
                <a:cs typeface="Courier New"/>
              </a:rPr>
              <a:t>	</a:t>
            </a:r>
            <a:r>
              <a:rPr lang="en-US" sz="2800" b="1" spc="-5" smtClean="0">
                <a:latin typeface="Courier New"/>
                <a:cs typeface="Courier New"/>
              </a:rPr>
              <a:t> R</a:t>
            </a:r>
            <a:r>
              <a:rPr sz="2800" b="1" spc="-5" smtClean="0">
                <a:latin typeface="Courier New"/>
                <a:cs typeface="Courier New"/>
              </a:rPr>
              <a:t>eived </a:t>
            </a:r>
            <a:r>
              <a:rPr sz="2800" b="1" dirty="0">
                <a:latin typeface="Courier New"/>
                <a:cs typeface="Courier New"/>
              </a:rPr>
              <a:t>a </a:t>
            </a:r>
            <a:r>
              <a:rPr sz="2800" b="1" spc="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very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nice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book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review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37376" y="3095918"/>
            <a:ext cx="913765" cy="164465"/>
            <a:chOff x="6437376" y="3095918"/>
            <a:chExt cx="913765" cy="164465"/>
          </a:xfrm>
        </p:grpSpPr>
        <p:sp>
          <p:nvSpPr>
            <p:cNvPr id="10" name="object 10"/>
            <p:cNvSpPr/>
            <p:nvPr/>
          </p:nvSpPr>
          <p:spPr>
            <a:xfrm>
              <a:off x="6437376" y="3177899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9525" y="3095918"/>
              <a:ext cx="211001" cy="163961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0717044" y="3100130"/>
            <a:ext cx="913765" cy="164465"/>
            <a:chOff x="10717044" y="3100130"/>
            <a:chExt cx="913765" cy="164465"/>
          </a:xfrm>
        </p:grpSpPr>
        <p:sp>
          <p:nvSpPr>
            <p:cNvPr id="13" name="object 13"/>
            <p:cNvSpPr/>
            <p:nvPr/>
          </p:nvSpPr>
          <p:spPr>
            <a:xfrm>
              <a:off x="10717044" y="3182112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19194" y="3100130"/>
              <a:ext cx="211001" cy="16396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87974" y="22249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72475" y="222492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98075" y="222495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4937" y="2695237"/>
            <a:ext cx="5222240" cy="3827145"/>
            <a:chOff x="1214937" y="2695237"/>
            <a:chExt cx="5222240" cy="3827145"/>
          </a:xfrm>
        </p:grpSpPr>
        <p:sp>
          <p:nvSpPr>
            <p:cNvPr id="3" name="object 3"/>
            <p:cNvSpPr/>
            <p:nvPr/>
          </p:nvSpPr>
          <p:spPr>
            <a:xfrm>
              <a:off x="1219699" y="2699999"/>
              <a:ext cx="5212715" cy="3817620"/>
            </a:xfrm>
            <a:custGeom>
              <a:avLst/>
              <a:gdLst/>
              <a:ahLst/>
              <a:cxnLst/>
              <a:rect l="l" t="t" r="r" b="b"/>
              <a:pathLst>
                <a:path w="5212715" h="3817620">
                  <a:moveTo>
                    <a:pt x="5212199" y="3817199"/>
                  </a:moveTo>
                  <a:lnTo>
                    <a:pt x="0" y="3817199"/>
                  </a:lnTo>
                  <a:lnTo>
                    <a:pt x="0" y="0"/>
                  </a:lnTo>
                  <a:lnTo>
                    <a:pt x="5212199" y="0"/>
                  </a:lnTo>
                  <a:lnTo>
                    <a:pt x="5212199" y="381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19699" y="2699999"/>
              <a:ext cx="5212715" cy="3817620"/>
            </a:xfrm>
            <a:custGeom>
              <a:avLst/>
              <a:gdLst/>
              <a:ahLst/>
              <a:cxnLst/>
              <a:rect l="l" t="t" r="r" b="b"/>
              <a:pathLst>
                <a:path w="5212715" h="3817620">
                  <a:moveTo>
                    <a:pt x="0" y="0"/>
                  </a:moveTo>
                  <a:lnTo>
                    <a:pt x="5212199" y="0"/>
                  </a:lnTo>
                  <a:lnTo>
                    <a:pt x="5212199" y="3817199"/>
                  </a:lnTo>
                  <a:lnTo>
                    <a:pt x="0" y="381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00674" y="2854051"/>
            <a:ext cx="449326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r>
              <a:rPr sz="2800" b="1" spc="-9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0674" y="4560930"/>
            <a:ext cx="449326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00FF"/>
                </a:solidFill>
                <a:latin typeface="Courier New"/>
                <a:cs typeface="Courier New"/>
              </a:rPr>
              <a:t>I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don’t like this </a:t>
            </a:r>
            <a:r>
              <a:rPr sz="2800" b="1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chair.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38341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In-context</a:t>
            </a:r>
            <a:r>
              <a:rPr spc="-670" dirty="0"/>
              <a:t> </a:t>
            </a:r>
            <a:r>
              <a:rPr spc="20" dirty="0"/>
              <a:t>learning</a:t>
            </a:r>
            <a:r>
              <a:rPr spc="-670" dirty="0"/>
              <a:t> </a:t>
            </a:r>
            <a:r>
              <a:rPr spc="-150" dirty="0"/>
              <a:t>(ICL)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15" dirty="0"/>
              <a:t>one</a:t>
            </a:r>
            <a:r>
              <a:rPr spc="-670" dirty="0"/>
              <a:t> </a:t>
            </a:r>
            <a:r>
              <a:rPr spc="50" dirty="0"/>
              <a:t>shot</a:t>
            </a:r>
            <a:r>
              <a:rPr spc="-670" dirty="0"/>
              <a:t> </a:t>
            </a:r>
            <a:r>
              <a:rPr spc="50" dirty="0"/>
              <a:t>inference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283374" y="2751224"/>
            <a:ext cx="6067425" cy="3246120"/>
            <a:chOff x="1283374" y="2751224"/>
            <a:chExt cx="6067425" cy="3246120"/>
          </a:xfrm>
        </p:grpSpPr>
        <p:sp>
          <p:nvSpPr>
            <p:cNvPr id="9" name="object 9"/>
            <p:cNvSpPr/>
            <p:nvPr/>
          </p:nvSpPr>
          <p:spPr>
            <a:xfrm>
              <a:off x="6437376" y="3182111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9525" y="3100130"/>
              <a:ext cx="211001" cy="1639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92899" y="2760749"/>
              <a:ext cx="4666615" cy="3227070"/>
            </a:xfrm>
            <a:custGeom>
              <a:avLst/>
              <a:gdLst/>
              <a:ahLst/>
              <a:cxnLst/>
              <a:rect l="l" t="t" r="r" b="b"/>
              <a:pathLst>
                <a:path w="4666615" h="3227070">
                  <a:moveTo>
                    <a:pt x="0" y="78182"/>
                  </a:moveTo>
                  <a:lnTo>
                    <a:pt x="6144" y="47750"/>
                  </a:lnTo>
                  <a:lnTo>
                    <a:pt x="22899" y="22899"/>
                  </a:lnTo>
                  <a:lnTo>
                    <a:pt x="47750" y="6144"/>
                  </a:lnTo>
                  <a:lnTo>
                    <a:pt x="78182" y="0"/>
                  </a:lnTo>
                  <a:lnTo>
                    <a:pt x="4588016" y="0"/>
                  </a:lnTo>
                  <a:lnTo>
                    <a:pt x="4631393" y="13135"/>
                  </a:lnTo>
                  <a:lnTo>
                    <a:pt x="4660248" y="48263"/>
                  </a:lnTo>
                  <a:lnTo>
                    <a:pt x="4666199" y="78182"/>
                  </a:lnTo>
                  <a:lnTo>
                    <a:pt x="4666199" y="1452416"/>
                  </a:lnTo>
                  <a:lnTo>
                    <a:pt x="4660055" y="1482849"/>
                  </a:lnTo>
                  <a:lnTo>
                    <a:pt x="4643300" y="1507700"/>
                  </a:lnTo>
                  <a:lnTo>
                    <a:pt x="4618449" y="1524455"/>
                  </a:lnTo>
                  <a:lnTo>
                    <a:pt x="4588016" y="1530599"/>
                  </a:lnTo>
                  <a:lnTo>
                    <a:pt x="78182" y="1530599"/>
                  </a:lnTo>
                  <a:lnTo>
                    <a:pt x="47750" y="1524455"/>
                  </a:lnTo>
                  <a:lnTo>
                    <a:pt x="22899" y="1507700"/>
                  </a:lnTo>
                  <a:lnTo>
                    <a:pt x="6144" y="1482849"/>
                  </a:lnTo>
                  <a:lnTo>
                    <a:pt x="0" y="1452416"/>
                  </a:lnTo>
                  <a:lnTo>
                    <a:pt x="0" y="78182"/>
                  </a:lnTo>
                  <a:close/>
                </a:path>
                <a:path w="4666615" h="3227070">
                  <a:moveTo>
                    <a:pt x="0" y="1774522"/>
                  </a:moveTo>
                  <a:lnTo>
                    <a:pt x="6144" y="1744090"/>
                  </a:lnTo>
                  <a:lnTo>
                    <a:pt x="22899" y="1719239"/>
                  </a:lnTo>
                  <a:lnTo>
                    <a:pt x="47750" y="1702484"/>
                  </a:lnTo>
                  <a:lnTo>
                    <a:pt x="78182" y="1696340"/>
                  </a:lnTo>
                  <a:lnTo>
                    <a:pt x="4588016" y="1696340"/>
                  </a:lnTo>
                  <a:lnTo>
                    <a:pt x="4631393" y="1709475"/>
                  </a:lnTo>
                  <a:lnTo>
                    <a:pt x="4660248" y="1744603"/>
                  </a:lnTo>
                  <a:lnTo>
                    <a:pt x="4666199" y="1774522"/>
                  </a:lnTo>
                  <a:lnTo>
                    <a:pt x="4666199" y="3148756"/>
                  </a:lnTo>
                  <a:lnTo>
                    <a:pt x="4660055" y="3179189"/>
                  </a:lnTo>
                  <a:lnTo>
                    <a:pt x="4643300" y="3204040"/>
                  </a:lnTo>
                  <a:lnTo>
                    <a:pt x="4618449" y="3220796"/>
                  </a:lnTo>
                  <a:lnTo>
                    <a:pt x="4588016" y="3226940"/>
                  </a:lnTo>
                  <a:lnTo>
                    <a:pt x="78182" y="3226940"/>
                  </a:lnTo>
                  <a:lnTo>
                    <a:pt x="47750" y="3220796"/>
                  </a:lnTo>
                  <a:lnTo>
                    <a:pt x="22899" y="3204040"/>
                  </a:lnTo>
                  <a:lnTo>
                    <a:pt x="6144" y="3179189"/>
                  </a:lnTo>
                  <a:lnTo>
                    <a:pt x="0" y="3148756"/>
                  </a:lnTo>
                  <a:lnTo>
                    <a:pt x="0" y="1774522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87974" y="22249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98075" y="222495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415287" y="2793037"/>
            <a:ext cx="1308100" cy="1292225"/>
            <a:chOff x="8415287" y="2793037"/>
            <a:chExt cx="1308100" cy="1292225"/>
          </a:xfrm>
        </p:grpSpPr>
        <p:sp>
          <p:nvSpPr>
            <p:cNvPr id="15" name="object 15"/>
            <p:cNvSpPr/>
            <p:nvPr/>
          </p:nvSpPr>
          <p:spPr>
            <a:xfrm>
              <a:off x="8420049" y="279779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649199" y="1282199"/>
                  </a:move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4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0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7" y="951628"/>
                  </a:lnTo>
                  <a:lnTo>
                    <a:pt x="1193809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2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4" y="1266745"/>
                  </a:lnTo>
                  <a:lnTo>
                    <a:pt x="745133" y="1275248"/>
                  </a:lnTo>
                  <a:lnTo>
                    <a:pt x="697650" y="1280441"/>
                  </a:lnTo>
                  <a:lnTo>
                    <a:pt x="649199" y="1282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20049" y="2797799"/>
              <a:ext cx="1298575" cy="1282700"/>
            </a:xfrm>
            <a:custGeom>
              <a:avLst/>
              <a:gdLst/>
              <a:ahLst/>
              <a:cxnLst/>
              <a:rect l="l" t="t" r="r" b="b"/>
              <a:pathLst>
                <a:path w="1298575" h="1282700">
                  <a:moveTo>
                    <a:pt x="0" y="641099"/>
                  </a:moveTo>
                  <a:lnTo>
                    <a:pt x="1780" y="593253"/>
                  </a:lnTo>
                  <a:lnTo>
                    <a:pt x="7039" y="546362"/>
                  </a:lnTo>
                  <a:lnTo>
                    <a:pt x="15649" y="500550"/>
                  </a:lnTo>
                  <a:lnTo>
                    <a:pt x="27486" y="455941"/>
                  </a:lnTo>
                  <a:lnTo>
                    <a:pt x="42424" y="412659"/>
                  </a:lnTo>
                  <a:lnTo>
                    <a:pt x="60338" y="370828"/>
                  </a:lnTo>
                  <a:lnTo>
                    <a:pt x="81102" y="330571"/>
                  </a:lnTo>
                  <a:lnTo>
                    <a:pt x="104590" y="292014"/>
                  </a:lnTo>
                  <a:lnTo>
                    <a:pt x="130677" y="255279"/>
                  </a:lnTo>
                  <a:lnTo>
                    <a:pt x="159237" y="220491"/>
                  </a:lnTo>
                  <a:lnTo>
                    <a:pt x="190146" y="187773"/>
                  </a:lnTo>
                  <a:lnTo>
                    <a:pt x="223277" y="157251"/>
                  </a:lnTo>
                  <a:lnTo>
                    <a:pt x="258504" y="129046"/>
                  </a:lnTo>
                  <a:lnTo>
                    <a:pt x="295703" y="103285"/>
                  </a:lnTo>
                  <a:lnTo>
                    <a:pt x="334748" y="80090"/>
                  </a:lnTo>
                  <a:lnTo>
                    <a:pt x="375513" y="59585"/>
                  </a:lnTo>
                  <a:lnTo>
                    <a:pt x="417873" y="41895"/>
                  </a:lnTo>
                  <a:lnTo>
                    <a:pt x="461702" y="27143"/>
                  </a:lnTo>
                  <a:lnTo>
                    <a:pt x="506875" y="15454"/>
                  </a:lnTo>
                  <a:lnTo>
                    <a:pt x="553266" y="6951"/>
                  </a:lnTo>
                  <a:lnTo>
                    <a:pt x="600749" y="1758"/>
                  </a:lnTo>
                  <a:lnTo>
                    <a:pt x="649199" y="0"/>
                  </a:lnTo>
                  <a:lnTo>
                    <a:pt x="700605" y="2011"/>
                  </a:lnTo>
                  <a:lnTo>
                    <a:pt x="751370" y="7986"/>
                  </a:lnTo>
                  <a:lnTo>
                    <a:pt x="801276" y="17835"/>
                  </a:lnTo>
                  <a:lnTo>
                    <a:pt x="850104" y="31470"/>
                  </a:lnTo>
                  <a:lnTo>
                    <a:pt x="897638" y="48800"/>
                  </a:lnTo>
                  <a:lnTo>
                    <a:pt x="943659" y="69738"/>
                  </a:lnTo>
                  <a:lnTo>
                    <a:pt x="987949" y="94193"/>
                  </a:lnTo>
                  <a:lnTo>
                    <a:pt x="1030290" y="122077"/>
                  </a:lnTo>
                  <a:lnTo>
                    <a:pt x="1070464" y="153300"/>
                  </a:lnTo>
                  <a:lnTo>
                    <a:pt x="1108253" y="187773"/>
                  </a:lnTo>
                  <a:lnTo>
                    <a:pt x="1143162" y="225091"/>
                  </a:lnTo>
                  <a:lnTo>
                    <a:pt x="1174780" y="264764"/>
                  </a:lnTo>
                  <a:lnTo>
                    <a:pt x="1203016" y="306577"/>
                  </a:lnTo>
                  <a:lnTo>
                    <a:pt x="1227780" y="350315"/>
                  </a:lnTo>
                  <a:lnTo>
                    <a:pt x="1248982" y="395761"/>
                  </a:lnTo>
                  <a:lnTo>
                    <a:pt x="1266532" y="442702"/>
                  </a:lnTo>
                  <a:lnTo>
                    <a:pt x="1280338" y="490921"/>
                  </a:lnTo>
                  <a:lnTo>
                    <a:pt x="1290312" y="540204"/>
                  </a:lnTo>
                  <a:lnTo>
                    <a:pt x="1296363" y="590335"/>
                  </a:lnTo>
                  <a:lnTo>
                    <a:pt x="1298399" y="641099"/>
                  </a:lnTo>
                  <a:lnTo>
                    <a:pt x="1296619" y="688946"/>
                  </a:lnTo>
                  <a:lnTo>
                    <a:pt x="1291360" y="735837"/>
                  </a:lnTo>
                  <a:lnTo>
                    <a:pt x="1282750" y="781649"/>
                  </a:lnTo>
                  <a:lnTo>
                    <a:pt x="1270913" y="826258"/>
                  </a:lnTo>
                  <a:lnTo>
                    <a:pt x="1255975" y="869540"/>
                  </a:lnTo>
                  <a:lnTo>
                    <a:pt x="1238061" y="911371"/>
                  </a:lnTo>
                  <a:lnTo>
                    <a:pt x="1217297" y="951628"/>
                  </a:lnTo>
                  <a:lnTo>
                    <a:pt x="1193809" y="990185"/>
                  </a:lnTo>
                  <a:lnTo>
                    <a:pt x="1167722" y="1026920"/>
                  </a:lnTo>
                  <a:lnTo>
                    <a:pt x="1139162" y="1061708"/>
                  </a:lnTo>
                  <a:lnTo>
                    <a:pt x="1108253" y="1094426"/>
                  </a:lnTo>
                  <a:lnTo>
                    <a:pt x="1075122" y="1124949"/>
                  </a:lnTo>
                  <a:lnTo>
                    <a:pt x="1039895" y="1153153"/>
                  </a:lnTo>
                  <a:lnTo>
                    <a:pt x="1002696" y="1178914"/>
                  </a:lnTo>
                  <a:lnTo>
                    <a:pt x="963651" y="1202109"/>
                  </a:lnTo>
                  <a:lnTo>
                    <a:pt x="922886" y="1222614"/>
                  </a:lnTo>
                  <a:lnTo>
                    <a:pt x="880526" y="1240304"/>
                  </a:lnTo>
                  <a:lnTo>
                    <a:pt x="836697" y="1255056"/>
                  </a:lnTo>
                  <a:lnTo>
                    <a:pt x="791524" y="1266745"/>
                  </a:lnTo>
                  <a:lnTo>
                    <a:pt x="745133" y="1275248"/>
                  </a:lnTo>
                  <a:lnTo>
                    <a:pt x="697650" y="1280441"/>
                  </a:lnTo>
                  <a:lnTo>
                    <a:pt x="649199" y="1282199"/>
                  </a:lnTo>
                  <a:lnTo>
                    <a:pt x="600749" y="1280441"/>
                  </a:lnTo>
                  <a:lnTo>
                    <a:pt x="553266" y="1275248"/>
                  </a:lnTo>
                  <a:lnTo>
                    <a:pt x="506875" y="1266745"/>
                  </a:lnTo>
                  <a:lnTo>
                    <a:pt x="461702" y="1255056"/>
                  </a:lnTo>
                  <a:lnTo>
                    <a:pt x="417873" y="1240304"/>
                  </a:lnTo>
                  <a:lnTo>
                    <a:pt x="375513" y="1222614"/>
                  </a:lnTo>
                  <a:lnTo>
                    <a:pt x="334748" y="1202109"/>
                  </a:lnTo>
                  <a:lnTo>
                    <a:pt x="295703" y="1178914"/>
                  </a:lnTo>
                  <a:lnTo>
                    <a:pt x="258504" y="1153153"/>
                  </a:lnTo>
                  <a:lnTo>
                    <a:pt x="223277" y="1124949"/>
                  </a:lnTo>
                  <a:lnTo>
                    <a:pt x="190146" y="1094426"/>
                  </a:lnTo>
                  <a:lnTo>
                    <a:pt x="159237" y="1061708"/>
                  </a:lnTo>
                  <a:lnTo>
                    <a:pt x="130677" y="1026920"/>
                  </a:lnTo>
                  <a:lnTo>
                    <a:pt x="104590" y="990185"/>
                  </a:lnTo>
                  <a:lnTo>
                    <a:pt x="81102" y="951628"/>
                  </a:lnTo>
                  <a:lnTo>
                    <a:pt x="60338" y="911371"/>
                  </a:lnTo>
                  <a:lnTo>
                    <a:pt x="42424" y="869540"/>
                  </a:lnTo>
                  <a:lnTo>
                    <a:pt x="27486" y="826258"/>
                  </a:lnTo>
                  <a:lnTo>
                    <a:pt x="15649" y="781649"/>
                  </a:lnTo>
                  <a:lnTo>
                    <a:pt x="7039" y="735837"/>
                  </a:lnTo>
                  <a:lnTo>
                    <a:pt x="1780" y="688946"/>
                  </a:lnTo>
                  <a:lnTo>
                    <a:pt x="0" y="6410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698021" y="319766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704200" y="2699999"/>
            <a:ext cx="5214620" cy="3817620"/>
          </a:xfrm>
          <a:custGeom>
            <a:avLst/>
            <a:gdLst/>
            <a:ahLst/>
            <a:cxnLst/>
            <a:rect l="l" t="t" r="r" b="b"/>
            <a:pathLst>
              <a:path w="5214619" h="3817620">
                <a:moveTo>
                  <a:pt x="5214599" y="3817199"/>
                </a:moveTo>
                <a:lnTo>
                  <a:pt x="0" y="3817199"/>
                </a:lnTo>
                <a:lnTo>
                  <a:pt x="0" y="0"/>
                </a:lnTo>
                <a:lnTo>
                  <a:pt x="5214599" y="0"/>
                </a:lnTo>
                <a:lnTo>
                  <a:pt x="5214599" y="3817199"/>
                </a:lnTo>
                <a:close/>
              </a:path>
            </a:pathLst>
          </a:custGeom>
          <a:solidFill>
            <a:srgbClr val="D9D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704200" y="2699999"/>
            <a:ext cx="5214620" cy="381762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5454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</a:t>
            </a:r>
            <a:r>
              <a:rPr sz="2800" b="1" spc="-10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545465">
              <a:lnSpc>
                <a:spcPct val="100000"/>
              </a:lnSpc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I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don’t like this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chair.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  <a:tabLst>
                <a:tab pos="2527300" algn="l"/>
              </a:tabLst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	</a:t>
            </a:r>
            <a:r>
              <a:rPr sz="2800" b="1" spc="-5" dirty="0">
                <a:latin typeface="Courier New"/>
                <a:cs typeface="Courier New"/>
              </a:rPr>
              <a:t>Negative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716768" y="3100130"/>
            <a:ext cx="913765" cy="164465"/>
            <a:chOff x="10716768" y="3100130"/>
            <a:chExt cx="913765" cy="164465"/>
          </a:xfrm>
        </p:grpSpPr>
        <p:sp>
          <p:nvSpPr>
            <p:cNvPr id="21" name="object 21"/>
            <p:cNvSpPr/>
            <p:nvPr/>
          </p:nvSpPr>
          <p:spPr>
            <a:xfrm>
              <a:off x="10716768" y="3182112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18918" y="3100130"/>
              <a:ext cx="211001" cy="16396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1872475" y="222492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810900" y="5847922"/>
            <a:ext cx="4763135" cy="476250"/>
          </a:xfrm>
          <a:custGeom>
            <a:avLst/>
            <a:gdLst/>
            <a:ahLst/>
            <a:cxnLst/>
            <a:rect l="l" t="t" r="r" b="b"/>
            <a:pathLst>
              <a:path w="4763134" h="476250">
                <a:moveTo>
                  <a:pt x="0" y="24303"/>
                </a:moveTo>
                <a:lnTo>
                  <a:pt x="1909" y="14843"/>
                </a:lnTo>
                <a:lnTo>
                  <a:pt x="7118" y="7118"/>
                </a:lnTo>
                <a:lnTo>
                  <a:pt x="14843" y="1909"/>
                </a:lnTo>
                <a:lnTo>
                  <a:pt x="24303" y="0"/>
                </a:lnTo>
                <a:lnTo>
                  <a:pt x="4738497" y="0"/>
                </a:lnTo>
                <a:lnTo>
                  <a:pt x="4744942" y="0"/>
                </a:lnTo>
                <a:lnTo>
                  <a:pt x="4751123" y="2560"/>
                </a:lnTo>
                <a:lnTo>
                  <a:pt x="4755681" y="7118"/>
                </a:lnTo>
                <a:lnTo>
                  <a:pt x="4760238" y="11676"/>
                </a:lnTo>
                <a:lnTo>
                  <a:pt x="4762799" y="17857"/>
                </a:lnTo>
                <a:lnTo>
                  <a:pt x="4762799" y="24303"/>
                </a:lnTo>
                <a:lnTo>
                  <a:pt x="4762799" y="451496"/>
                </a:lnTo>
                <a:lnTo>
                  <a:pt x="4760890" y="460956"/>
                </a:lnTo>
                <a:lnTo>
                  <a:pt x="4755681" y="468681"/>
                </a:lnTo>
                <a:lnTo>
                  <a:pt x="4747956" y="473890"/>
                </a:lnTo>
                <a:lnTo>
                  <a:pt x="4738497" y="475799"/>
                </a:lnTo>
                <a:lnTo>
                  <a:pt x="24303" y="475799"/>
                </a:lnTo>
                <a:lnTo>
                  <a:pt x="14843" y="473890"/>
                </a:lnTo>
                <a:lnTo>
                  <a:pt x="7118" y="468681"/>
                </a:lnTo>
                <a:lnTo>
                  <a:pt x="1909" y="460956"/>
                </a:lnTo>
                <a:lnTo>
                  <a:pt x="0" y="451496"/>
                </a:lnTo>
                <a:lnTo>
                  <a:pt x="0" y="24303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647924" y="7038787"/>
            <a:ext cx="3904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45" dirty="0">
                <a:latin typeface="Tahoma"/>
                <a:cs typeface="Tahoma"/>
              </a:rPr>
              <a:t>One-shot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30" dirty="0">
                <a:latin typeface="Tahoma"/>
                <a:cs typeface="Tahoma"/>
              </a:rPr>
              <a:t>inference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04200" y="2699999"/>
            <a:ext cx="5214620" cy="5972175"/>
          </a:xfrm>
          <a:custGeom>
            <a:avLst/>
            <a:gdLst/>
            <a:ahLst/>
            <a:cxnLst/>
            <a:rect l="l" t="t" r="r" b="b"/>
            <a:pathLst>
              <a:path w="5214619" h="5972175">
                <a:moveTo>
                  <a:pt x="5214599" y="5972099"/>
                </a:moveTo>
                <a:lnTo>
                  <a:pt x="0" y="5972099"/>
                </a:lnTo>
                <a:lnTo>
                  <a:pt x="0" y="0"/>
                </a:lnTo>
                <a:lnTo>
                  <a:pt x="5214599" y="0"/>
                </a:lnTo>
                <a:lnTo>
                  <a:pt x="5214599" y="5972099"/>
                </a:lnTo>
                <a:close/>
              </a:path>
            </a:pathLst>
          </a:custGeom>
          <a:solidFill>
            <a:srgbClr val="D9D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704200" y="2699999"/>
            <a:ext cx="5214620" cy="59721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545465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I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loved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15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DVD!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</a:t>
            </a:r>
            <a:r>
              <a:rPr sz="2800" b="1" spc="-7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545465">
              <a:lnSpc>
                <a:spcPct val="100000"/>
              </a:lnSpc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I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don’t like this </a:t>
            </a:r>
            <a:r>
              <a:rPr sz="2800" b="1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chair.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</a:t>
            </a:r>
            <a:r>
              <a:rPr sz="2800" b="1" spc="-7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54546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is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not</a:t>
            </a:r>
            <a:r>
              <a:rPr sz="2800" b="1" spc="-20" dirty="0">
                <a:solidFill>
                  <a:srgbClr val="9E9E9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great.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  <a:tabLst>
                <a:tab pos="2527300" algn="l"/>
              </a:tabLst>
            </a:pPr>
            <a:r>
              <a:rPr sz="2800" b="1" spc="-5" dirty="0">
                <a:solidFill>
                  <a:srgbClr val="9E9E9E"/>
                </a:solidFill>
                <a:latin typeface="Courier New"/>
                <a:cs typeface="Courier New"/>
              </a:rPr>
              <a:t>Sentiment:	</a:t>
            </a:r>
            <a:r>
              <a:rPr sz="2800" b="1" spc="-5" dirty="0">
                <a:latin typeface="Courier New"/>
                <a:cs typeface="Courier New"/>
              </a:rPr>
              <a:t>Negative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4937" y="2695237"/>
            <a:ext cx="5224145" cy="5551170"/>
            <a:chOff x="1214937" y="2695237"/>
            <a:chExt cx="5224145" cy="5551170"/>
          </a:xfrm>
        </p:grpSpPr>
        <p:sp>
          <p:nvSpPr>
            <p:cNvPr id="5" name="object 5"/>
            <p:cNvSpPr/>
            <p:nvPr/>
          </p:nvSpPr>
          <p:spPr>
            <a:xfrm>
              <a:off x="1219699" y="2699999"/>
              <a:ext cx="5214620" cy="5541645"/>
            </a:xfrm>
            <a:custGeom>
              <a:avLst/>
              <a:gdLst/>
              <a:ahLst/>
              <a:cxnLst/>
              <a:rect l="l" t="t" r="r" b="b"/>
              <a:pathLst>
                <a:path w="5214620" h="5541645">
                  <a:moveTo>
                    <a:pt x="5214599" y="5541299"/>
                  </a:moveTo>
                  <a:lnTo>
                    <a:pt x="0" y="5541299"/>
                  </a:lnTo>
                  <a:lnTo>
                    <a:pt x="0" y="0"/>
                  </a:lnTo>
                  <a:lnTo>
                    <a:pt x="5214599" y="0"/>
                  </a:lnTo>
                  <a:lnTo>
                    <a:pt x="5214599" y="5541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9699" y="2699999"/>
              <a:ext cx="5214620" cy="5541645"/>
            </a:xfrm>
            <a:custGeom>
              <a:avLst/>
              <a:gdLst/>
              <a:ahLst/>
              <a:cxnLst/>
              <a:rect l="l" t="t" r="r" b="b"/>
              <a:pathLst>
                <a:path w="5214620" h="5541645">
                  <a:moveTo>
                    <a:pt x="0" y="0"/>
                  </a:moveTo>
                  <a:lnTo>
                    <a:pt x="5214599" y="0"/>
                  </a:lnTo>
                  <a:lnTo>
                    <a:pt x="5214599" y="5541299"/>
                  </a:lnTo>
                  <a:lnTo>
                    <a:pt x="0" y="5541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00674" y="2854051"/>
            <a:ext cx="449326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loved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this</a:t>
            </a:r>
            <a:r>
              <a:rPr sz="2800" b="1" spc="-1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DVD!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r>
              <a:rPr sz="2800" b="1" spc="-6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0674" y="4560930"/>
            <a:ext cx="449326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don’t like this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chair.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r>
              <a:rPr sz="2800" b="1" spc="-6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Negative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0674" y="6694530"/>
            <a:ext cx="449326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is</a:t>
            </a:r>
            <a:r>
              <a:rPr sz="2800" b="1" spc="-20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not</a:t>
            </a:r>
            <a:r>
              <a:rPr sz="2800" b="1" spc="-20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great.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83374" y="3100130"/>
            <a:ext cx="6067425" cy="3324225"/>
            <a:chOff x="1283374" y="3100130"/>
            <a:chExt cx="6067425" cy="3324225"/>
          </a:xfrm>
        </p:grpSpPr>
        <p:sp>
          <p:nvSpPr>
            <p:cNvPr id="11" name="object 11"/>
            <p:cNvSpPr/>
            <p:nvPr/>
          </p:nvSpPr>
          <p:spPr>
            <a:xfrm>
              <a:off x="1292899" y="4570799"/>
              <a:ext cx="4666615" cy="1844039"/>
            </a:xfrm>
            <a:custGeom>
              <a:avLst/>
              <a:gdLst/>
              <a:ahLst/>
              <a:cxnLst/>
              <a:rect l="l" t="t" r="r" b="b"/>
              <a:pathLst>
                <a:path w="4666615" h="1844039">
                  <a:moveTo>
                    <a:pt x="0" y="94181"/>
                  </a:moveTo>
                  <a:lnTo>
                    <a:pt x="7401" y="57521"/>
                  </a:lnTo>
                  <a:lnTo>
                    <a:pt x="27585" y="27585"/>
                  </a:lnTo>
                  <a:lnTo>
                    <a:pt x="57521" y="7401"/>
                  </a:lnTo>
                  <a:lnTo>
                    <a:pt x="94181" y="0"/>
                  </a:lnTo>
                  <a:lnTo>
                    <a:pt x="4572018" y="0"/>
                  </a:lnTo>
                  <a:lnTo>
                    <a:pt x="4624270" y="15823"/>
                  </a:lnTo>
                  <a:lnTo>
                    <a:pt x="4659030" y="58139"/>
                  </a:lnTo>
                  <a:lnTo>
                    <a:pt x="4666199" y="94181"/>
                  </a:lnTo>
                  <a:lnTo>
                    <a:pt x="4666199" y="1749618"/>
                  </a:lnTo>
                  <a:lnTo>
                    <a:pt x="4658798" y="1786278"/>
                  </a:lnTo>
                  <a:lnTo>
                    <a:pt x="4638614" y="1816214"/>
                  </a:lnTo>
                  <a:lnTo>
                    <a:pt x="4608678" y="1836398"/>
                  </a:lnTo>
                  <a:lnTo>
                    <a:pt x="4572018" y="1843799"/>
                  </a:lnTo>
                  <a:lnTo>
                    <a:pt x="94181" y="1843799"/>
                  </a:lnTo>
                  <a:lnTo>
                    <a:pt x="57521" y="1836398"/>
                  </a:lnTo>
                  <a:lnTo>
                    <a:pt x="27585" y="1816214"/>
                  </a:lnTo>
                  <a:lnTo>
                    <a:pt x="7401" y="1786278"/>
                  </a:lnTo>
                  <a:lnTo>
                    <a:pt x="0" y="1749618"/>
                  </a:lnTo>
                  <a:lnTo>
                    <a:pt x="0" y="94181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37376" y="3182112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9525" y="3100130"/>
              <a:ext cx="211001" cy="16396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38277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In-context</a:t>
            </a:r>
            <a:r>
              <a:rPr spc="-670" dirty="0"/>
              <a:t> </a:t>
            </a:r>
            <a:r>
              <a:rPr spc="20" dirty="0"/>
              <a:t>learning</a:t>
            </a:r>
            <a:r>
              <a:rPr spc="-665" dirty="0"/>
              <a:t> </a:t>
            </a:r>
            <a:r>
              <a:rPr spc="-150" dirty="0"/>
              <a:t>(ICL)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70" dirty="0"/>
              <a:t>few</a:t>
            </a:r>
            <a:r>
              <a:rPr spc="-670" dirty="0"/>
              <a:t> </a:t>
            </a:r>
            <a:r>
              <a:rPr spc="50" dirty="0"/>
              <a:t>shot</a:t>
            </a:r>
            <a:r>
              <a:rPr spc="-665" dirty="0"/>
              <a:t> </a:t>
            </a:r>
            <a:r>
              <a:rPr spc="50" dirty="0"/>
              <a:t>inference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10716768" y="3100130"/>
            <a:ext cx="913765" cy="164465"/>
            <a:chOff x="10716768" y="3100130"/>
            <a:chExt cx="913765" cy="164465"/>
          </a:xfrm>
        </p:grpSpPr>
        <p:sp>
          <p:nvSpPr>
            <p:cNvPr id="16" name="object 16"/>
            <p:cNvSpPr/>
            <p:nvPr/>
          </p:nvSpPr>
          <p:spPr>
            <a:xfrm>
              <a:off x="10716768" y="3182112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18918" y="3100130"/>
              <a:ext cx="211001" cy="16396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87974" y="2224953"/>
            <a:ext cx="11474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72475" y="2224928"/>
            <a:ext cx="1756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Completion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98075" y="2224953"/>
            <a:ext cx="9747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57449" y="7582937"/>
            <a:ext cx="4355465" cy="476250"/>
          </a:xfrm>
          <a:custGeom>
            <a:avLst/>
            <a:gdLst/>
            <a:ahLst/>
            <a:cxnLst/>
            <a:rect l="l" t="t" r="r" b="b"/>
            <a:pathLst>
              <a:path w="4355465" h="476250">
                <a:moveTo>
                  <a:pt x="0" y="24302"/>
                </a:moveTo>
                <a:lnTo>
                  <a:pt x="1909" y="14843"/>
                </a:lnTo>
                <a:lnTo>
                  <a:pt x="7118" y="7118"/>
                </a:lnTo>
                <a:lnTo>
                  <a:pt x="14843" y="1909"/>
                </a:lnTo>
                <a:lnTo>
                  <a:pt x="24303" y="0"/>
                </a:lnTo>
                <a:lnTo>
                  <a:pt x="4331097" y="0"/>
                </a:lnTo>
                <a:lnTo>
                  <a:pt x="4337542" y="0"/>
                </a:lnTo>
                <a:lnTo>
                  <a:pt x="4343723" y="2559"/>
                </a:lnTo>
                <a:lnTo>
                  <a:pt x="4348281" y="7117"/>
                </a:lnTo>
                <a:lnTo>
                  <a:pt x="4352838" y="11675"/>
                </a:lnTo>
                <a:lnTo>
                  <a:pt x="4355399" y="17857"/>
                </a:lnTo>
                <a:lnTo>
                  <a:pt x="4355399" y="24302"/>
                </a:lnTo>
                <a:lnTo>
                  <a:pt x="4355399" y="451495"/>
                </a:lnTo>
                <a:lnTo>
                  <a:pt x="4353490" y="460956"/>
                </a:lnTo>
                <a:lnTo>
                  <a:pt x="4348281" y="468681"/>
                </a:lnTo>
                <a:lnTo>
                  <a:pt x="4340556" y="473890"/>
                </a:lnTo>
                <a:lnTo>
                  <a:pt x="4331097" y="475799"/>
                </a:lnTo>
                <a:lnTo>
                  <a:pt x="24303" y="475799"/>
                </a:lnTo>
                <a:lnTo>
                  <a:pt x="14843" y="473890"/>
                </a:lnTo>
                <a:lnTo>
                  <a:pt x="7118" y="468681"/>
                </a:lnTo>
                <a:lnTo>
                  <a:pt x="1909" y="460956"/>
                </a:lnTo>
                <a:lnTo>
                  <a:pt x="0" y="451495"/>
                </a:lnTo>
                <a:lnTo>
                  <a:pt x="0" y="2430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8567687" y="2793037"/>
            <a:ext cx="959485" cy="960755"/>
            <a:chOff x="8567687" y="2793037"/>
            <a:chExt cx="959485" cy="960755"/>
          </a:xfrm>
        </p:grpSpPr>
        <p:sp>
          <p:nvSpPr>
            <p:cNvPr id="23" name="object 23"/>
            <p:cNvSpPr/>
            <p:nvPr/>
          </p:nvSpPr>
          <p:spPr>
            <a:xfrm>
              <a:off x="8572449" y="2797799"/>
              <a:ext cx="949960" cy="951230"/>
            </a:xfrm>
            <a:custGeom>
              <a:avLst/>
              <a:gdLst/>
              <a:ahLst/>
              <a:cxnLst/>
              <a:rect l="l" t="t" r="r" b="b"/>
              <a:pathLst>
                <a:path w="949959" h="951229">
                  <a:moveTo>
                    <a:pt x="474899" y="950999"/>
                  </a:moveTo>
                  <a:lnTo>
                    <a:pt x="426344" y="948545"/>
                  </a:lnTo>
                  <a:lnTo>
                    <a:pt x="379191" y="941339"/>
                  </a:lnTo>
                  <a:lnTo>
                    <a:pt x="333679" y="929622"/>
                  </a:lnTo>
                  <a:lnTo>
                    <a:pt x="290047" y="913632"/>
                  </a:lnTo>
                  <a:lnTo>
                    <a:pt x="248534" y="893609"/>
                  </a:lnTo>
                  <a:lnTo>
                    <a:pt x="209378" y="869792"/>
                  </a:lnTo>
                  <a:lnTo>
                    <a:pt x="172819" y="842418"/>
                  </a:lnTo>
                  <a:lnTo>
                    <a:pt x="139094" y="811729"/>
                  </a:lnTo>
                  <a:lnTo>
                    <a:pt x="108444" y="777962"/>
                  </a:lnTo>
                  <a:lnTo>
                    <a:pt x="81105" y="741356"/>
                  </a:lnTo>
                  <a:lnTo>
                    <a:pt x="57317" y="702151"/>
                  </a:lnTo>
                  <a:lnTo>
                    <a:pt x="37319" y="660585"/>
                  </a:lnTo>
                  <a:lnTo>
                    <a:pt x="21350" y="616899"/>
                  </a:lnTo>
                  <a:lnTo>
                    <a:pt x="9648" y="571329"/>
                  </a:lnTo>
                  <a:lnTo>
                    <a:pt x="2451" y="524117"/>
                  </a:lnTo>
                  <a:lnTo>
                    <a:pt x="0" y="475499"/>
                  </a:lnTo>
                  <a:lnTo>
                    <a:pt x="2451" y="426882"/>
                  </a:lnTo>
                  <a:lnTo>
                    <a:pt x="9648" y="379670"/>
                  </a:lnTo>
                  <a:lnTo>
                    <a:pt x="21350" y="334100"/>
                  </a:lnTo>
                  <a:lnTo>
                    <a:pt x="37319" y="290414"/>
                  </a:lnTo>
                  <a:lnTo>
                    <a:pt x="57317" y="248848"/>
                  </a:lnTo>
                  <a:lnTo>
                    <a:pt x="81105" y="209643"/>
                  </a:lnTo>
                  <a:lnTo>
                    <a:pt x="108444" y="173037"/>
                  </a:lnTo>
                  <a:lnTo>
                    <a:pt x="139095" y="139270"/>
                  </a:lnTo>
                  <a:lnTo>
                    <a:pt x="172819" y="108581"/>
                  </a:lnTo>
                  <a:lnTo>
                    <a:pt x="209378" y="81207"/>
                  </a:lnTo>
                  <a:lnTo>
                    <a:pt x="248534" y="57390"/>
                  </a:lnTo>
                  <a:lnTo>
                    <a:pt x="290047" y="37367"/>
                  </a:lnTo>
                  <a:lnTo>
                    <a:pt x="333679" y="21377"/>
                  </a:lnTo>
                  <a:lnTo>
                    <a:pt x="379191" y="9660"/>
                  </a:lnTo>
                  <a:lnTo>
                    <a:pt x="426344" y="2454"/>
                  </a:lnTo>
                  <a:lnTo>
                    <a:pt x="474899" y="0"/>
                  </a:lnTo>
                  <a:lnTo>
                    <a:pt x="521838" y="2326"/>
                  </a:lnTo>
                  <a:lnTo>
                    <a:pt x="567981" y="9221"/>
                  </a:lnTo>
                  <a:lnTo>
                    <a:pt x="613017" y="20553"/>
                  </a:lnTo>
                  <a:lnTo>
                    <a:pt x="656636" y="36195"/>
                  </a:lnTo>
                  <a:lnTo>
                    <a:pt x="698525" y="56017"/>
                  </a:lnTo>
                  <a:lnTo>
                    <a:pt x="738374" y="79889"/>
                  </a:lnTo>
                  <a:lnTo>
                    <a:pt x="775871" y="107683"/>
                  </a:lnTo>
                  <a:lnTo>
                    <a:pt x="810705" y="139270"/>
                  </a:lnTo>
                  <a:lnTo>
                    <a:pt x="842252" y="174148"/>
                  </a:lnTo>
                  <a:lnTo>
                    <a:pt x="870011" y="211692"/>
                  </a:lnTo>
                  <a:lnTo>
                    <a:pt x="893853" y="251591"/>
                  </a:lnTo>
                  <a:lnTo>
                    <a:pt x="913650" y="293534"/>
                  </a:lnTo>
                  <a:lnTo>
                    <a:pt x="929272" y="337207"/>
                  </a:lnTo>
                  <a:lnTo>
                    <a:pt x="940590" y="382301"/>
                  </a:lnTo>
                  <a:lnTo>
                    <a:pt x="947476" y="428502"/>
                  </a:lnTo>
                  <a:lnTo>
                    <a:pt x="949799" y="475499"/>
                  </a:lnTo>
                  <a:lnTo>
                    <a:pt x="947348" y="524117"/>
                  </a:lnTo>
                  <a:lnTo>
                    <a:pt x="940151" y="571329"/>
                  </a:lnTo>
                  <a:lnTo>
                    <a:pt x="928449" y="616899"/>
                  </a:lnTo>
                  <a:lnTo>
                    <a:pt x="912479" y="660585"/>
                  </a:lnTo>
                  <a:lnTo>
                    <a:pt x="892482" y="702151"/>
                  </a:lnTo>
                  <a:lnTo>
                    <a:pt x="868694" y="741356"/>
                  </a:lnTo>
                  <a:lnTo>
                    <a:pt x="841355" y="777962"/>
                  </a:lnTo>
                  <a:lnTo>
                    <a:pt x="810704" y="811729"/>
                  </a:lnTo>
                  <a:lnTo>
                    <a:pt x="776980" y="842418"/>
                  </a:lnTo>
                  <a:lnTo>
                    <a:pt x="740421" y="869792"/>
                  </a:lnTo>
                  <a:lnTo>
                    <a:pt x="701265" y="893609"/>
                  </a:lnTo>
                  <a:lnTo>
                    <a:pt x="659752" y="913632"/>
                  </a:lnTo>
                  <a:lnTo>
                    <a:pt x="616120" y="929622"/>
                  </a:lnTo>
                  <a:lnTo>
                    <a:pt x="570608" y="941339"/>
                  </a:lnTo>
                  <a:lnTo>
                    <a:pt x="523455" y="948545"/>
                  </a:lnTo>
                  <a:lnTo>
                    <a:pt x="474899" y="9509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72449" y="2797799"/>
              <a:ext cx="949960" cy="951230"/>
            </a:xfrm>
            <a:custGeom>
              <a:avLst/>
              <a:gdLst/>
              <a:ahLst/>
              <a:cxnLst/>
              <a:rect l="l" t="t" r="r" b="b"/>
              <a:pathLst>
                <a:path w="949959" h="951229">
                  <a:moveTo>
                    <a:pt x="0" y="475499"/>
                  </a:moveTo>
                  <a:lnTo>
                    <a:pt x="2451" y="426882"/>
                  </a:lnTo>
                  <a:lnTo>
                    <a:pt x="9648" y="379670"/>
                  </a:lnTo>
                  <a:lnTo>
                    <a:pt x="21350" y="334100"/>
                  </a:lnTo>
                  <a:lnTo>
                    <a:pt x="37319" y="290414"/>
                  </a:lnTo>
                  <a:lnTo>
                    <a:pt x="57317" y="248848"/>
                  </a:lnTo>
                  <a:lnTo>
                    <a:pt x="81105" y="209643"/>
                  </a:lnTo>
                  <a:lnTo>
                    <a:pt x="108444" y="173037"/>
                  </a:lnTo>
                  <a:lnTo>
                    <a:pt x="139094" y="139270"/>
                  </a:lnTo>
                  <a:lnTo>
                    <a:pt x="172819" y="108581"/>
                  </a:lnTo>
                  <a:lnTo>
                    <a:pt x="209378" y="81207"/>
                  </a:lnTo>
                  <a:lnTo>
                    <a:pt x="248534" y="57390"/>
                  </a:lnTo>
                  <a:lnTo>
                    <a:pt x="290047" y="37367"/>
                  </a:lnTo>
                  <a:lnTo>
                    <a:pt x="333679" y="21377"/>
                  </a:lnTo>
                  <a:lnTo>
                    <a:pt x="379191" y="9660"/>
                  </a:lnTo>
                  <a:lnTo>
                    <a:pt x="426344" y="2454"/>
                  </a:lnTo>
                  <a:lnTo>
                    <a:pt x="474899" y="0"/>
                  </a:lnTo>
                  <a:lnTo>
                    <a:pt x="521838" y="2326"/>
                  </a:lnTo>
                  <a:lnTo>
                    <a:pt x="567981" y="9221"/>
                  </a:lnTo>
                  <a:lnTo>
                    <a:pt x="613017" y="20553"/>
                  </a:lnTo>
                  <a:lnTo>
                    <a:pt x="656636" y="36195"/>
                  </a:lnTo>
                  <a:lnTo>
                    <a:pt x="698525" y="56017"/>
                  </a:lnTo>
                  <a:lnTo>
                    <a:pt x="738374" y="79889"/>
                  </a:lnTo>
                  <a:lnTo>
                    <a:pt x="775871" y="107683"/>
                  </a:lnTo>
                  <a:lnTo>
                    <a:pt x="810704" y="139270"/>
                  </a:lnTo>
                  <a:lnTo>
                    <a:pt x="842252" y="174148"/>
                  </a:lnTo>
                  <a:lnTo>
                    <a:pt x="870011" y="211692"/>
                  </a:lnTo>
                  <a:lnTo>
                    <a:pt x="893853" y="251591"/>
                  </a:lnTo>
                  <a:lnTo>
                    <a:pt x="913650" y="293534"/>
                  </a:lnTo>
                  <a:lnTo>
                    <a:pt x="929272" y="337207"/>
                  </a:lnTo>
                  <a:lnTo>
                    <a:pt x="940590" y="382301"/>
                  </a:lnTo>
                  <a:lnTo>
                    <a:pt x="947476" y="428502"/>
                  </a:lnTo>
                  <a:lnTo>
                    <a:pt x="949799" y="475499"/>
                  </a:lnTo>
                  <a:lnTo>
                    <a:pt x="947348" y="524117"/>
                  </a:lnTo>
                  <a:lnTo>
                    <a:pt x="940151" y="571329"/>
                  </a:lnTo>
                  <a:lnTo>
                    <a:pt x="928449" y="616899"/>
                  </a:lnTo>
                  <a:lnTo>
                    <a:pt x="912479" y="660585"/>
                  </a:lnTo>
                  <a:lnTo>
                    <a:pt x="892482" y="702151"/>
                  </a:lnTo>
                  <a:lnTo>
                    <a:pt x="868694" y="741356"/>
                  </a:lnTo>
                  <a:lnTo>
                    <a:pt x="841355" y="777962"/>
                  </a:lnTo>
                  <a:lnTo>
                    <a:pt x="810704" y="811729"/>
                  </a:lnTo>
                  <a:lnTo>
                    <a:pt x="776980" y="842418"/>
                  </a:lnTo>
                  <a:lnTo>
                    <a:pt x="740421" y="869792"/>
                  </a:lnTo>
                  <a:lnTo>
                    <a:pt x="701265" y="893609"/>
                  </a:lnTo>
                  <a:lnTo>
                    <a:pt x="659752" y="913632"/>
                  </a:lnTo>
                  <a:lnTo>
                    <a:pt x="616120" y="929622"/>
                  </a:lnTo>
                  <a:lnTo>
                    <a:pt x="570608" y="941339"/>
                  </a:lnTo>
                  <a:lnTo>
                    <a:pt x="523455" y="948545"/>
                  </a:lnTo>
                  <a:lnTo>
                    <a:pt x="474899" y="950999"/>
                  </a:lnTo>
                  <a:lnTo>
                    <a:pt x="426344" y="948545"/>
                  </a:lnTo>
                  <a:lnTo>
                    <a:pt x="379191" y="941339"/>
                  </a:lnTo>
                  <a:lnTo>
                    <a:pt x="333679" y="929622"/>
                  </a:lnTo>
                  <a:lnTo>
                    <a:pt x="290047" y="913632"/>
                  </a:lnTo>
                  <a:lnTo>
                    <a:pt x="248534" y="893609"/>
                  </a:lnTo>
                  <a:lnTo>
                    <a:pt x="209378" y="869792"/>
                  </a:lnTo>
                  <a:lnTo>
                    <a:pt x="172819" y="842418"/>
                  </a:lnTo>
                  <a:lnTo>
                    <a:pt x="139094" y="811729"/>
                  </a:lnTo>
                  <a:lnTo>
                    <a:pt x="108444" y="777962"/>
                  </a:lnTo>
                  <a:lnTo>
                    <a:pt x="81105" y="741356"/>
                  </a:lnTo>
                  <a:lnTo>
                    <a:pt x="57317" y="702151"/>
                  </a:lnTo>
                  <a:lnTo>
                    <a:pt x="37319" y="660585"/>
                  </a:lnTo>
                  <a:lnTo>
                    <a:pt x="21350" y="616899"/>
                  </a:lnTo>
                  <a:lnTo>
                    <a:pt x="9648" y="571329"/>
                  </a:lnTo>
                  <a:lnTo>
                    <a:pt x="2451" y="524117"/>
                  </a:lnTo>
                  <a:lnTo>
                    <a:pt x="0" y="475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676121" y="3032063"/>
            <a:ext cx="717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3855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Summary</a:t>
            </a:r>
            <a:r>
              <a:rPr spc="-670" dirty="0"/>
              <a:t> </a:t>
            </a:r>
            <a:r>
              <a:rPr spc="85" dirty="0"/>
              <a:t>of</a:t>
            </a:r>
            <a:r>
              <a:rPr spc="-670" dirty="0"/>
              <a:t> </a:t>
            </a:r>
            <a:r>
              <a:rPr spc="50" dirty="0"/>
              <a:t>in-cont</a:t>
            </a:r>
            <a:r>
              <a:rPr spc="-180" dirty="0"/>
              <a:t>e</a:t>
            </a:r>
            <a:r>
              <a:rPr spc="130" dirty="0"/>
              <a:t>xt</a:t>
            </a:r>
            <a:r>
              <a:rPr spc="-670" dirty="0"/>
              <a:t> </a:t>
            </a:r>
            <a:r>
              <a:rPr spc="20" dirty="0"/>
              <a:t>learning</a:t>
            </a:r>
            <a:r>
              <a:rPr spc="-670" dirty="0"/>
              <a:t> </a:t>
            </a:r>
            <a:r>
              <a:rPr spc="-150" dirty="0"/>
              <a:t>(ICL)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691" y="2700020"/>
            <a:ext cx="4860925" cy="317119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80975" marR="511809">
              <a:lnSpc>
                <a:spcPct val="100000"/>
              </a:lnSpc>
              <a:spcBef>
                <a:spcPts val="1320"/>
              </a:spcBef>
            </a:pPr>
            <a:r>
              <a:rPr sz="26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6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6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600" b="1" spc="-154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FF"/>
                </a:solidFill>
                <a:latin typeface="Courier New"/>
                <a:cs typeface="Courier New"/>
              </a:rPr>
              <a:t>I</a:t>
            </a:r>
            <a:r>
              <a:rPr sz="2600" b="1" spc="-25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FF00FF"/>
                </a:solidFill>
                <a:latin typeface="Courier New"/>
                <a:cs typeface="Courier New"/>
              </a:rPr>
              <a:t>loved</a:t>
            </a:r>
            <a:r>
              <a:rPr sz="2600" b="1" spc="-25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FF00FF"/>
                </a:solidFill>
                <a:latin typeface="Courier New"/>
                <a:cs typeface="Courier New"/>
              </a:rPr>
              <a:t>this</a:t>
            </a:r>
            <a:r>
              <a:rPr sz="2600" b="1" spc="-20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600" b="1" spc="-5" dirty="0">
                <a:solidFill>
                  <a:srgbClr val="FF00FF"/>
                </a:solidFill>
                <a:latin typeface="Courier New"/>
                <a:cs typeface="Courier New"/>
              </a:rPr>
              <a:t>movie!</a:t>
            </a:r>
            <a:endParaRPr sz="26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6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7966" y="2102927"/>
            <a:ext cx="29660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1935" algn="l"/>
              </a:tabLst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r>
              <a:rPr sz="2600" b="1" spc="-8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495" dirty="0">
                <a:solidFill>
                  <a:srgbClr val="FF9D3B"/>
                </a:solidFill>
                <a:latin typeface="Tahoma"/>
                <a:cs typeface="Tahoma"/>
              </a:rPr>
              <a:t>/</a:t>
            </a:r>
            <a:r>
              <a:rPr sz="2600" b="1" dirty="0">
                <a:solidFill>
                  <a:srgbClr val="FF9D3B"/>
                </a:solidFill>
                <a:latin typeface="Tahoma"/>
                <a:cs typeface="Tahoma"/>
              </a:rPr>
              <a:t>	</a:t>
            </a:r>
            <a:r>
              <a:rPr sz="2600" b="1" spc="-55" dirty="0">
                <a:solidFill>
                  <a:srgbClr val="FF9D3B"/>
                </a:solidFill>
                <a:latin typeface="Tahoma"/>
                <a:cs typeface="Tahoma"/>
              </a:rPr>
              <a:t>Z</a:t>
            </a:r>
            <a:r>
              <a:rPr sz="2600" b="1" spc="-114" dirty="0">
                <a:solidFill>
                  <a:srgbClr val="FF9D3B"/>
                </a:solidFill>
                <a:latin typeface="Tahoma"/>
                <a:cs typeface="Tahoma"/>
              </a:rPr>
              <a:t>er</a:t>
            </a:r>
            <a:r>
              <a:rPr sz="2600" b="1" spc="-130" dirty="0">
                <a:solidFill>
                  <a:srgbClr val="FF9D3B"/>
                </a:solidFill>
                <a:latin typeface="Tahoma"/>
                <a:cs typeface="Tahoma"/>
              </a:rPr>
              <a:t>o</a:t>
            </a:r>
            <a:r>
              <a:rPr sz="2600" b="1" spc="-265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2600" b="1" spc="-165" dirty="0">
                <a:solidFill>
                  <a:srgbClr val="FF9D3B"/>
                </a:solidFill>
                <a:latin typeface="Tahoma"/>
                <a:cs typeface="Tahoma"/>
              </a:rPr>
              <a:t>Shot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9875" y="2717650"/>
            <a:ext cx="4860925" cy="554101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191770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r>
              <a:rPr sz="2800" b="1" spc="-9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191770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this</a:t>
            </a:r>
            <a:r>
              <a:rPr sz="2800" b="1" spc="-50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review: </a:t>
            </a:r>
            <a:r>
              <a:rPr sz="2800" b="1" spc="-1664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00FF"/>
                </a:solidFill>
                <a:latin typeface="Courier New"/>
                <a:cs typeface="Courier New"/>
              </a:rPr>
              <a:t>I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don’t like this </a:t>
            </a:r>
            <a:r>
              <a:rPr sz="2800" b="1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chair.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8150" y="2102920"/>
            <a:ext cx="28879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3680" algn="l"/>
              </a:tabLst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r>
              <a:rPr sz="2600" b="1" spc="-14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495" dirty="0">
                <a:solidFill>
                  <a:srgbClr val="FF9D3B"/>
                </a:solidFill>
                <a:latin typeface="Tahoma"/>
                <a:cs typeface="Tahoma"/>
              </a:rPr>
              <a:t>/</a:t>
            </a:r>
            <a:r>
              <a:rPr sz="2600" b="1" dirty="0">
                <a:solidFill>
                  <a:srgbClr val="FF9D3B"/>
                </a:solidFill>
                <a:latin typeface="Tahoma"/>
                <a:cs typeface="Tahoma"/>
              </a:rPr>
              <a:t>	</a:t>
            </a:r>
            <a:r>
              <a:rPr sz="2600" b="1" spc="-100" dirty="0">
                <a:solidFill>
                  <a:srgbClr val="FF9D3B"/>
                </a:solidFill>
                <a:latin typeface="Tahoma"/>
                <a:cs typeface="Tahoma"/>
              </a:rPr>
              <a:t>On</a:t>
            </a:r>
            <a:r>
              <a:rPr sz="2600" b="1" spc="-80" dirty="0">
                <a:solidFill>
                  <a:srgbClr val="FF9D3B"/>
                </a:solidFill>
                <a:latin typeface="Tahoma"/>
                <a:cs typeface="Tahoma"/>
              </a:rPr>
              <a:t>e</a:t>
            </a:r>
            <a:r>
              <a:rPr sz="2600" b="1" spc="-265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2600" b="1" spc="-165" dirty="0">
                <a:solidFill>
                  <a:srgbClr val="FF9D3B"/>
                </a:solidFill>
                <a:latin typeface="Tahoma"/>
                <a:cs typeface="Tahoma"/>
              </a:rPr>
              <a:t>Shot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40058" y="2730367"/>
            <a:ext cx="4865370" cy="615569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80975" marR="195580">
              <a:lnSpc>
                <a:spcPct val="100000"/>
              </a:lnSpc>
              <a:spcBef>
                <a:spcPts val="1310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 this review: </a:t>
            </a:r>
            <a:r>
              <a:rPr sz="2800" b="1" spc="-167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loved</a:t>
            </a:r>
            <a:r>
              <a:rPr sz="2800" b="1" spc="-25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this</a:t>
            </a:r>
            <a:r>
              <a:rPr sz="2800" b="1" spc="-20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movie!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r>
              <a:rPr sz="2800" b="1" spc="-9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Positive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195580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 this review: </a:t>
            </a:r>
            <a:r>
              <a:rPr sz="2800" b="1" spc="-167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I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don’t like this </a:t>
            </a:r>
            <a:r>
              <a:rPr sz="2800" b="1" dirty="0">
                <a:solidFill>
                  <a:srgbClr val="FF9D3B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chair.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r>
              <a:rPr sz="2800" b="1" spc="-6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9D3B"/>
                </a:solidFill>
                <a:latin typeface="Courier New"/>
                <a:cs typeface="Courier New"/>
              </a:rPr>
              <a:t>Negative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50">
              <a:latin typeface="Courier New"/>
              <a:cs typeface="Courier New"/>
            </a:endParaRPr>
          </a:p>
          <a:p>
            <a:pPr marL="180975" marR="195580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Classify this review: </a:t>
            </a:r>
            <a:r>
              <a:rPr sz="2800" b="1" spc="-1675" dirty="0">
                <a:solidFill>
                  <a:srgbClr val="232F3E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Who would use this </a:t>
            </a:r>
            <a:r>
              <a:rPr sz="2800" b="1" dirty="0">
                <a:solidFill>
                  <a:srgbClr val="FF00FF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FF00FF"/>
                </a:solidFill>
                <a:latin typeface="Courier New"/>
                <a:cs typeface="Courier New"/>
              </a:rPr>
              <a:t>product?</a:t>
            </a:r>
            <a:endParaRPr sz="2800">
              <a:latin typeface="Courier New"/>
              <a:cs typeface="Courier New"/>
            </a:endParaRPr>
          </a:p>
          <a:p>
            <a:pPr marL="180975">
              <a:lnSpc>
                <a:spcPct val="100000"/>
              </a:lnSpc>
            </a:pPr>
            <a:r>
              <a:rPr sz="2800" b="1" spc="-5" dirty="0">
                <a:solidFill>
                  <a:srgbClr val="232F3E"/>
                </a:solidFill>
                <a:latin typeface="Courier New"/>
                <a:cs typeface="Courier New"/>
              </a:rPr>
              <a:t>Sentiment: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8333" y="2102920"/>
            <a:ext cx="29051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065" algn="l"/>
              </a:tabLst>
            </a:pPr>
            <a:r>
              <a:rPr sz="2600" b="1" spc="-135" dirty="0">
                <a:solidFill>
                  <a:srgbClr val="FF00FF"/>
                </a:solidFill>
                <a:latin typeface="Tahoma"/>
                <a:cs typeface="Tahoma"/>
              </a:rPr>
              <a:t>Prompt</a:t>
            </a:r>
            <a:r>
              <a:rPr sz="2600" b="1" spc="11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495" dirty="0">
                <a:solidFill>
                  <a:srgbClr val="FF9D3B"/>
                </a:solidFill>
                <a:latin typeface="Tahoma"/>
                <a:cs typeface="Tahoma"/>
              </a:rPr>
              <a:t>/</a:t>
            </a:r>
            <a:r>
              <a:rPr sz="2600" b="1" dirty="0">
                <a:solidFill>
                  <a:srgbClr val="FF9D3B"/>
                </a:solidFill>
                <a:latin typeface="Tahoma"/>
                <a:cs typeface="Tahoma"/>
              </a:rPr>
              <a:t>	</a:t>
            </a:r>
            <a:r>
              <a:rPr sz="2600" b="1" spc="-140" dirty="0">
                <a:solidFill>
                  <a:srgbClr val="FF9D3B"/>
                </a:solidFill>
                <a:latin typeface="Tahoma"/>
                <a:cs typeface="Tahoma"/>
              </a:rPr>
              <a:t>F</a:t>
            </a:r>
            <a:r>
              <a:rPr sz="2600" b="1" spc="-170" dirty="0">
                <a:solidFill>
                  <a:srgbClr val="FF9D3B"/>
                </a:solidFill>
                <a:latin typeface="Tahoma"/>
                <a:cs typeface="Tahoma"/>
              </a:rPr>
              <a:t>e</a:t>
            </a:r>
            <a:r>
              <a:rPr sz="2600" b="1" spc="-250" dirty="0">
                <a:solidFill>
                  <a:srgbClr val="FF9D3B"/>
                </a:solidFill>
                <a:latin typeface="Tahoma"/>
                <a:cs typeface="Tahoma"/>
              </a:rPr>
              <a:t>w</a:t>
            </a:r>
            <a:r>
              <a:rPr sz="2600" b="1" spc="-265" dirty="0">
                <a:solidFill>
                  <a:srgbClr val="FF9D3B"/>
                </a:solidFill>
                <a:latin typeface="Tahoma"/>
                <a:cs typeface="Tahoma"/>
              </a:rPr>
              <a:t> </a:t>
            </a:r>
            <a:r>
              <a:rPr sz="2600" b="1" spc="-165" dirty="0">
                <a:solidFill>
                  <a:srgbClr val="FF9D3B"/>
                </a:solidFill>
                <a:latin typeface="Tahoma"/>
                <a:cs typeface="Tahoma"/>
              </a:rPr>
              <a:t>Shot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037181" y="2784897"/>
            <a:ext cx="179070" cy="3721735"/>
            <a:chOff x="17037181" y="2784897"/>
            <a:chExt cx="179070" cy="3721735"/>
          </a:xfrm>
        </p:grpSpPr>
        <p:sp>
          <p:nvSpPr>
            <p:cNvPr id="10" name="object 10"/>
            <p:cNvSpPr/>
            <p:nvPr/>
          </p:nvSpPr>
          <p:spPr>
            <a:xfrm>
              <a:off x="17119163" y="2976847"/>
              <a:ext cx="15240" cy="3338195"/>
            </a:xfrm>
            <a:custGeom>
              <a:avLst/>
              <a:gdLst/>
              <a:ahLst/>
              <a:cxnLst/>
              <a:rect l="l" t="t" r="r" b="b"/>
              <a:pathLst>
                <a:path w="15240" h="3338195">
                  <a:moveTo>
                    <a:pt x="0" y="0"/>
                  </a:moveTo>
                  <a:lnTo>
                    <a:pt x="14774" y="3337804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37181" y="2784897"/>
              <a:ext cx="163961" cy="21127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51958" y="6295323"/>
              <a:ext cx="163961" cy="21127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538325" y="2101901"/>
            <a:ext cx="2646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0" dirty="0">
                <a:latin typeface="Tahoma"/>
                <a:cs typeface="Tahoma"/>
              </a:rPr>
              <a:t>&gt;5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or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95" dirty="0">
                <a:latin typeface="Tahoma"/>
                <a:cs typeface="Tahoma"/>
              </a:rPr>
              <a:t>6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e</a:t>
            </a:r>
            <a:r>
              <a:rPr sz="2800" spc="-10" dirty="0">
                <a:latin typeface="Tahoma"/>
                <a:cs typeface="Tahoma"/>
              </a:rPr>
              <a:t>xamples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3652" y="7162819"/>
            <a:ext cx="385699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40" dirty="0">
                <a:latin typeface="Tahoma"/>
                <a:cs typeface="Tahoma"/>
              </a:rPr>
              <a:t>Cont</a:t>
            </a:r>
            <a:r>
              <a:rPr sz="3200" b="1" spc="-235" dirty="0">
                <a:latin typeface="Tahoma"/>
                <a:cs typeface="Tahoma"/>
              </a:rPr>
              <a:t>e</a:t>
            </a:r>
            <a:r>
              <a:rPr sz="3200" b="1" spc="-150" dirty="0">
                <a:latin typeface="Tahoma"/>
                <a:cs typeface="Tahoma"/>
              </a:rPr>
              <a:t>xt</a:t>
            </a:r>
            <a:r>
              <a:rPr sz="3200" b="1" spc="-320" dirty="0">
                <a:latin typeface="Tahoma"/>
                <a:cs typeface="Tahoma"/>
              </a:rPr>
              <a:t> </a:t>
            </a:r>
            <a:r>
              <a:rPr sz="3200" b="1" spc="-160" dirty="0">
                <a:latin typeface="Tahoma"/>
                <a:cs typeface="Tahoma"/>
              </a:rPr>
              <a:t>Window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spc="-35" dirty="0">
                <a:latin typeface="Tahoma"/>
                <a:cs typeface="Tahoma"/>
              </a:rPr>
              <a:t>(few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thousand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words)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3403" y="2784898"/>
            <a:ext cx="164465" cy="6125845"/>
            <a:chOff x="903403" y="2784898"/>
            <a:chExt cx="164465" cy="6125845"/>
          </a:xfrm>
        </p:grpSpPr>
        <p:sp>
          <p:nvSpPr>
            <p:cNvPr id="16" name="object 16"/>
            <p:cNvSpPr/>
            <p:nvPr/>
          </p:nvSpPr>
          <p:spPr>
            <a:xfrm>
              <a:off x="985384" y="2976849"/>
              <a:ext cx="0" cy="5741670"/>
            </a:xfrm>
            <a:custGeom>
              <a:avLst/>
              <a:gdLst/>
              <a:ahLst/>
              <a:cxnLst/>
              <a:rect l="l" t="t" r="r" b="b"/>
              <a:pathLst>
                <a:path h="5741670">
                  <a:moveTo>
                    <a:pt x="0" y="0"/>
                  </a:moveTo>
                  <a:lnTo>
                    <a:pt x="0" y="5741399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3403" y="2784898"/>
              <a:ext cx="163961" cy="2110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3403" y="8699199"/>
              <a:ext cx="163961" cy="2110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7337" y="3755537"/>
            <a:ext cx="1838325" cy="1838325"/>
            <a:chOff x="3407337" y="3755537"/>
            <a:chExt cx="1838325" cy="1838325"/>
          </a:xfrm>
        </p:grpSpPr>
        <p:sp>
          <p:nvSpPr>
            <p:cNvPr id="3" name="object 3"/>
            <p:cNvSpPr/>
            <p:nvPr/>
          </p:nvSpPr>
          <p:spPr>
            <a:xfrm>
              <a:off x="3412099" y="3760299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914399" y="1828799"/>
                  </a:moveTo>
                  <a:lnTo>
                    <a:pt x="865837" y="1827532"/>
                  </a:lnTo>
                  <a:lnTo>
                    <a:pt x="817934" y="1823772"/>
                  </a:lnTo>
                  <a:lnTo>
                    <a:pt x="770755" y="1817582"/>
                  </a:lnTo>
                  <a:lnTo>
                    <a:pt x="724362" y="1809025"/>
                  </a:lnTo>
                  <a:lnTo>
                    <a:pt x="678819" y="1798166"/>
                  </a:lnTo>
                  <a:lnTo>
                    <a:pt x="634189" y="1785066"/>
                  </a:lnTo>
                  <a:lnTo>
                    <a:pt x="590536" y="1769789"/>
                  </a:lnTo>
                  <a:lnTo>
                    <a:pt x="547921" y="1752399"/>
                  </a:lnTo>
                  <a:lnTo>
                    <a:pt x="506409" y="1732958"/>
                  </a:lnTo>
                  <a:lnTo>
                    <a:pt x="466063" y="1711530"/>
                  </a:lnTo>
                  <a:lnTo>
                    <a:pt x="426946" y="1688178"/>
                  </a:lnTo>
                  <a:lnTo>
                    <a:pt x="389121" y="1662965"/>
                  </a:lnTo>
                  <a:lnTo>
                    <a:pt x="352651" y="1635955"/>
                  </a:lnTo>
                  <a:lnTo>
                    <a:pt x="317600" y="1607210"/>
                  </a:lnTo>
                  <a:lnTo>
                    <a:pt x="284030" y="1576793"/>
                  </a:lnTo>
                  <a:lnTo>
                    <a:pt x="252006" y="1544769"/>
                  </a:lnTo>
                  <a:lnTo>
                    <a:pt x="221589" y="1511199"/>
                  </a:lnTo>
                  <a:lnTo>
                    <a:pt x="192844" y="1476148"/>
                  </a:lnTo>
                  <a:lnTo>
                    <a:pt x="165834" y="1439678"/>
                  </a:lnTo>
                  <a:lnTo>
                    <a:pt x="140621" y="1401853"/>
                  </a:lnTo>
                  <a:lnTo>
                    <a:pt x="117269" y="1362736"/>
                  </a:lnTo>
                  <a:lnTo>
                    <a:pt x="95841" y="1322390"/>
                  </a:lnTo>
                  <a:lnTo>
                    <a:pt x="76400" y="1280878"/>
                  </a:lnTo>
                  <a:lnTo>
                    <a:pt x="59010" y="1238263"/>
                  </a:lnTo>
                  <a:lnTo>
                    <a:pt x="43733" y="1194610"/>
                  </a:lnTo>
                  <a:lnTo>
                    <a:pt x="30633" y="1149980"/>
                  </a:lnTo>
                  <a:lnTo>
                    <a:pt x="19774" y="1104437"/>
                  </a:lnTo>
                  <a:lnTo>
                    <a:pt x="11217" y="1058044"/>
                  </a:lnTo>
                  <a:lnTo>
                    <a:pt x="5027" y="1010865"/>
                  </a:lnTo>
                  <a:lnTo>
                    <a:pt x="1267" y="962962"/>
                  </a:lnTo>
                  <a:lnTo>
                    <a:pt x="0" y="914399"/>
                  </a:lnTo>
                  <a:lnTo>
                    <a:pt x="1267" y="865837"/>
                  </a:lnTo>
                  <a:lnTo>
                    <a:pt x="5027" y="817934"/>
                  </a:lnTo>
                  <a:lnTo>
                    <a:pt x="11217" y="770755"/>
                  </a:lnTo>
                  <a:lnTo>
                    <a:pt x="19774" y="724362"/>
                  </a:lnTo>
                  <a:lnTo>
                    <a:pt x="30633" y="678819"/>
                  </a:lnTo>
                  <a:lnTo>
                    <a:pt x="43733" y="634189"/>
                  </a:lnTo>
                  <a:lnTo>
                    <a:pt x="59010" y="590536"/>
                  </a:lnTo>
                  <a:lnTo>
                    <a:pt x="76400" y="547921"/>
                  </a:lnTo>
                  <a:lnTo>
                    <a:pt x="95841" y="506409"/>
                  </a:lnTo>
                  <a:lnTo>
                    <a:pt x="117269" y="466063"/>
                  </a:lnTo>
                  <a:lnTo>
                    <a:pt x="140621" y="426946"/>
                  </a:lnTo>
                  <a:lnTo>
                    <a:pt x="165834" y="389121"/>
                  </a:lnTo>
                  <a:lnTo>
                    <a:pt x="192844" y="352651"/>
                  </a:lnTo>
                  <a:lnTo>
                    <a:pt x="221589" y="317600"/>
                  </a:lnTo>
                  <a:lnTo>
                    <a:pt x="252006" y="284030"/>
                  </a:lnTo>
                  <a:lnTo>
                    <a:pt x="284030" y="252006"/>
                  </a:lnTo>
                  <a:lnTo>
                    <a:pt x="317600" y="221589"/>
                  </a:lnTo>
                  <a:lnTo>
                    <a:pt x="352651" y="192844"/>
                  </a:lnTo>
                  <a:lnTo>
                    <a:pt x="389121" y="165834"/>
                  </a:lnTo>
                  <a:lnTo>
                    <a:pt x="426946" y="140621"/>
                  </a:lnTo>
                  <a:lnTo>
                    <a:pt x="466063" y="117269"/>
                  </a:lnTo>
                  <a:lnTo>
                    <a:pt x="506409" y="95841"/>
                  </a:lnTo>
                  <a:lnTo>
                    <a:pt x="547921" y="76400"/>
                  </a:lnTo>
                  <a:lnTo>
                    <a:pt x="590536" y="59010"/>
                  </a:lnTo>
                  <a:lnTo>
                    <a:pt x="634189" y="43733"/>
                  </a:lnTo>
                  <a:lnTo>
                    <a:pt x="678819" y="30633"/>
                  </a:lnTo>
                  <a:lnTo>
                    <a:pt x="724362" y="19774"/>
                  </a:lnTo>
                  <a:lnTo>
                    <a:pt x="770755" y="11217"/>
                  </a:lnTo>
                  <a:lnTo>
                    <a:pt x="817934" y="5027"/>
                  </a:lnTo>
                  <a:lnTo>
                    <a:pt x="865837" y="1267"/>
                  </a:lnTo>
                  <a:lnTo>
                    <a:pt x="914399" y="0"/>
                  </a:lnTo>
                  <a:lnTo>
                    <a:pt x="962755" y="1278"/>
                  </a:lnTo>
                  <a:lnTo>
                    <a:pt x="1010754" y="5087"/>
                  </a:lnTo>
                  <a:lnTo>
                    <a:pt x="1058307" y="11391"/>
                  </a:lnTo>
                  <a:lnTo>
                    <a:pt x="1105321" y="20150"/>
                  </a:lnTo>
                  <a:lnTo>
                    <a:pt x="1151708" y="31327"/>
                  </a:lnTo>
                  <a:lnTo>
                    <a:pt x="1197374" y="44885"/>
                  </a:lnTo>
                  <a:lnTo>
                    <a:pt x="1242230" y="60787"/>
                  </a:lnTo>
                  <a:lnTo>
                    <a:pt x="1286184" y="78993"/>
                  </a:lnTo>
                  <a:lnTo>
                    <a:pt x="1329146" y="99467"/>
                  </a:lnTo>
                  <a:lnTo>
                    <a:pt x="1371024" y="122171"/>
                  </a:lnTo>
                  <a:lnTo>
                    <a:pt x="1411727" y="147067"/>
                  </a:lnTo>
                  <a:lnTo>
                    <a:pt x="1451166" y="174118"/>
                  </a:lnTo>
                  <a:lnTo>
                    <a:pt x="1489247" y="203286"/>
                  </a:lnTo>
                  <a:lnTo>
                    <a:pt x="1525882" y="234533"/>
                  </a:lnTo>
                  <a:lnTo>
                    <a:pt x="1560978" y="267821"/>
                  </a:lnTo>
                  <a:lnTo>
                    <a:pt x="1594266" y="302917"/>
                  </a:lnTo>
                  <a:lnTo>
                    <a:pt x="1625513" y="339552"/>
                  </a:lnTo>
                  <a:lnTo>
                    <a:pt x="1654681" y="377633"/>
                  </a:lnTo>
                  <a:lnTo>
                    <a:pt x="1681732" y="417072"/>
                  </a:lnTo>
                  <a:lnTo>
                    <a:pt x="1706628" y="457775"/>
                  </a:lnTo>
                  <a:lnTo>
                    <a:pt x="1729332" y="499653"/>
                  </a:lnTo>
                  <a:lnTo>
                    <a:pt x="1749806" y="542615"/>
                  </a:lnTo>
                  <a:lnTo>
                    <a:pt x="1768012" y="586569"/>
                  </a:lnTo>
                  <a:lnTo>
                    <a:pt x="1783913" y="631425"/>
                  </a:lnTo>
                  <a:lnTo>
                    <a:pt x="1797472" y="677091"/>
                  </a:lnTo>
                  <a:lnTo>
                    <a:pt x="1808649" y="723478"/>
                  </a:lnTo>
                  <a:lnTo>
                    <a:pt x="1817408" y="770492"/>
                  </a:lnTo>
                  <a:lnTo>
                    <a:pt x="1823712" y="818045"/>
                  </a:lnTo>
                  <a:lnTo>
                    <a:pt x="1827521" y="866044"/>
                  </a:lnTo>
                  <a:lnTo>
                    <a:pt x="1828799" y="914399"/>
                  </a:lnTo>
                  <a:lnTo>
                    <a:pt x="1827532" y="962962"/>
                  </a:lnTo>
                  <a:lnTo>
                    <a:pt x="1823772" y="1010865"/>
                  </a:lnTo>
                  <a:lnTo>
                    <a:pt x="1817582" y="1058044"/>
                  </a:lnTo>
                  <a:lnTo>
                    <a:pt x="1809025" y="1104437"/>
                  </a:lnTo>
                  <a:lnTo>
                    <a:pt x="1798166" y="1149980"/>
                  </a:lnTo>
                  <a:lnTo>
                    <a:pt x="1785066" y="1194610"/>
                  </a:lnTo>
                  <a:lnTo>
                    <a:pt x="1769789" y="1238263"/>
                  </a:lnTo>
                  <a:lnTo>
                    <a:pt x="1752399" y="1280878"/>
                  </a:lnTo>
                  <a:lnTo>
                    <a:pt x="1732958" y="1322390"/>
                  </a:lnTo>
                  <a:lnTo>
                    <a:pt x="1711530" y="1362736"/>
                  </a:lnTo>
                  <a:lnTo>
                    <a:pt x="1688178" y="1401853"/>
                  </a:lnTo>
                  <a:lnTo>
                    <a:pt x="1662965" y="1439678"/>
                  </a:lnTo>
                  <a:lnTo>
                    <a:pt x="1635955" y="1476148"/>
                  </a:lnTo>
                  <a:lnTo>
                    <a:pt x="1607210" y="1511199"/>
                  </a:lnTo>
                  <a:lnTo>
                    <a:pt x="1576793" y="1544769"/>
                  </a:lnTo>
                  <a:lnTo>
                    <a:pt x="1544769" y="1576793"/>
                  </a:lnTo>
                  <a:lnTo>
                    <a:pt x="1511199" y="1607210"/>
                  </a:lnTo>
                  <a:lnTo>
                    <a:pt x="1476148" y="1635955"/>
                  </a:lnTo>
                  <a:lnTo>
                    <a:pt x="1439678" y="1662965"/>
                  </a:lnTo>
                  <a:lnTo>
                    <a:pt x="1401853" y="1688178"/>
                  </a:lnTo>
                  <a:lnTo>
                    <a:pt x="1362736" y="1711530"/>
                  </a:lnTo>
                  <a:lnTo>
                    <a:pt x="1322390" y="1732958"/>
                  </a:lnTo>
                  <a:lnTo>
                    <a:pt x="1280878" y="1752399"/>
                  </a:lnTo>
                  <a:lnTo>
                    <a:pt x="1238263" y="1769789"/>
                  </a:lnTo>
                  <a:lnTo>
                    <a:pt x="1194610" y="1785066"/>
                  </a:lnTo>
                  <a:lnTo>
                    <a:pt x="1149980" y="1798166"/>
                  </a:lnTo>
                  <a:lnTo>
                    <a:pt x="1104437" y="1809025"/>
                  </a:lnTo>
                  <a:lnTo>
                    <a:pt x="1058044" y="1817582"/>
                  </a:lnTo>
                  <a:lnTo>
                    <a:pt x="1010865" y="1823772"/>
                  </a:lnTo>
                  <a:lnTo>
                    <a:pt x="962962" y="1827532"/>
                  </a:lnTo>
                  <a:lnTo>
                    <a:pt x="914399" y="18287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12099" y="3760299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399"/>
                  </a:moveTo>
                  <a:lnTo>
                    <a:pt x="1267" y="865837"/>
                  </a:lnTo>
                  <a:lnTo>
                    <a:pt x="5027" y="817934"/>
                  </a:lnTo>
                  <a:lnTo>
                    <a:pt x="11217" y="770755"/>
                  </a:lnTo>
                  <a:lnTo>
                    <a:pt x="19774" y="724362"/>
                  </a:lnTo>
                  <a:lnTo>
                    <a:pt x="30633" y="678819"/>
                  </a:lnTo>
                  <a:lnTo>
                    <a:pt x="43733" y="634189"/>
                  </a:lnTo>
                  <a:lnTo>
                    <a:pt x="59010" y="590536"/>
                  </a:lnTo>
                  <a:lnTo>
                    <a:pt x="76400" y="547921"/>
                  </a:lnTo>
                  <a:lnTo>
                    <a:pt x="95841" y="506409"/>
                  </a:lnTo>
                  <a:lnTo>
                    <a:pt x="117269" y="466063"/>
                  </a:lnTo>
                  <a:lnTo>
                    <a:pt x="140621" y="426946"/>
                  </a:lnTo>
                  <a:lnTo>
                    <a:pt x="165834" y="389121"/>
                  </a:lnTo>
                  <a:lnTo>
                    <a:pt x="192844" y="352651"/>
                  </a:lnTo>
                  <a:lnTo>
                    <a:pt x="221589" y="317600"/>
                  </a:lnTo>
                  <a:lnTo>
                    <a:pt x="252006" y="284030"/>
                  </a:lnTo>
                  <a:lnTo>
                    <a:pt x="284030" y="252006"/>
                  </a:lnTo>
                  <a:lnTo>
                    <a:pt x="317600" y="221589"/>
                  </a:lnTo>
                  <a:lnTo>
                    <a:pt x="352651" y="192844"/>
                  </a:lnTo>
                  <a:lnTo>
                    <a:pt x="389121" y="165834"/>
                  </a:lnTo>
                  <a:lnTo>
                    <a:pt x="426946" y="140621"/>
                  </a:lnTo>
                  <a:lnTo>
                    <a:pt x="466063" y="117269"/>
                  </a:lnTo>
                  <a:lnTo>
                    <a:pt x="506409" y="95841"/>
                  </a:lnTo>
                  <a:lnTo>
                    <a:pt x="547921" y="76400"/>
                  </a:lnTo>
                  <a:lnTo>
                    <a:pt x="590536" y="59010"/>
                  </a:lnTo>
                  <a:lnTo>
                    <a:pt x="634189" y="43733"/>
                  </a:lnTo>
                  <a:lnTo>
                    <a:pt x="678819" y="30633"/>
                  </a:lnTo>
                  <a:lnTo>
                    <a:pt x="724362" y="19774"/>
                  </a:lnTo>
                  <a:lnTo>
                    <a:pt x="770755" y="11217"/>
                  </a:lnTo>
                  <a:lnTo>
                    <a:pt x="817934" y="5027"/>
                  </a:lnTo>
                  <a:lnTo>
                    <a:pt x="865837" y="1267"/>
                  </a:lnTo>
                  <a:lnTo>
                    <a:pt x="914399" y="0"/>
                  </a:lnTo>
                  <a:lnTo>
                    <a:pt x="962755" y="1278"/>
                  </a:lnTo>
                  <a:lnTo>
                    <a:pt x="1010754" y="5087"/>
                  </a:lnTo>
                  <a:lnTo>
                    <a:pt x="1058307" y="11391"/>
                  </a:lnTo>
                  <a:lnTo>
                    <a:pt x="1105321" y="20150"/>
                  </a:lnTo>
                  <a:lnTo>
                    <a:pt x="1151708" y="31327"/>
                  </a:lnTo>
                  <a:lnTo>
                    <a:pt x="1197374" y="44885"/>
                  </a:lnTo>
                  <a:lnTo>
                    <a:pt x="1242230" y="60787"/>
                  </a:lnTo>
                  <a:lnTo>
                    <a:pt x="1286184" y="78993"/>
                  </a:lnTo>
                  <a:lnTo>
                    <a:pt x="1329146" y="99467"/>
                  </a:lnTo>
                  <a:lnTo>
                    <a:pt x="1371024" y="122171"/>
                  </a:lnTo>
                  <a:lnTo>
                    <a:pt x="1411727" y="147067"/>
                  </a:lnTo>
                  <a:lnTo>
                    <a:pt x="1451166" y="174118"/>
                  </a:lnTo>
                  <a:lnTo>
                    <a:pt x="1489247" y="203286"/>
                  </a:lnTo>
                  <a:lnTo>
                    <a:pt x="1525882" y="234533"/>
                  </a:lnTo>
                  <a:lnTo>
                    <a:pt x="1560978" y="267821"/>
                  </a:lnTo>
                  <a:lnTo>
                    <a:pt x="1594266" y="302917"/>
                  </a:lnTo>
                  <a:lnTo>
                    <a:pt x="1625513" y="339552"/>
                  </a:lnTo>
                  <a:lnTo>
                    <a:pt x="1654681" y="377633"/>
                  </a:lnTo>
                  <a:lnTo>
                    <a:pt x="1681732" y="417072"/>
                  </a:lnTo>
                  <a:lnTo>
                    <a:pt x="1706628" y="457775"/>
                  </a:lnTo>
                  <a:lnTo>
                    <a:pt x="1729332" y="499653"/>
                  </a:lnTo>
                  <a:lnTo>
                    <a:pt x="1749806" y="542615"/>
                  </a:lnTo>
                  <a:lnTo>
                    <a:pt x="1768012" y="586569"/>
                  </a:lnTo>
                  <a:lnTo>
                    <a:pt x="1783914" y="631425"/>
                  </a:lnTo>
                  <a:lnTo>
                    <a:pt x="1797472" y="677091"/>
                  </a:lnTo>
                  <a:lnTo>
                    <a:pt x="1808649" y="723478"/>
                  </a:lnTo>
                  <a:lnTo>
                    <a:pt x="1817408" y="770492"/>
                  </a:lnTo>
                  <a:lnTo>
                    <a:pt x="1823712" y="818045"/>
                  </a:lnTo>
                  <a:lnTo>
                    <a:pt x="1827521" y="866044"/>
                  </a:lnTo>
                  <a:lnTo>
                    <a:pt x="1828799" y="914399"/>
                  </a:lnTo>
                  <a:lnTo>
                    <a:pt x="1827532" y="962962"/>
                  </a:lnTo>
                  <a:lnTo>
                    <a:pt x="1823772" y="1010865"/>
                  </a:lnTo>
                  <a:lnTo>
                    <a:pt x="1817582" y="1058044"/>
                  </a:lnTo>
                  <a:lnTo>
                    <a:pt x="1809025" y="1104437"/>
                  </a:lnTo>
                  <a:lnTo>
                    <a:pt x="1798166" y="1149980"/>
                  </a:lnTo>
                  <a:lnTo>
                    <a:pt x="1785066" y="1194610"/>
                  </a:lnTo>
                  <a:lnTo>
                    <a:pt x="1769789" y="1238263"/>
                  </a:lnTo>
                  <a:lnTo>
                    <a:pt x="1752399" y="1280878"/>
                  </a:lnTo>
                  <a:lnTo>
                    <a:pt x="1732958" y="1322390"/>
                  </a:lnTo>
                  <a:lnTo>
                    <a:pt x="1711530" y="1362736"/>
                  </a:lnTo>
                  <a:lnTo>
                    <a:pt x="1688178" y="1401853"/>
                  </a:lnTo>
                  <a:lnTo>
                    <a:pt x="1662965" y="1439678"/>
                  </a:lnTo>
                  <a:lnTo>
                    <a:pt x="1635955" y="1476148"/>
                  </a:lnTo>
                  <a:lnTo>
                    <a:pt x="1607210" y="1511199"/>
                  </a:lnTo>
                  <a:lnTo>
                    <a:pt x="1576793" y="1544769"/>
                  </a:lnTo>
                  <a:lnTo>
                    <a:pt x="1544769" y="1576793"/>
                  </a:lnTo>
                  <a:lnTo>
                    <a:pt x="1511199" y="1607210"/>
                  </a:lnTo>
                  <a:lnTo>
                    <a:pt x="1476148" y="1635955"/>
                  </a:lnTo>
                  <a:lnTo>
                    <a:pt x="1439678" y="1662965"/>
                  </a:lnTo>
                  <a:lnTo>
                    <a:pt x="1401853" y="1688178"/>
                  </a:lnTo>
                  <a:lnTo>
                    <a:pt x="1362736" y="1711530"/>
                  </a:lnTo>
                  <a:lnTo>
                    <a:pt x="1322390" y="1732958"/>
                  </a:lnTo>
                  <a:lnTo>
                    <a:pt x="1280878" y="1752399"/>
                  </a:lnTo>
                  <a:lnTo>
                    <a:pt x="1238263" y="1769789"/>
                  </a:lnTo>
                  <a:lnTo>
                    <a:pt x="1194610" y="1785066"/>
                  </a:lnTo>
                  <a:lnTo>
                    <a:pt x="1149980" y="1798166"/>
                  </a:lnTo>
                  <a:lnTo>
                    <a:pt x="1104437" y="1809025"/>
                  </a:lnTo>
                  <a:lnTo>
                    <a:pt x="1058044" y="1817582"/>
                  </a:lnTo>
                  <a:lnTo>
                    <a:pt x="1010865" y="1823772"/>
                  </a:lnTo>
                  <a:lnTo>
                    <a:pt x="962962" y="1827532"/>
                  </a:lnTo>
                  <a:lnTo>
                    <a:pt x="914399" y="1828799"/>
                  </a:lnTo>
                  <a:lnTo>
                    <a:pt x="865837" y="1827532"/>
                  </a:lnTo>
                  <a:lnTo>
                    <a:pt x="817934" y="1823772"/>
                  </a:lnTo>
                  <a:lnTo>
                    <a:pt x="770755" y="1817582"/>
                  </a:lnTo>
                  <a:lnTo>
                    <a:pt x="724362" y="1809025"/>
                  </a:lnTo>
                  <a:lnTo>
                    <a:pt x="678819" y="1798166"/>
                  </a:lnTo>
                  <a:lnTo>
                    <a:pt x="634189" y="1785066"/>
                  </a:lnTo>
                  <a:lnTo>
                    <a:pt x="590536" y="1769789"/>
                  </a:lnTo>
                  <a:lnTo>
                    <a:pt x="547921" y="1752399"/>
                  </a:lnTo>
                  <a:lnTo>
                    <a:pt x="506409" y="1732958"/>
                  </a:lnTo>
                  <a:lnTo>
                    <a:pt x="466063" y="1711530"/>
                  </a:lnTo>
                  <a:lnTo>
                    <a:pt x="426946" y="1688178"/>
                  </a:lnTo>
                  <a:lnTo>
                    <a:pt x="389121" y="1662965"/>
                  </a:lnTo>
                  <a:lnTo>
                    <a:pt x="352651" y="1635955"/>
                  </a:lnTo>
                  <a:lnTo>
                    <a:pt x="317600" y="1607210"/>
                  </a:lnTo>
                  <a:lnTo>
                    <a:pt x="284030" y="1576793"/>
                  </a:lnTo>
                  <a:lnTo>
                    <a:pt x="252006" y="1544769"/>
                  </a:lnTo>
                  <a:lnTo>
                    <a:pt x="221589" y="1511199"/>
                  </a:lnTo>
                  <a:lnTo>
                    <a:pt x="192844" y="1476148"/>
                  </a:lnTo>
                  <a:lnTo>
                    <a:pt x="165834" y="1439678"/>
                  </a:lnTo>
                  <a:lnTo>
                    <a:pt x="140621" y="1401853"/>
                  </a:lnTo>
                  <a:lnTo>
                    <a:pt x="117269" y="1362736"/>
                  </a:lnTo>
                  <a:lnTo>
                    <a:pt x="95841" y="1322390"/>
                  </a:lnTo>
                  <a:lnTo>
                    <a:pt x="76400" y="1280878"/>
                  </a:lnTo>
                  <a:lnTo>
                    <a:pt x="59010" y="1238263"/>
                  </a:lnTo>
                  <a:lnTo>
                    <a:pt x="43733" y="1194610"/>
                  </a:lnTo>
                  <a:lnTo>
                    <a:pt x="30633" y="1149980"/>
                  </a:lnTo>
                  <a:lnTo>
                    <a:pt x="19774" y="1104437"/>
                  </a:lnTo>
                  <a:lnTo>
                    <a:pt x="11217" y="1058044"/>
                  </a:lnTo>
                  <a:lnTo>
                    <a:pt x="5027" y="1010865"/>
                  </a:lnTo>
                  <a:lnTo>
                    <a:pt x="1267" y="962962"/>
                  </a:lnTo>
                  <a:lnTo>
                    <a:pt x="0" y="9143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917679" y="4317449"/>
            <a:ext cx="817880" cy="694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6830" marR="5080" indent="-24765">
              <a:lnSpc>
                <a:spcPts val="2630"/>
              </a:lnSpc>
              <a:spcBef>
                <a:spcPts val="195"/>
              </a:spcBef>
            </a:pPr>
            <a:r>
              <a:rPr sz="2200" spc="70" dirty="0">
                <a:latin typeface="Tahoma"/>
                <a:cs typeface="Tahoma"/>
              </a:rPr>
              <a:t>BE</a:t>
            </a:r>
            <a:r>
              <a:rPr sz="2200" spc="15" dirty="0">
                <a:latin typeface="Tahoma"/>
                <a:cs typeface="Tahoma"/>
              </a:rPr>
              <a:t>R</a:t>
            </a:r>
            <a:r>
              <a:rPr sz="2200" spc="-120" dirty="0">
                <a:latin typeface="Tahoma"/>
                <a:cs typeface="Tahoma"/>
              </a:rPr>
              <a:t>T*  </a:t>
            </a:r>
            <a:r>
              <a:rPr sz="2200" spc="135" dirty="0">
                <a:latin typeface="Tahoma"/>
                <a:cs typeface="Tahoma"/>
              </a:rPr>
              <a:t>110M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18987" y="0"/>
            <a:ext cx="12569190" cy="10296525"/>
            <a:chOff x="5718987" y="0"/>
            <a:chExt cx="12569190" cy="10296525"/>
          </a:xfrm>
        </p:grpSpPr>
        <p:sp>
          <p:nvSpPr>
            <p:cNvPr id="7" name="object 7"/>
            <p:cNvSpPr/>
            <p:nvPr/>
          </p:nvSpPr>
          <p:spPr>
            <a:xfrm>
              <a:off x="5723749" y="0"/>
              <a:ext cx="12564745" cy="10287000"/>
            </a:xfrm>
            <a:custGeom>
              <a:avLst/>
              <a:gdLst/>
              <a:ahLst/>
              <a:cxnLst/>
              <a:rect l="l" t="t" r="r" b="b"/>
              <a:pathLst>
                <a:path w="12564744" h="10287000">
                  <a:moveTo>
                    <a:pt x="12564249" y="10286999"/>
                  </a:moveTo>
                  <a:lnTo>
                    <a:pt x="877382" y="10286999"/>
                  </a:lnTo>
                  <a:lnTo>
                    <a:pt x="843697" y="10181651"/>
                  </a:lnTo>
                  <a:lnTo>
                    <a:pt x="800950" y="10044215"/>
                  </a:lnTo>
                  <a:lnTo>
                    <a:pt x="759257" y="9906318"/>
                  </a:lnTo>
                  <a:lnTo>
                    <a:pt x="718623" y="9767964"/>
                  </a:lnTo>
                  <a:lnTo>
                    <a:pt x="679052" y="9629159"/>
                  </a:lnTo>
                  <a:lnTo>
                    <a:pt x="640549" y="9489907"/>
                  </a:lnTo>
                  <a:lnTo>
                    <a:pt x="603120" y="9350213"/>
                  </a:lnTo>
                  <a:lnTo>
                    <a:pt x="566767" y="9210082"/>
                  </a:lnTo>
                  <a:lnTo>
                    <a:pt x="531498" y="9069517"/>
                  </a:lnTo>
                  <a:lnTo>
                    <a:pt x="497315" y="8928525"/>
                  </a:lnTo>
                  <a:lnTo>
                    <a:pt x="464223" y="8787109"/>
                  </a:lnTo>
                  <a:lnTo>
                    <a:pt x="432228" y="8645275"/>
                  </a:lnTo>
                  <a:lnTo>
                    <a:pt x="401335" y="8503027"/>
                  </a:lnTo>
                  <a:lnTo>
                    <a:pt x="371547" y="8360369"/>
                  </a:lnTo>
                  <a:lnTo>
                    <a:pt x="342869" y="8217307"/>
                  </a:lnTo>
                  <a:lnTo>
                    <a:pt x="315307" y="8073845"/>
                  </a:lnTo>
                  <a:lnTo>
                    <a:pt x="288865" y="7929988"/>
                  </a:lnTo>
                  <a:lnTo>
                    <a:pt x="263547" y="7785741"/>
                  </a:lnTo>
                  <a:lnTo>
                    <a:pt x="239359" y="7641108"/>
                  </a:lnTo>
                  <a:lnTo>
                    <a:pt x="216304" y="7496094"/>
                  </a:lnTo>
                  <a:lnTo>
                    <a:pt x="194389" y="7350704"/>
                  </a:lnTo>
                  <a:lnTo>
                    <a:pt x="173617" y="7204942"/>
                  </a:lnTo>
                  <a:lnTo>
                    <a:pt x="153993" y="7058813"/>
                  </a:lnTo>
                  <a:lnTo>
                    <a:pt x="135521" y="6912322"/>
                  </a:lnTo>
                  <a:lnTo>
                    <a:pt x="118208" y="6765474"/>
                  </a:lnTo>
                  <a:lnTo>
                    <a:pt x="102057" y="6618273"/>
                  </a:lnTo>
                  <a:lnTo>
                    <a:pt x="87072" y="6470723"/>
                  </a:lnTo>
                  <a:lnTo>
                    <a:pt x="73260" y="6322831"/>
                  </a:lnTo>
                  <a:lnTo>
                    <a:pt x="60624" y="6174600"/>
                  </a:lnTo>
                  <a:lnTo>
                    <a:pt x="49169" y="6026035"/>
                  </a:lnTo>
                  <a:lnTo>
                    <a:pt x="38899" y="5877140"/>
                  </a:lnTo>
                  <a:lnTo>
                    <a:pt x="29821" y="5727922"/>
                  </a:lnTo>
                  <a:lnTo>
                    <a:pt x="21937" y="5578383"/>
                  </a:lnTo>
                  <a:lnTo>
                    <a:pt x="15254" y="5428530"/>
                  </a:lnTo>
                  <a:lnTo>
                    <a:pt x="9775" y="5278365"/>
                  </a:lnTo>
                  <a:lnTo>
                    <a:pt x="5505" y="5127896"/>
                  </a:lnTo>
                  <a:lnTo>
                    <a:pt x="2450" y="4977125"/>
                  </a:lnTo>
                  <a:lnTo>
                    <a:pt x="613" y="4826058"/>
                  </a:lnTo>
                  <a:lnTo>
                    <a:pt x="0" y="4674700"/>
                  </a:lnTo>
                  <a:lnTo>
                    <a:pt x="613" y="4523341"/>
                  </a:lnTo>
                  <a:lnTo>
                    <a:pt x="2450" y="4372274"/>
                  </a:lnTo>
                  <a:lnTo>
                    <a:pt x="5505" y="4221503"/>
                  </a:lnTo>
                  <a:lnTo>
                    <a:pt x="9775" y="4071034"/>
                  </a:lnTo>
                  <a:lnTo>
                    <a:pt x="15254" y="3920870"/>
                  </a:lnTo>
                  <a:lnTo>
                    <a:pt x="21937" y="3771016"/>
                  </a:lnTo>
                  <a:lnTo>
                    <a:pt x="29821" y="3621477"/>
                  </a:lnTo>
                  <a:lnTo>
                    <a:pt x="38899" y="3472259"/>
                  </a:lnTo>
                  <a:lnTo>
                    <a:pt x="49169" y="3323364"/>
                  </a:lnTo>
                  <a:lnTo>
                    <a:pt x="60624" y="3174799"/>
                  </a:lnTo>
                  <a:lnTo>
                    <a:pt x="73260" y="3026568"/>
                  </a:lnTo>
                  <a:lnTo>
                    <a:pt x="87072" y="2878676"/>
                  </a:lnTo>
                  <a:lnTo>
                    <a:pt x="102057" y="2731126"/>
                  </a:lnTo>
                  <a:lnTo>
                    <a:pt x="118208" y="2583925"/>
                  </a:lnTo>
                  <a:lnTo>
                    <a:pt x="135521" y="2437077"/>
                  </a:lnTo>
                  <a:lnTo>
                    <a:pt x="153993" y="2290586"/>
                  </a:lnTo>
                  <a:lnTo>
                    <a:pt x="173617" y="2144457"/>
                  </a:lnTo>
                  <a:lnTo>
                    <a:pt x="194389" y="1998695"/>
                  </a:lnTo>
                  <a:lnTo>
                    <a:pt x="216304" y="1853305"/>
                  </a:lnTo>
                  <a:lnTo>
                    <a:pt x="239359" y="1708291"/>
                  </a:lnTo>
                  <a:lnTo>
                    <a:pt x="263547" y="1563658"/>
                  </a:lnTo>
                  <a:lnTo>
                    <a:pt x="288865" y="1419411"/>
                  </a:lnTo>
                  <a:lnTo>
                    <a:pt x="315307" y="1275554"/>
                  </a:lnTo>
                  <a:lnTo>
                    <a:pt x="342869" y="1132092"/>
                  </a:lnTo>
                  <a:lnTo>
                    <a:pt x="371547" y="989030"/>
                  </a:lnTo>
                  <a:lnTo>
                    <a:pt x="401335" y="846372"/>
                  </a:lnTo>
                  <a:lnTo>
                    <a:pt x="432228" y="704124"/>
                  </a:lnTo>
                  <a:lnTo>
                    <a:pt x="464223" y="562290"/>
                  </a:lnTo>
                  <a:lnTo>
                    <a:pt x="497315" y="420874"/>
                  </a:lnTo>
                  <a:lnTo>
                    <a:pt x="531498" y="279881"/>
                  </a:lnTo>
                  <a:lnTo>
                    <a:pt x="566767" y="139317"/>
                  </a:lnTo>
                  <a:lnTo>
                    <a:pt x="602908" y="0"/>
                  </a:lnTo>
                  <a:lnTo>
                    <a:pt x="12564249" y="0"/>
                  </a:lnTo>
                  <a:lnTo>
                    <a:pt x="12564249" y="10286999"/>
                  </a:lnTo>
                  <a:close/>
                </a:path>
              </a:pathLst>
            </a:custGeom>
            <a:solidFill>
              <a:srgbClr val="D1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3749" y="0"/>
              <a:ext cx="877569" cy="10287000"/>
            </a:xfrm>
            <a:custGeom>
              <a:avLst/>
              <a:gdLst/>
              <a:ahLst/>
              <a:cxnLst/>
              <a:rect l="l" t="t" r="r" b="b"/>
              <a:pathLst>
                <a:path w="877570" h="10287000">
                  <a:moveTo>
                    <a:pt x="0" y="4674700"/>
                  </a:moveTo>
                  <a:lnTo>
                    <a:pt x="613" y="4523341"/>
                  </a:lnTo>
                  <a:lnTo>
                    <a:pt x="2450" y="4372274"/>
                  </a:lnTo>
                  <a:lnTo>
                    <a:pt x="5505" y="4221503"/>
                  </a:lnTo>
                  <a:lnTo>
                    <a:pt x="9775" y="4071034"/>
                  </a:lnTo>
                  <a:lnTo>
                    <a:pt x="15254" y="3920870"/>
                  </a:lnTo>
                  <a:lnTo>
                    <a:pt x="21937" y="3771016"/>
                  </a:lnTo>
                  <a:lnTo>
                    <a:pt x="29821" y="3621477"/>
                  </a:lnTo>
                  <a:lnTo>
                    <a:pt x="38899" y="3472259"/>
                  </a:lnTo>
                  <a:lnTo>
                    <a:pt x="49169" y="3323364"/>
                  </a:lnTo>
                  <a:lnTo>
                    <a:pt x="60624" y="3174799"/>
                  </a:lnTo>
                  <a:lnTo>
                    <a:pt x="73260" y="3026568"/>
                  </a:lnTo>
                  <a:lnTo>
                    <a:pt x="87072" y="2878676"/>
                  </a:lnTo>
                  <a:lnTo>
                    <a:pt x="102057" y="2731126"/>
                  </a:lnTo>
                  <a:lnTo>
                    <a:pt x="118208" y="2583925"/>
                  </a:lnTo>
                  <a:lnTo>
                    <a:pt x="135521" y="2437077"/>
                  </a:lnTo>
                  <a:lnTo>
                    <a:pt x="153993" y="2290586"/>
                  </a:lnTo>
                  <a:lnTo>
                    <a:pt x="173617" y="2144457"/>
                  </a:lnTo>
                  <a:lnTo>
                    <a:pt x="194389" y="1998695"/>
                  </a:lnTo>
                  <a:lnTo>
                    <a:pt x="216304" y="1853305"/>
                  </a:lnTo>
                  <a:lnTo>
                    <a:pt x="239359" y="1708291"/>
                  </a:lnTo>
                  <a:lnTo>
                    <a:pt x="263547" y="1563658"/>
                  </a:lnTo>
                  <a:lnTo>
                    <a:pt x="288865" y="1419411"/>
                  </a:lnTo>
                  <a:lnTo>
                    <a:pt x="315307" y="1275554"/>
                  </a:lnTo>
                  <a:lnTo>
                    <a:pt x="342869" y="1132092"/>
                  </a:lnTo>
                  <a:lnTo>
                    <a:pt x="371547" y="989030"/>
                  </a:lnTo>
                  <a:lnTo>
                    <a:pt x="401335" y="846372"/>
                  </a:lnTo>
                  <a:lnTo>
                    <a:pt x="432228" y="704124"/>
                  </a:lnTo>
                  <a:lnTo>
                    <a:pt x="464223" y="562290"/>
                  </a:lnTo>
                  <a:lnTo>
                    <a:pt x="497315" y="420874"/>
                  </a:lnTo>
                  <a:lnTo>
                    <a:pt x="531498" y="279881"/>
                  </a:lnTo>
                  <a:lnTo>
                    <a:pt x="566767" y="139317"/>
                  </a:lnTo>
                  <a:lnTo>
                    <a:pt x="602908" y="0"/>
                  </a:lnTo>
                </a:path>
                <a:path w="877570" h="10287000">
                  <a:moveTo>
                    <a:pt x="877382" y="10286999"/>
                  </a:moveTo>
                  <a:lnTo>
                    <a:pt x="843697" y="10181651"/>
                  </a:lnTo>
                  <a:lnTo>
                    <a:pt x="800950" y="10044215"/>
                  </a:lnTo>
                  <a:lnTo>
                    <a:pt x="759257" y="9906318"/>
                  </a:lnTo>
                  <a:lnTo>
                    <a:pt x="718623" y="9767964"/>
                  </a:lnTo>
                  <a:lnTo>
                    <a:pt x="679052" y="9629159"/>
                  </a:lnTo>
                  <a:lnTo>
                    <a:pt x="640549" y="9489907"/>
                  </a:lnTo>
                  <a:lnTo>
                    <a:pt x="603120" y="9350213"/>
                  </a:lnTo>
                  <a:lnTo>
                    <a:pt x="566767" y="9210082"/>
                  </a:lnTo>
                  <a:lnTo>
                    <a:pt x="531498" y="9069517"/>
                  </a:lnTo>
                  <a:lnTo>
                    <a:pt x="497315" y="8928525"/>
                  </a:lnTo>
                  <a:lnTo>
                    <a:pt x="464223" y="8787109"/>
                  </a:lnTo>
                  <a:lnTo>
                    <a:pt x="432228" y="8645275"/>
                  </a:lnTo>
                  <a:lnTo>
                    <a:pt x="401335" y="8503027"/>
                  </a:lnTo>
                  <a:lnTo>
                    <a:pt x="371547" y="8360369"/>
                  </a:lnTo>
                  <a:lnTo>
                    <a:pt x="342869" y="8217307"/>
                  </a:lnTo>
                  <a:lnTo>
                    <a:pt x="315307" y="8073845"/>
                  </a:lnTo>
                  <a:lnTo>
                    <a:pt x="288865" y="7929988"/>
                  </a:lnTo>
                  <a:lnTo>
                    <a:pt x="263547" y="7785741"/>
                  </a:lnTo>
                  <a:lnTo>
                    <a:pt x="239359" y="7641108"/>
                  </a:lnTo>
                  <a:lnTo>
                    <a:pt x="216304" y="7496094"/>
                  </a:lnTo>
                  <a:lnTo>
                    <a:pt x="194389" y="7350704"/>
                  </a:lnTo>
                  <a:lnTo>
                    <a:pt x="173617" y="7204942"/>
                  </a:lnTo>
                  <a:lnTo>
                    <a:pt x="153993" y="7058813"/>
                  </a:lnTo>
                  <a:lnTo>
                    <a:pt x="135521" y="6912322"/>
                  </a:lnTo>
                  <a:lnTo>
                    <a:pt x="118208" y="6765474"/>
                  </a:lnTo>
                  <a:lnTo>
                    <a:pt x="102057" y="6618273"/>
                  </a:lnTo>
                  <a:lnTo>
                    <a:pt x="87072" y="6470723"/>
                  </a:lnTo>
                  <a:lnTo>
                    <a:pt x="73260" y="6322831"/>
                  </a:lnTo>
                  <a:lnTo>
                    <a:pt x="60624" y="6174600"/>
                  </a:lnTo>
                  <a:lnTo>
                    <a:pt x="49169" y="6026035"/>
                  </a:lnTo>
                  <a:lnTo>
                    <a:pt x="38899" y="5877140"/>
                  </a:lnTo>
                  <a:lnTo>
                    <a:pt x="29821" y="5727922"/>
                  </a:lnTo>
                  <a:lnTo>
                    <a:pt x="21937" y="5578383"/>
                  </a:lnTo>
                  <a:lnTo>
                    <a:pt x="15254" y="5428530"/>
                  </a:lnTo>
                  <a:lnTo>
                    <a:pt x="9775" y="5278365"/>
                  </a:lnTo>
                  <a:lnTo>
                    <a:pt x="5505" y="5127896"/>
                  </a:lnTo>
                  <a:lnTo>
                    <a:pt x="2450" y="4977125"/>
                  </a:lnTo>
                  <a:lnTo>
                    <a:pt x="613" y="4826058"/>
                  </a:lnTo>
                  <a:lnTo>
                    <a:pt x="0" y="467470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8275" y="8671799"/>
            <a:ext cx="13436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 dirty="0">
                <a:latin typeface="Tahoma"/>
                <a:cs typeface="Tahoma"/>
              </a:rPr>
              <a:t>*Bert-base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6924" y="322726"/>
            <a:ext cx="111410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70" dirty="0"/>
              <a:t> </a:t>
            </a:r>
            <a:r>
              <a:rPr spc="10" dirty="0"/>
              <a:t>signiﬁcance</a:t>
            </a:r>
            <a:r>
              <a:rPr spc="-670" dirty="0"/>
              <a:t> </a:t>
            </a:r>
            <a:r>
              <a:rPr spc="85" dirty="0"/>
              <a:t>of</a:t>
            </a:r>
            <a:r>
              <a:rPr spc="-670" dirty="0"/>
              <a:t> </a:t>
            </a:r>
            <a:r>
              <a:rPr spc="-95" dirty="0"/>
              <a:t>scale:</a:t>
            </a:r>
            <a:r>
              <a:rPr spc="-670" dirty="0"/>
              <a:t> </a:t>
            </a:r>
            <a:r>
              <a:rPr spc="45" dirty="0"/>
              <a:t>task</a:t>
            </a:r>
            <a:r>
              <a:rPr spc="-670" dirty="0"/>
              <a:t> </a:t>
            </a:r>
            <a:r>
              <a:rPr spc="95" dirty="0"/>
              <a:t>ability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11231" y="7437551"/>
            <a:ext cx="13188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 marR="5080" indent="-222250">
              <a:lnSpc>
                <a:spcPct val="100000"/>
              </a:lnSpc>
              <a:spcBef>
                <a:spcPts val="100"/>
              </a:spcBef>
            </a:pPr>
            <a:r>
              <a:rPr sz="2800" spc="160" dirty="0">
                <a:latin typeface="Tahoma"/>
                <a:cs typeface="Tahoma"/>
              </a:rPr>
              <a:t>B</a:t>
            </a:r>
            <a:r>
              <a:rPr sz="2800" spc="-70" dirty="0">
                <a:latin typeface="Tahoma"/>
                <a:cs typeface="Tahoma"/>
              </a:rPr>
              <a:t>L</a:t>
            </a:r>
            <a:r>
              <a:rPr sz="2800" spc="235" dirty="0">
                <a:latin typeface="Tahoma"/>
                <a:cs typeface="Tahoma"/>
              </a:rPr>
              <a:t>OOM  </a:t>
            </a:r>
            <a:r>
              <a:rPr sz="2800" spc="110" dirty="0">
                <a:latin typeface="Tahoma"/>
                <a:cs typeface="Tahoma"/>
              </a:rPr>
              <a:t>176B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45399" y="7817118"/>
            <a:ext cx="913765" cy="164465"/>
            <a:chOff x="5445399" y="7817118"/>
            <a:chExt cx="913765" cy="164465"/>
          </a:xfrm>
        </p:grpSpPr>
        <p:sp>
          <p:nvSpPr>
            <p:cNvPr id="13" name="object 13"/>
            <p:cNvSpPr/>
            <p:nvPr/>
          </p:nvSpPr>
          <p:spPr>
            <a:xfrm>
              <a:off x="5445399" y="7899100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60">
                  <a:moveTo>
                    <a:pt x="0" y="0"/>
                  </a:moveTo>
                  <a:lnTo>
                    <a:pt x="721199" y="0"/>
                  </a:lnTo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7549" y="7817118"/>
              <a:ext cx="211001" cy="1639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7751" y="3996944"/>
            <a:ext cx="1001458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 marR="5080" indent="-29845">
              <a:lnSpc>
                <a:spcPct val="100000"/>
              </a:lnSpc>
              <a:spcBef>
                <a:spcPts val="100"/>
              </a:spcBef>
            </a:pPr>
            <a:r>
              <a:rPr sz="7200" spc="105" dirty="0"/>
              <a:t>Gene</a:t>
            </a:r>
            <a:r>
              <a:rPr sz="7200" spc="175" dirty="0"/>
              <a:t>r</a:t>
            </a:r>
            <a:r>
              <a:rPr sz="7200" spc="100" dirty="0"/>
              <a:t>ati</a:t>
            </a:r>
            <a:r>
              <a:rPr sz="7200" spc="45" dirty="0"/>
              <a:t>v</a:t>
            </a:r>
            <a:r>
              <a:rPr sz="7200" spc="-20" dirty="0"/>
              <a:t>e</a:t>
            </a:r>
            <a:r>
              <a:rPr sz="7200" spc="-865" dirty="0"/>
              <a:t> </a:t>
            </a:r>
            <a:r>
              <a:rPr sz="7200" spc="10" dirty="0"/>
              <a:t>conﬁgu</a:t>
            </a:r>
            <a:r>
              <a:rPr sz="7200" spc="175" dirty="0"/>
              <a:t>r</a:t>
            </a:r>
            <a:r>
              <a:rPr sz="7200" spc="75" dirty="0"/>
              <a:t>ation  </a:t>
            </a:r>
            <a:r>
              <a:rPr sz="7200" spc="-70" dirty="0"/>
              <a:t>pa</a:t>
            </a:r>
            <a:r>
              <a:rPr sz="7200" spc="165" dirty="0"/>
              <a:t>r</a:t>
            </a:r>
            <a:r>
              <a:rPr sz="7200" spc="25" dirty="0"/>
              <a:t>ameters</a:t>
            </a:r>
            <a:r>
              <a:rPr sz="7200" spc="-865" dirty="0"/>
              <a:t> </a:t>
            </a:r>
            <a:r>
              <a:rPr sz="7200" spc="175" dirty="0"/>
              <a:t>for</a:t>
            </a:r>
            <a:r>
              <a:rPr sz="7200" spc="-865" dirty="0"/>
              <a:t> </a:t>
            </a:r>
            <a:r>
              <a:rPr sz="7200" spc="65" dirty="0"/>
              <a:t>inference</a:t>
            </a:r>
            <a:endParaRPr sz="7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93987" y="2147487"/>
            <a:ext cx="8411845" cy="6164580"/>
            <a:chOff x="3493987" y="2147487"/>
            <a:chExt cx="8411845" cy="6164580"/>
          </a:xfrm>
        </p:grpSpPr>
        <p:sp>
          <p:nvSpPr>
            <p:cNvPr id="3" name="object 3"/>
            <p:cNvSpPr/>
            <p:nvPr/>
          </p:nvSpPr>
          <p:spPr>
            <a:xfrm>
              <a:off x="3498750" y="2152250"/>
              <a:ext cx="8402320" cy="6155055"/>
            </a:xfrm>
            <a:custGeom>
              <a:avLst/>
              <a:gdLst/>
              <a:ahLst/>
              <a:cxnLst/>
              <a:rect l="l" t="t" r="r" b="b"/>
              <a:pathLst>
                <a:path w="8402320" h="6155055">
                  <a:moveTo>
                    <a:pt x="0" y="119464"/>
                  </a:moveTo>
                  <a:lnTo>
                    <a:pt x="9388" y="72963"/>
                  </a:lnTo>
                  <a:lnTo>
                    <a:pt x="34990" y="34990"/>
                  </a:lnTo>
                  <a:lnTo>
                    <a:pt x="72963" y="9388"/>
                  </a:lnTo>
                  <a:lnTo>
                    <a:pt x="119464" y="0"/>
                  </a:lnTo>
                  <a:lnTo>
                    <a:pt x="8282334" y="0"/>
                  </a:lnTo>
                  <a:lnTo>
                    <a:pt x="8328052" y="9093"/>
                  </a:lnTo>
                  <a:lnTo>
                    <a:pt x="8366809" y="34990"/>
                  </a:lnTo>
                  <a:lnTo>
                    <a:pt x="8392706" y="73747"/>
                  </a:lnTo>
                  <a:lnTo>
                    <a:pt x="8401799" y="119464"/>
                  </a:lnTo>
                  <a:lnTo>
                    <a:pt x="8401799" y="6035334"/>
                  </a:lnTo>
                  <a:lnTo>
                    <a:pt x="8392411" y="6081836"/>
                  </a:lnTo>
                  <a:lnTo>
                    <a:pt x="8366809" y="6119809"/>
                  </a:lnTo>
                  <a:lnTo>
                    <a:pt x="8328836" y="6145411"/>
                  </a:lnTo>
                  <a:lnTo>
                    <a:pt x="8282334" y="6154799"/>
                  </a:lnTo>
                  <a:lnTo>
                    <a:pt x="119464" y="6154799"/>
                  </a:lnTo>
                  <a:lnTo>
                    <a:pt x="72963" y="6145411"/>
                  </a:lnTo>
                  <a:lnTo>
                    <a:pt x="34990" y="6119809"/>
                  </a:lnTo>
                  <a:lnTo>
                    <a:pt x="9388" y="6081836"/>
                  </a:lnTo>
                  <a:lnTo>
                    <a:pt x="0" y="6035334"/>
                  </a:lnTo>
                  <a:lnTo>
                    <a:pt x="0" y="1194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3697216" y="5909400"/>
                  </a:move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0" y="73183"/>
                  </a:move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49783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Generative</a:t>
            </a:r>
            <a:r>
              <a:rPr spc="-665" dirty="0"/>
              <a:t> </a:t>
            </a:r>
            <a:r>
              <a:rPr spc="40" dirty="0"/>
              <a:t>conﬁguration</a:t>
            </a:r>
            <a:r>
              <a:rPr spc="-665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50" dirty="0"/>
              <a:t>inference</a:t>
            </a:r>
            <a:r>
              <a:rPr spc="-665" dirty="0"/>
              <a:t> </a:t>
            </a:r>
            <a:r>
              <a:rPr spc="15" dirty="0"/>
              <a:t>parameters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652600" y="3943050"/>
            <a:ext cx="9042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25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25837" y="2257230"/>
            <a:ext cx="7936230" cy="5919470"/>
            <a:chOff x="3625837" y="2257230"/>
            <a:chExt cx="7936230" cy="5919470"/>
          </a:xfrm>
        </p:grpSpPr>
        <p:sp>
          <p:nvSpPr>
            <p:cNvPr id="13" name="object 13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47099" y="553310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47099" y="553310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4134951" y="5909400"/>
                  </a:move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0" y="81847"/>
                  </a:move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665449" y="4958800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22847" y="2442048"/>
            <a:ext cx="346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Enter</a:t>
            </a:r>
            <a:r>
              <a:rPr sz="2400" spc="-4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57575"/>
                </a:solidFill>
                <a:latin typeface="Arial MT"/>
                <a:cs typeface="Arial MT"/>
              </a:rPr>
              <a:t>your</a:t>
            </a:r>
            <a:r>
              <a:rPr sz="2400" spc="-3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prompt</a:t>
            </a:r>
            <a:r>
              <a:rPr sz="2400" spc="-3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here…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108350" y="2304650"/>
            <a:ext cx="830580" cy="6002655"/>
          </a:xfrm>
          <a:custGeom>
            <a:avLst/>
            <a:gdLst/>
            <a:ahLst/>
            <a:cxnLst/>
            <a:rect l="l" t="t" r="r" b="b"/>
            <a:pathLst>
              <a:path w="830579" h="6002655">
                <a:moveTo>
                  <a:pt x="0" y="0"/>
                </a:moveTo>
                <a:lnTo>
                  <a:pt x="46849" y="2650"/>
                </a:lnTo>
                <a:lnTo>
                  <a:pt x="92740" y="10488"/>
                </a:lnTo>
                <a:lnTo>
                  <a:pt x="137266" y="23346"/>
                </a:lnTo>
                <a:lnTo>
                  <a:pt x="180020" y="41055"/>
                </a:lnTo>
                <a:lnTo>
                  <a:pt x="220596" y="63448"/>
                </a:lnTo>
                <a:lnTo>
                  <a:pt x="258589" y="90355"/>
                </a:lnTo>
                <a:lnTo>
                  <a:pt x="293590" y="121609"/>
                </a:lnTo>
                <a:lnTo>
                  <a:pt x="324844" y="156610"/>
                </a:lnTo>
                <a:lnTo>
                  <a:pt x="351751" y="194603"/>
                </a:lnTo>
                <a:lnTo>
                  <a:pt x="374143" y="235179"/>
                </a:lnTo>
                <a:lnTo>
                  <a:pt x="391853" y="277933"/>
                </a:lnTo>
                <a:lnTo>
                  <a:pt x="404711" y="322459"/>
                </a:lnTo>
                <a:lnTo>
                  <a:pt x="412549" y="368350"/>
                </a:lnTo>
                <a:lnTo>
                  <a:pt x="415199" y="415199"/>
                </a:lnTo>
                <a:lnTo>
                  <a:pt x="415199" y="2585999"/>
                </a:lnTo>
                <a:lnTo>
                  <a:pt x="417993" y="2634421"/>
                </a:lnTo>
                <a:lnTo>
                  <a:pt x="426165" y="2681201"/>
                </a:lnTo>
                <a:lnTo>
                  <a:pt x="439405" y="2726029"/>
                </a:lnTo>
                <a:lnTo>
                  <a:pt x="457401" y="2768594"/>
                </a:lnTo>
                <a:lnTo>
                  <a:pt x="479841" y="2808583"/>
                </a:lnTo>
                <a:lnTo>
                  <a:pt x="506414" y="2845686"/>
                </a:lnTo>
                <a:lnTo>
                  <a:pt x="536809" y="2879590"/>
                </a:lnTo>
                <a:lnTo>
                  <a:pt x="570713" y="2909985"/>
                </a:lnTo>
                <a:lnTo>
                  <a:pt x="607816" y="2936558"/>
                </a:lnTo>
                <a:lnTo>
                  <a:pt x="647805" y="2958998"/>
                </a:lnTo>
                <a:lnTo>
                  <a:pt x="690370" y="2976994"/>
                </a:lnTo>
                <a:lnTo>
                  <a:pt x="735198" y="2990234"/>
                </a:lnTo>
                <a:lnTo>
                  <a:pt x="781978" y="2998406"/>
                </a:lnTo>
                <a:lnTo>
                  <a:pt x="830399" y="3001199"/>
                </a:lnTo>
                <a:lnTo>
                  <a:pt x="781978" y="3003993"/>
                </a:lnTo>
                <a:lnTo>
                  <a:pt x="735198" y="3012165"/>
                </a:lnTo>
                <a:lnTo>
                  <a:pt x="690370" y="3025405"/>
                </a:lnTo>
                <a:lnTo>
                  <a:pt x="647805" y="3043401"/>
                </a:lnTo>
                <a:lnTo>
                  <a:pt x="607816" y="3065841"/>
                </a:lnTo>
                <a:lnTo>
                  <a:pt x="570713" y="3092414"/>
                </a:lnTo>
                <a:lnTo>
                  <a:pt x="536809" y="3122809"/>
                </a:lnTo>
                <a:lnTo>
                  <a:pt x="506414" y="3156713"/>
                </a:lnTo>
                <a:lnTo>
                  <a:pt x="479841" y="3193816"/>
                </a:lnTo>
                <a:lnTo>
                  <a:pt x="457401" y="3233805"/>
                </a:lnTo>
                <a:lnTo>
                  <a:pt x="439405" y="3276370"/>
                </a:lnTo>
                <a:lnTo>
                  <a:pt x="426165" y="3321198"/>
                </a:lnTo>
                <a:lnTo>
                  <a:pt x="417993" y="3367978"/>
                </a:lnTo>
                <a:lnTo>
                  <a:pt x="415199" y="3416399"/>
                </a:lnTo>
                <a:lnTo>
                  <a:pt x="415199" y="5587199"/>
                </a:lnTo>
                <a:lnTo>
                  <a:pt x="412406" y="5635621"/>
                </a:lnTo>
                <a:lnTo>
                  <a:pt x="404234" y="5682401"/>
                </a:lnTo>
                <a:lnTo>
                  <a:pt x="390994" y="5727229"/>
                </a:lnTo>
                <a:lnTo>
                  <a:pt x="372998" y="5769794"/>
                </a:lnTo>
                <a:lnTo>
                  <a:pt x="350558" y="5809783"/>
                </a:lnTo>
                <a:lnTo>
                  <a:pt x="323985" y="5846886"/>
                </a:lnTo>
                <a:lnTo>
                  <a:pt x="293590" y="5880790"/>
                </a:lnTo>
                <a:lnTo>
                  <a:pt x="259686" y="5911185"/>
                </a:lnTo>
                <a:lnTo>
                  <a:pt x="222583" y="5937758"/>
                </a:lnTo>
                <a:lnTo>
                  <a:pt x="182594" y="5960198"/>
                </a:lnTo>
                <a:lnTo>
                  <a:pt x="140029" y="5978194"/>
                </a:lnTo>
                <a:lnTo>
                  <a:pt x="95201" y="5991434"/>
                </a:lnTo>
                <a:lnTo>
                  <a:pt x="48421" y="5999606"/>
                </a:lnTo>
                <a:lnTo>
                  <a:pt x="0" y="60023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3107024" y="4787001"/>
            <a:ext cx="21050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Inference 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conﬁgu</a:t>
            </a:r>
            <a:r>
              <a:rPr sz="2800" spc="-40" dirty="0">
                <a:latin typeface="Tahoma"/>
                <a:cs typeface="Tahoma"/>
              </a:rPr>
              <a:t>r</a:t>
            </a:r>
            <a:r>
              <a:rPr sz="2800" spc="30" dirty="0">
                <a:latin typeface="Tahoma"/>
                <a:cs typeface="Tahoma"/>
              </a:rPr>
              <a:t>ation  </a:t>
            </a:r>
            <a:r>
              <a:rPr sz="2800" spc="5" dirty="0">
                <a:latin typeface="Tahoma"/>
                <a:cs typeface="Tahoma"/>
              </a:rPr>
              <a:t>parameters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047450" y="7578349"/>
            <a:ext cx="1527810" cy="429895"/>
          </a:xfrm>
          <a:custGeom>
            <a:avLst/>
            <a:gdLst/>
            <a:ahLst/>
            <a:cxnLst/>
            <a:rect l="l" t="t" r="r" b="b"/>
            <a:pathLst>
              <a:path w="1527809" h="429895">
                <a:moveTo>
                  <a:pt x="0" y="71601"/>
                </a:moveTo>
                <a:lnTo>
                  <a:pt x="5626" y="43730"/>
                </a:lnTo>
                <a:lnTo>
                  <a:pt x="20971" y="20971"/>
                </a:lnTo>
                <a:lnTo>
                  <a:pt x="43730" y="5626"/>
                </a:lnTo>
                <a:lnTo>
                  <a:pt x="71601" y="0"/>
                </a:lnTo>
                <a:lnTo>
                  <a:pt x="1455998" y="0"/>
                </a:lnTo>
                <a:lnTo>
                  <a:pt x="1495722" y="12030"/>
                </a:lnTo>
                <a:lnTo>
                  <a:pt x="1522149" y="44200"/>
                </a:lnTo>
                <a:lnTo>
                  <a:pt x="1527599" y="71601"/>
                </a:lnTo>
                <a:lnTo>
                  <a:pt x="1527599" y="357998"/>
                </a:lnTo>
                <a:lnTo>
                  <a:pt x="1521973" y="385869"/>
                </a:lnTo>
                <a:lnTo>
                  <a:pt x="1506628" y="408628"/>
                </a:lnTo>
                <a:lnTo>
                  <a:pt x="1483869" y="423973"/>
                </a:lnTo>
                <a:lnTo>
                  <a:pt x="1455998" y="429599"/>
                </a:lnTo>
                <a:lnTo>
                  <a:pt x="71601" y="429599"/>
                </a:lnTo>
                <a:lnTo>
                  <a:pt x="43730" y="423973"/>
                </a:lnTo>
                <a:lnTo>
                  <a:pt x="20971" y="408628"/>
                </a:lnTo>
                <a:lnTo>
                  <a:pt x="5626" y="385869"/>
                </a:lnTo>
                <a:lnTo>
                  <a:pt x="0" y="357998"/>
                </a:lnTo>
                <a:lnTo>
                  <a:pt x="0" y="71601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324234" y="7587283"/>
            <a:ext cx="9728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Submit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248937" y="7001755"/>
            <a:ext cx="3312795" cy="306070"/>
            <a:chOff x="8248937" y="7001755"/>
            <a:chExt cx="3312795" cy="306070"/>
          </a:xfrm>
        </p:grpSpPr>
        <p:sp>
          <p:nvSpPr>
            <p:cNvPr id="26" name="object 26"/>
            <p:cNvSpPr/>
            <p:nvPr/>
          </p:nvSpPr>
          <p:spPr>
            <a:xfrm>
              <a:off x="8253700" y="7097118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53700" y="7097118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130375" y="3593600"/>
            <a:ext cx="3578860" cy="3797300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20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ahoma"/>
              <a:cs typeface="Tahoma"/>
            </a:endParaRPr>
          </a:p>
          <a:p>
            <a:pPr marL="8509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40" dirty="0"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00">
              <a:latin typeface="Tahoma"/>
              <a:cs typeface="Tahoma"/>
            </a:endParaRPr>
          </a:p>
          <a:p>
            <a:pPr marL="85090">
              <a:lnSpc>
                <a:spcPct val="100000"/>
              </a:lnSpc>
            </a:pPr>
            <a:r>
              <a:rPr sz="2400" spc="-10" dirty="0">
                <a:latin typeface="Tahoma"/>
                <a:cs typeface="Tahoma"/>
              </a:rPr>
              <a:t>Temperature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665449" y="6420899"/>
            <a:ext cx="892175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248937" y="3001157"/>
            <a:ext cx="3312795" cy="306070"/>
            <a:chOff x="8248937" y="3001157"/>
            <a:chExt cx="3312795" cy="306070"/>
          </a:xfrm>
        </p:grpSpPr>
        <p:sp>
          <p:nvSpPr>
            <p:cNvPr id="33" name="object 33"/>
            <p:cNvSpPr/>
            <p:nvPr/>
          </p:nvSpPr>
          <p:spPr>
            <a:xfrm>
              <a:off x="8253700" y="309651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53700" y="3096520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190300" y="3005919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190300" y="300592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0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126511" y="2222020"/>
            <a:ext cx="3578860" cy="1145540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685"/>
              </a:spcBef>
            </a:pPr>
            <a:r>
              <a:rPr sz="2400" spc="110" dirty="0">
                <a:latin typeface="Tahoma"/>
                <a:cs typeface="Tahoma"/>
              </a:rPr>
              <a:t>Max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new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to</a:t>
            </a:r>
            <a:r>
              <a:rPr sz="2400" spc="-10" dirty="0">
                <a:latin typeface="Tahoma"/>
                <a:cs typeface="Tahoma"/>
              </a:rPr>
              <a:t>k</a:t>
            </a:r>
            <a:r>
              <a:rPr sz="2400" spc="-15" dirty="0">
                <a:latin typeface="Tahoma"/>
                <a:cs typeface="Tahoma"/>
              </a:rPr>
              <a:t>ens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65449" y="2431619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200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329499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Generative</a:t>
            </a:r>
            <a:r>
              <a:rPr spc="-670" dirty="0"/>
              <a:t> </a:t>
            </a:r>
            <a:r>
              <a:rPr spc="40" dirty="0"/>
              <a:t>conﬁguration</a:t>
            </a:r>
            <a:r>
              <a:rPr spc="-665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-55" dirty="0"/>
              <a:t>max</a:t>
            </a:r>
            <a:r>
              <a:rPr spc="-670" dirty="0"/>
              <a:t> </a:t>
            </a:r>
            <a:r>
              <a:rPr spc="35" dirty="0"/>
              <a:t>new</a:t>
            </a:r>
            <a:r>
              <a:rPr spc="-665" dirty="0"/>
              <a:t> </a:t>
            </a:r>
            <a:r>
              <a:rPr spc="25" dirty="0"/>
              <a:t>tokens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8835" y="2548576"/>
            <a:ext cx="2550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30" dirty="0">
                <a:latin typeface="Tahoma"/>
                <a:cs typeface="Tahoma"/>
              </a:rPr>
              <a:t>Max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5" dirty="0">
                <a:latin typeface="Tahoma"/>
                <a:cs typeface="Tahoma"/>
              </a:rPr>
              <a:t>new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to</a:t>
            </a:r>
            <a:r>
              <a:rPr sz="2800" spc="-10" dirty="0">
                <a:latin typeface="Tahoma"/>
                <a:cs typeface="Tahoma"/>
              </a:rPr>
              <a:t>k</a:t>
            </a:r>
            <a:r>
              <a:rPr sz="2800" spc="-20" dirty="0">
                <a:latin typeface="Tahoma"/>
                <a:cs typeface="Tahoma"/>
              </a:rPr>
              <a:t>ens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93987" y="2147487"/>
            <a:ext cx="8411845" cy="6164580"/>
            <a:chOff x="3493987" y="2147487"/>
            <a:chExt cx="8411845" cy="6164580"/>
          </a:xfrm>
        </p:grpSpPr>
        <p:sp>
          <p:nvSpPr>
            <p:cNvPr id="5" name="object 5"/>
            <p:cNvSpPr/>
            <p:nvPr/>
          </p:nvSpPr>
          <p:spPr>
            <a:xfrm>
              <a:off x="3498750" y="2152250"/>
              <a:ext cx="8402320" cy="6155055"/>
            </a:xfrm>
            <a:custGeom>
              <a:avLst/>
              <a:gdLst/>
              <a:ahLst/>
              <a:cxnLst/>
              <a:rect l="l" t="t" r="r" b="b"/>
              <a:pathLst>
                <a:path w="8402320" h="6155055">
                  <a:moveTo>
                    <a:pt x="0" y="119464"/>
                  </a:moveTo>
                  <a:lnTo>
                    <a:pt x="9388" y="72963"/>
                  </a:lnTo>
                  <a:lnTo>
                    <a:pt x="34990" y="34990"/>
                  </a:lnTo>
                  <a:lnTo>
                    <a:pt x="72963" y="9388"/>
                  </a:lnTo>
                  <a:lnTo>
                    <a:pt x="119464" y="0"/>
                  </a:lnTo>
                  <a:lnTo>
                    <a:pt x="8282334" y="0"/>
                  </a:lnTo>
                  <a:lnTo>
                    <a:pt x="8328052" y="9093"/>
                  </a:lnTo>
                  <a:lnTo>
                    <a:pt x="8366809" y="34990"/>
                  </a:lnTo>
                  <a:lnTo>
                    <a:pt x="8392706" y="73747"/>
                  </a:lnTo>
                  <a:lnTo>
                    <a:pt x="8401799" y="119464"/>
                  </a:lnTo>
                  <a:lnTo>
                    <a:pt x="8401799" y="6035334"/>
                  </a:lnTo>
                  <a:lnTo>
                    <a:pt x="8392411" y="6081836"/>
                  </a:lnTo>
                  <a:lnTo>
                    <a:pt x="8366809" y="6119809"/>
                  </a:lnTo>
                  <a:lnTo>
                    <a:pt x="8328836" y="6145411"/>
                  </a:lnTo>
                  <a:lnTo>
                    <a:pt x="8282334" y="6154799"/>
                  </a:lnTo>
                  <a:lnTo>
                    <a:pt x="119464" y="6154799"/>
                  </a:lnTo>
                  <a:lnTo>
                    <a:pt x="72963" y="6145411"/>
                  </a:lnTo>
                  <a:lnTo>
                    <a:pt x="34990" y="6119809"/>
                  </a:lnTo>
                  <a:lnTo>
                    <a:pt x="9388" y="6081836"/>
                  </a:lnTo>
                  <a:lnTo>
                    <a:pt x="0" y="6035334"/>
                  </a:lnTo>
                  <a:lnTo>
                    <a:pt x="0" y="1194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3697216" y="5909400"/>
                  </a:move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0" y="73183"/>
                  </a:move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03376" y="3934807"/>
            <a:ext cx="1774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20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52600" y="3943050"/>
            <a:ext cx="9042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25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25837" y="2257230"/>
            <a:ext cx="7936230" cy="5919470"/>
            <a:chOff x="3625837" y="2257230"/>
            <a:chExt cx="7936230" cy="5919470"/>
          </a:xfrm>
        </p:grpSpPr>
        <p:sp>
          <p:nvSpPr>
            <p:cNvPr id="15" name="object 15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47099" y="553310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47099" y="553310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4134951" y="5909400"/>
                  </a:move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0" y="81847"/>
                  </a:move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203376" y="4950558"/>
            <a:ext cx="1753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40" dirty="0"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65449" y="4958800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22847" y="2442048"/>
            <a:ext cx="346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Enter</a:t>
            </a:r>
            <a:r>
              <a:rPr sz="2400" spc="-4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57575"/>
                </a:solidFill>
                <a:latin typeface="Arial MT"/>
                <a:cs typeface="Arial MT"/>
              </a:rPr>
              <a:t>your</a:t>
            </a:r>
            <a:r>
              <a:rPr sz="2400" spc="-3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prompt</a:t>
            </a:r>
            <a:r>
              <a:rPr sz="2400" spc="-3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here…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047450" y="7578349"/>
            <a:ext cx="1527810" cy="429895"/>
          </a:xfrm>
          <a:custGeom>
            <a:avLst/>
            <a:gdLst/>
            <a:ahLst/>
            <a:cxnLst/>
            <a:rect l="l" t="t" r="r" b="b"/>
            <a:pathLst>
              <a:path w="1527809" h="429895">
                <a:moveTo>
                  <a:pt x="0" y="71601"/>
                </a:moveTo>
                <a:lnTo>
                  <a:pt x="5626" y="43730"/>
                </a:lnTo>
                <a:lnTo>
                  <a:pt x="20971" y="20971"/>
                </a:lnTo>
                <a:lnTo>
                  <a:pt x="43730" y="5626"/>
                </a:lnTo>
                <a:lnTo>
                  <a:pt x="71601" y="0"/>
                </a:lnTo>
                <a:lnTo>
                  <a:pt x="1455998" y="0"/>
                </a:lnTo>
                <a:lnTo>
                  <a:pt x="1495722" y="12030"/>
                </a:lnTo>
                <a:lnTo>
                  <a:pt x="1522149" y="44200"/>
                </a:lnTo>
                <a:lnTo>
                  <a:pt x="1527599" y="71601"/>
                </a:lnTo>
                <a:lnTo>
                  <a:pt x="1527599" y="357998"/>
                </a:lnTo>
                <a:lnTo>
                  <a:pt x="1521973" y="385869"/>
                </a:lnTo>
                <a:lnTo>
                  <a:pt x="1506628" y="408628"/>
                </a:lnTo>
                <a:lnTo>
                  <a:pt x="1483869" y="423973"/>
                </a:lnTo>
                <a:lnTo>
                  <a:pt x="1455998" y="429599"/>
                </a:lnTo>
                <a:lnTo>
                  <a:pt x="71601" y="429599"/>
                </a:lnTo>
                <a:lnTo>
                  <a:pt x="43730" y="423973"/>
                </a:lnTo>
                <a:lnTo>
                  <a:pt x="20971" y="408628"/>
                </a:lnTo>
                <a:lnTo>
                  <a:pt x="5626" y="385869"/>
                </a:lnTo>
                <a:lnTo>
                  <a:pt x="0" y="357998"/>
                </a:lnTo>
                <a:lnTo>
                  <a:pt x="0" y="71601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324234" y="7587283"/>
            <a:ext cx="9728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Submit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248937" y="3001157"/>
            <a:ext cx="3312795" cy="4306570"/>
            <a:chOff x="8248937" y="3001157"/>
            <a:chExt cx="3312795" cy="4306570"/>
          </a:xfrm>
        </p:grpSpPr>
        <p:sp>
          <p:nvSpPr>
            <p:cNvPr id="27" name="object 27"/>
            <p:cNvSpPr/>
            <p:nvPr/>
          </p:nvSpPr>
          <p:spPr>
            <a:xfrm>
              <a:off x="8253700" y="7097117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53700" y="7097117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53700" y="309651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53700" y="3096520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190300" y="3005919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190300" y="300592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0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203376" y="6423976"/>
            <a:ext cx="1748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45" dirty="0">
                <a:latin typeface="Tahoma"/>
                <a:cs typeface="Tahoma"/>
              </a:rPr>
              <a:t>T</a:t>
            </a:r>
            <a:r>
              <a:rPr sz="2400" spc="5" dirty="0">
                <a:latin typeface="Tahoma"/>
                <a:cs typeface="Tahoma"/>
              </a:rPr>
              <a:t>empe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spc="25" dirty="0">
                <a:latin typeface="Tahoma"/>
                <a:cs typeface="Tahoma"/>
              </a:rPr>
              <a:t>ature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65449" y="6420899"/>
            <a:ext cx="892175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6511" y="2222020"/>
            <a:ext cx="3578860" cy="1145540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21399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685"/>
              </a:spcBef>
            </a:pPr>
            <a:r>
              <a:rPr sz="2400" spc="110" dirty="0">
                <a:latin typeface="Tahoma"/>
                <a:cs typeface="Tahoma"/>
              </a:rPr>
              <a:t>Max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new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to</a:t>
            </a:r>
            <a:r>
              <a:rPr sz="2400" spc="-10" dirty="0">
                <a:latin typeface="Tahoma"/>
                <a:cs typeface="Tahoma"/>
              </a:rPr>
              <a:t>k</a:t>
            </a:r>
            <a:r>
              <a:rPr sz="2400" spc="-15" dirty="0">
                <a:latin typeface="Tahoma"/>
                <a:cs typeface="Tahoma"/>
              </a:rPr>
              <a:t>ens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65449" y="2431619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200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81767" y="2347437"/>
            <a:ext cx="13635990" cy="1155065"/>
            <a:chOff x="2981767" y="2347437"/>
            <a:chExt cx="13635990" cy="1155065"/>
          </a:xfrm>
        </p:grpSpPr>
        <p:sp>
          <p:nvSpPr>
            <p:cNvPr id="3" name="object 3"/>
            <p:cNvSpPr/>
            <p:nvPr/>
          </p:nvSpPr>
          <p:spPr>
            <a:xfrm>
              <a:off x="2986529" y="235220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13626000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13626000" y="0"/>
                  </a:lnTo>
                  <a:lnTo>
                    <a:pt x="13626000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86529" y="235220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0" y="0"/>
                  </a:moveTo>
                  <a:lnTo>
                    <a:pt x="13626000" y="0"/>
                  </a:lnTo>
                  <a:lnTo>
                    <a:pt x="13626000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07258" y="2828900"/>
              <a:ext cx="6209030" cy="192405"/>
            </a:xfrm>
            <a:custGeom>
              <a:avLst/>
              <a:gdLst/>
              <a:ahLst/>
              <a:cxnLst/>
              <a:rect l="l" t="t" r="r" b="b"/>
              <a:pathLst>
                <a:path w="6209030" h="192405">
                  <a:moveTo>
                    <a:pt x="6176798" y="191999"/>
                  </a:move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6185286" y="0"/>
                  </a:lnTo>
                  <a:lnTo>
                    <a:pt x="6193425" y="3371"/>
                  </a:lnTo>
                  <a:lnTo>
                    <a:pt x="6205428" y="15373"/>
                  </a:lnTo>
                  <a:lnTo>
                    <a:pt x="6208799" y="23513"/>
                  </a:lnTo>
                  <a:lnTo>
                    <a:pt x="6208799" y="159999"/>
                  </a:lnTo>
                  <a:lnTo>
                    <a:pt x="6206285" y="172455"/>
                  </a:lnTo>
                  <a:lnTo>
                    <a:pt x="6199427" y="182627"/>
                  </a:lnTo>
                  <a:lnTo>
                    <a:pt x="6189255" y="189485"/>
                  </a:lnTo>
                  <a:lnTo>
                    <a:pt x="6176798" y="191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7258" y="2828900"/>
              <a:ext cx="6209030" cy="192405"/>
            </a:xfrm>
            <a:custGeom>
              <a:avLst/>
              <a:gdLst/>
              <a:ahLst/>
              <a:cxnLst/>
              <a:rect l="l" t="t" r="r" b="b"/>
              <a:pathLst>
                <a:path w="6209030" h="192405">
                  <a:moveTo>
                    <a:pt x="0" y="32000"/>
                  </a:move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6176798" y="0"/>
                  </a:lnTo>
                  <a:lnTo>
                    <a:pt x="6185286" y="0"/>
                  </a:lnTo>
                  <a:lnTo>
                    <a:pt x="6193425" y="3371"/>
                  </a:lnTo>
                  <a:lnTo>
                    <a:pt x="6199427" y="9372"/>
                  </a:lnTo>
                  <a:lnTo>
                    <a:pt x="6205428" y="15373"/>
                  </a:lnTo>
                  <a:lnTo>
                    <a:pt x="6208799" y="23513"/>
                  </a:lnTo>
                  <a:lnTo>
                    <a:pt x="6208799" y="32000"/>
                  </a:lnTo>
                  <a:lnTo>
                    <a:pt x="6208799" y="159999"/>
                  </a:lnTo>
                  <a:lnTo>
                    <a:pt x="6206285" y="172455"/>
                  </a:lnTo>
                  <a:lnTo>
                    <a:pt x="6199427" y="182627"/>
                  </a:lnTo>
                  <a:lnTo>
                    <a:pt x="6189255" y="189485"/>
                  </a:lnTo>
                  <a:lnTo>
                    <a:pt x="6176798" y="191999"/>
                  </a:ln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0274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10" dirty="0"/>
              <a:t>conﬁg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70" dirty="0"/>
              <a:t> </a:t>
            </a:r>
            <a:r>
              <a:rPr spc="-55" dirty="0"/>
              <a:t>max</a:t>
            </a:r>
            <a:r>
              <a:rPr spc="-670" dirty="0"/>
              <a:t> </a:t>
            </a:r>
            <a:r>
              <a:rPr spc="35" dirty="0"/>
              <a:t>new</a:t>
            </a:r>
            <a:r>
              <a:rPr spc="-670" dirty="0"/>
              <a:t> </a:t>
            </a:r>
            <a:r>
              <a:rPr spc="140" dirty="0"/>
              <a:t>to</a:t>
            </a:r>
            <a:r>
              <a:rPr spc="-20" dirty="0"/>
              <a:t>k</a:t>
            </a:r>
            <a:r>
              <a:rPr spc="-35" dirty="0"/>
              <a:t>ens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-9525" y="3928311"/>
            <a:ext cx="1783080" cy="1922145"/>
            <a:chOff x="-9525" y="3928311"/>
            <a:chExt cx="1783080" cy="1922145"/>
          </a:xfrm>
        </p:grpSpPr>
        <p:sp>
          <p:nvSpPr>
            <p:cNvPr id="9" name="object 9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10082" y="4319337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9525" y="1173449"/>
            <a:ext cx="2724150" cy="7072630"/>
            <a:chOff x="-9525" y="1173449"/>
            <a:chExt cx="2724150" cy="7072630"/>
          </a:xfrm>
        </p:grpSpPr>
        <p:sp>
          <p:nvSpPr>
            <p:cNvPr id="15" name="object 15"/>
            <p:cNvSpPr/>
            <p:nvPr/>
          </p:nvSpPr>
          <p:spPr>
            <a:xfrm>
              <a:off x="1763882" y="4751286"/>
              <a:ext cx="854710" cy="0"/>
            </a:xfrm>
            <a:custGeom>
              <a:avLst/>
              <a:gdLst/>
              <a:ahLst/>
              <a:cxnLst/>
              <a:rect l="l" t="t" r="r" b="b"/>
              <a:pathLst>
                <a:path w="854710">
                  <a:moveTo>
                    <a:pt x="0" y="0"/>
                  </a:moveTo>
                  <a:lnTo>
                    <a:pt x="8546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057" y="4710296"/>
              <a:ext cx="105500" cy="8198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2668936"/>
              <a:ext cx="8890" cy="1110615"/>
            </a:xfrm>
            <a:custGeom>
              <a:avLst/>
              <a:gdLst/>
              <a:ahLst/>
              <a:cxnLst/>
              <a:rect l="l" t="t" r="r" b="b"/>
              <a:pathLst>
                <a:path w="8890" h="1110614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73449"/>
              <a:ext cx="1205399" cy="70721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34505" y="1808623"/>
            <a:ext cx="3429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max_new_to</a:t>
            </a:r>
            <a:r>
              <a:rPr sz="2600" b="1" spc="-320" dirty="0">
                <a:solidFill>
                  <a:srgbClr val="FF00FF"/>
                </a:solidFill>
                <a:latin typeface="Tahoma"/>
                <a:cs typeface="Tahoma"/>
              </a:rPr>
              <a:t>k</a:t>
            </a:r>
            <a:r>
              <a:rPr sz="2600" b="1" spc="-200" dirty="0">
                <a:solidFill>
                  <a:srgbClr val="FF00FF"/>
                </a:solidFill>
                <a:latin typeface="Tahoma"/>
                <a:cs typeface="Tahoma"/>
              </a:rPr>
              <a:t>en</a:t>
            </a:r>
            <a:r>
              <a:rPr sz="2600" b="1" spc="-160" dirty="0">
                <a:solidFill>
                  <a:srgbClr val="FF00FF"/>
                </a:solidFill>
                <a:latin typeface="Tahoma"/>
                <a:cs typeface="Tahoma"/>
              </a:rPr>
              <a:t>s</a:t>
            </a: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620" dirty="0">
                <a:solidFill>
                  <a:srgbClr val="FF00FF"/>
                </a:solidFill>
                <a:latin typeface="Tahoma"/>
                <a:cs typeface="Tahoma"/>
              </a:rPr>
              <a:t>=</a:t>
            </a:r>
            <a:r>
              <a:rPr sz="2600" b="1" spc="-26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150" dirty="0">
                <a:solidFill>
                  <a:srgbClr val="FF00FF"/>
                </a:solidFill>
                <a:latin typeface="Tahoma"/>
                <a:cs typeface="Tahoma"/>
              </a:rPr>
              <a:t>100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81767" y="4309314"/>
            <a:ext cx="13635990" cy="1155065"/>
            <a:chOff x="2981767" y="4309314"/>
            <a:chExt cx="13635990" cy="1155065"/>
          </a:xfrm>
        </p:grpSpPr>
        <p:sp>
          <p:nvSpPr>
            <p:cNvPr id="21" name="object 21"/>
            <p:cNvSpPr/>
            <p:nvPr/>
          </p:nvSpPr>
          <p:spPr>
            <a:xfrm>
              <a:off x="2986529" y="4314076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13626000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13626000" y="0"/>
                  </a:lnTo>
                  <a:lnTo>
                    <a:pt x="13626000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86529" y="4314076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0" y="0"/>
                  </a:moveTo>
                  <a:lnTo>
                    <a:pt x="13626000" y="0"/>
                  </a:lnTo>
                  <a:lnTo>
                    <a:pt x="13626000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07253" y="4790750"/>
              <a:ext cx="9237980" cy="192405"/>
            </a:xfrm>
            <a:custGeom>
              <a:avLst/>
              <a:gdLst/>
              <a:ahLst/>
              <a:cxnLst/>
              <a:rect l="l" t="t" r="r" b="b"/>
              <a:pathLst>
                <a:path w="9237980" h="192404">
                  <a:moveTo>
                    <a:pt x="9205599" y="191999"/>
                  </a:move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9214086" y="0"/>
                  </a:lnTo>
                  <a:lnTo>
                    <a:pt x="9222226" y="3371"/>
                  </a:lnTo>
                  <a:lnTo>
                    <a:pt x="9234228" y="15374"/>
                  </a:lnTo>
                  <a:lnTo>
                    <a:pt x="9237599" y="23513"/>
                  </a:lnTo>
                  <a:lnTo>
                    <a:pt x="9237599" y="159999"/>
                  </a:lnTo>
                  <a:lnTo>
                    <a:pt x="9235084" y="172455"/>
                  </a:lnTo>
                  <a:lnTo>
                    <a:pt x="9228227" y="182627"/>
                  </a:lnTo>
                  <a:lnTo>
                    <a:pt x="9218055" y="189485"/>
                  </a:lnTo>
                  <a:lnTo>
                    <a:pt x="9205599" y="191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07253" y="4790750"/>
              <a:ext cx="9237980" cy="192405"/>
            </a:xfrm>
            <a:custGeom>
              <a:avLst/>
              <a:gdLst/>
              <a:ahLst/>
              <a:cxnLst/>
              <a:rect l="l" t="t" r="r" b="b"/>
              <a:pathLst>
                <a:path w="9237980" h="192404">
                  <a:moveTo>
                    <a:pt x="0" y="32000"/>
                  </a:move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9205599" y="0"/>
                  </a:lnTo>
                  <a:lnTo>
                    <a:pt x="9214086" y="0"/>
                  </a:lnTo>
                  <a:lnTo>
                    <a:pt x="9222226" y="3371"/>
                  </a:lnTo>
                  <a:lnTo>
                    <a:pt x="9228226" y="9372"/>
                  </a:lnTo>
                  <a:lnTo>
                    <a:pt x="9234228" y="15374"/>
                  </a:lnTo>
                  <a:lnTo>
                    <a:pt x="9237599" y="23513"/>
                  </a:lnTo>
                  <a:lnTo>
                    <a:pt x="9237599" y="32000"/>
                  </a:lnTo>
                  <a:lnTo>
                    <a:pt x="9237599" y="159999"/>
                  </a:lnTo>
                  <a:lnTo>
                    <a:pt x="9235084" y="172455"/>
                  </a:lnTo>
                  <a:lnTo>
                    <a:pt x="9228227" y="182627"/>
                  </a:lnTo>
                  <a:lnTo>
                    <a:pt x="9218055" y="189485"/>
                  </a:lnTo>
                  <a:lnTo>
                    <a:pt x="9205599" y="191999"/>
                  </a:ln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154805" y="3823023"/>
            <a:ext cx="3429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max_new_to</a:t>
            </a:r>
            <a:r>
              <a:rPr sz="2600" b="1" spc="-320" dirty="0">
                <a:solidFill>
                  <a:srgbClr val="FF00FF"/>
                </a:solidFill>
                <a:latin typeface="Tahoma"/>
                <a:cs typeface="Tahoma"/>
              </a:rPr>
              <a:t>k</a:t>
            </a:r>
            <a:r>
              <a:rPr sz="2600" b="1" spc="-200" dirty="0">
                <a:solidFill>
                  <a:srgbClr val="FF00FF"/>
                </a:solidFill>
                <a:latin typeface="Tahoma"/>
                <a:cs typeface="Tahoma"/>
              </a:rPr>
              <a:t>en</a:t>
            </a:r>
            <a:r>
              <a:rPr sz="2600" b="1" spc="-160" dirty="0">
                <a:solidFill>
                  <a:srgbClr val="FF00FF"/>
                </a:solidFill>
                <a:latin typeface="Tahoma"/>
                <a:cs typeface="Tahoma"/>
              </a:rPr>
              <a:t>s</a:t>
            </a: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620" dirty="0">
                <a:solidFill>
                  <a:srgbClr val="FF00FF"/>
                </a:solidFill>
                <a:latin typeface="Tahoma"/>
                <a:cs typeface="Tahoma"/>
              </a:rPr>
              <a:t>=</a:t>
            </a:r>
            <a:r>
              <a:rPr sz="2600" b="1" spc="-26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150" dirty="0">
                <a:solidFill>
                  <a:srgbClr val="FF00FF"/>
                </a:solidFill>
                <a:latin typeface="Tahoma"/>
                <a:cs typeface="Tahoma"/>
              </a:rPr>
              <a:t>150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81787" y="6271257"/>
            <a:ext cx="13635990" cy="1155065"/>
            <a:chOff x="2981787" y="6271257"/>
            <a:chExt cx="13635990" cy="1155065"/>
          </a:xfrm>
        </p:grpSpPr>
        <p:sp>
          <p:nvSpPr>
            <p:cNvPr id="27" name="object 27"/>
            <p:cNvSpPr/>
            <p:nvPr/>
          </p:nvSpPr>
          <p:spPr>
            <a:xfrm>
              <a:off x="2986550" y="627602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40">
                  <a:moveTo>
                    <a:pt x="13625999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13625999" y="0"/>
                  </a:lnTo>
                  <a:lnTo>
                    <a:pt x="13625999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86550" y="627602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40">
                  <a:moveTo>
                    <a:pt x="0" y="0"/>
                  </a:moveTo>
                  <a:lnTo>
                    <a:pt x="13625999" y="0"/>
                  </a:lnTo>
                  <a:lnTo>
                    <a:pt x="13625999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07250" y="6752713"/>
              <a:ext cx="12550140" cy="192405"/>
            </a:xfrm>
            <a:custGeom>
              <a:avLst/>
              <a:gdLst/>
              <a:ahLst/>
              <a:cxnLst/>
              <a:rect l="l" t="t" r="r" b="b"/>
              <a:pathLst>
                <a:path w="12550140" h="192404">
                  <a:moveTo>
                    <a:pt x="12517599" y="191999"/>
                  </a:move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6"/>
                  </a:lnTo>
                  <a:lnTo>
                    <a:pt x="0" y="159999"/>
                  </a:lnTo>
                  <a:lnTo>
                    <a:pt x="0" y="32000"/>
                  </a:ln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12526085" y="0"/>
                  </a:lnTo>
                  <a:lnTo>
                    <a:pt x="12534226" y="3371"/>
                  </a:lnTo>
                  <a:lnTo>
                    <a:pt x="12546227" y="15374"/>
                  </a:lnTo>
                  <a:lnTo>
                    <a:pt x="12549599" y="23514"/>
                  </a:lnTo>
                  <a:lnTo>
                    <a:pt x="12549599" y="159999"/>
                  </a:lnTo>
                  <a:lnTo>
                    <a:pt x="12547085" y="172456"/>
                  </a:lnTo>
                  <a:lnTo>
                    <a:pt x="12540227" y="182627"/>
                  </a:lnTo>
                  <a:lnTo>
                    <a:pt x="12530055" y="189485"/>
                  </a:lnTo>
                  <a:lnTo>
                    <a:pt x="12517599" y="191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7250" y="6752713"/>
              <a:ext cx="12550140" cy="192405"/>
            </a:xfrm>
            <a:custGeom>
              <a:avLst/>
              <a:gdLst/>
              <a:ahLst/>
              <a:cxnLst/>
              <a:rect l="l" t="t" r="r" b="b"/>
              <a:pathLst>
                <a:path w="12550140" h="192404">
                  <a:moveTo>
                    <a:pt x="0" y="32000"/>
                  </a:move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12517599" y="0"/>
                  </a:lnTo>
                  <a:lnTo>
                    <a:pt x="12526085" y="0"/>
                  </a:lnTo>
                  <a:lnTo>
                    <a:pt x="12534226" y="3371"/>
                  </a:lnTo>
                  <a:lnTo>
                    <a:pt x="12540226" y="9372"/>
                  </a:lnTo>
                  <a:lnTo>
                    <a:pt x="12546227" y="15374"/>
                  </a:lnTo>
                  <a:lnTo>
                    <a:pt x="12549599" y="23514"/>
                  </a:lnTo>
                  <a:lnTo>
                    <a:pt x="12549599" y="32000"/>
                  </a:lnTo>
                  <a:lnTo>
                    <a:pt x="12549599" y="159999"/>
                  </a:lnTo>
                  <a:lnTo>
                    <a:pt x="12547085" y="172456"/>
                  </a:lnTo>
                  <a:lnTo>
                    <a:pt x="12540227" y="182627"/>
                  </a:lnTo>
                  <a:lnTo>
                    <a:pt x="12530055" y="189485"/>
                  </a:lnTo>
                  <a:lnTo>
                    <a:pt x="12517599" y="191999"/>
                  </a:ln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6"/>
                  </a:lnTo>
                  <a:lnTo>
                    <a:pt x="0" y="159999"/>
                  </a:lnTo>
                  <a:lnTo>
                    <a:pt x="0" y="320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782700" y="6752726"/>
              <a:ext cx="288925" cy="192405"/>
            </a:xfrm>
            <a:custGeom>
              <a:avLst/>
              <a:gdLst/>
              <a:ahLst/>
              <a:cxnLst/>
              <a:rect l="l" t="t" r="r" b="b"/>
              <a:pathLst>
                <a:path w="288925" h="192404">
                  <a:moveTo>
                    <a:pt x="288599" y="191999"/>
                  </a:moveTo>
                  <a:lnTo>
                    <a:pt x="0" y="191999"/>
                  </a:lnTo>
                  <a:lnTo>
                    <a:pt x="0" y="0"/>
                  </a:lnTo>
                  <a:lnTo>
                    <a:pt x="288599" y="0"/>
                  </a:lnTo>
                  <a:lnTo>
                    <a:pt x="288599" y="191999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782700" y="6752726"/>
              <a:ext cx="288925" cy="192405"/>
            </a:xfrm>
            <a:custGeom>
              <a:avLst/>
              <a:gdLst/>
              <a:ahLst/>
              <a:cxnLst/>
              <a:rect l="l" t="t" r="r" b="b"/>
              <a:pathLst>
                <a:path w="288925" h="192404">
                  <a:moveTo>
                    <a:pt x="0" y="0"/>
                  </a:moveTo>
                  <a:lnTo>
                    <a:pt x="288599" y="0"/>
                  </a:lnTo>
                  <a:lnTo>
                    <a:pt x="288599" y="191999"/>
                  </a:lnTo>
                  <a:lnTo>
                    <a:pt x="0" y="19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071300" y="6752726"/>
              <a:ext cx="2786380" cy="192405"/>
            </a:xfrm>
            <a:custGeom>
              <a:avLst/>
              <a:gdLst/>
              <a:ahLst/>
              <a:cxnLst/>
              <a:rect l="l" t="t" r="r" b="b"/>
              <a:pathLst>
                <a:path w="2786380" h="192404">
                  <a:moveTo>
                    <a:pt x="2785799" y="191999"/>
                  </a:moveTo>
                  <a:lnTo>
                    <a:pt x="0" y="191999"/>
                  </a:lnTo>
                  <a:lnTo>
                    <a:pt x="0" y="0"/>
                  </a:lnTo>
                  <a:lnTo>
                    <a:pt x="2785799" y="0"/>
                  </a:lnTo>
                  <a:lnTo>
                    <a:pt x="2785799" y="1919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071300" y="6752726"/>
              <a:ext cx="2786380" cy="192405"/>
            </a:xfrm>
            <a:custGeom>
              <a:avLst/>
              <a:gdLst/>
              <a:ahLst/>
              <a:cxnLst/>
              <a:rect l="l" t="t" r="r" b="b"/>
              <a:pathLst>
                <a:path w="2786380" h="192404">
                  <a:moveTo>
                    <a:pt x="0" y="0"/>
                  </a:moveTo>
                  <a:lnTo>
                    <a:pt x="2785799" y="0"/>
                  </a:lnTo>
                  <a:lnTo>
                    <a:pt x="2785799" y="191999"/>
                  </a:lnTo>
                  <a:lnTo>
                    <a:pt x="0" y="19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154824" y="5803960"/>
            <a:ext cx="3429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max_new_to</a:t>
            </a:r>
            <a:r>
              <a:rPr sz="2600" b="1" spc="-320" dirty="0">
                <a:solidFill>
                  <a:srgbClr val="FF00FF"/>
                </a:solidFill>
                <a:latin typeface="Tahoma"/>
                <a:cs typeface="Tahoma"/>
              </a:rPr>
              <a:t>k</a:t>
            </a:r>
            <a:r>
              <a:rPr sz="2600" b="1" spc="-200" dirty="0">
                <a:solidFill>
                  <a:srgbClr val="FF00FF"/>
                </a:solidFill>
                <a:latin typeface="Tahoma"/>
                <a:cs typeface="Tahoma"/>
              </a:rPr>
              <a:t>en</a:t>
            </a:r>
            <a:r>
              <a:rPr sz="2600" b="1" spc="-160" dirty="0">
                <a:solidFill>
                  <a:srgbClr val="FF00FF"/>
                </a:solidFill>
                <a:latin typeface="Tahoma"/>
                <a:cs typeface="Tahoma"/>
              </a:rPr>
              <a:t>s</a:t>
            </a: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620" dirty="0">
                <a:solidFill>
                  <a:srgbClr val="FF00FF"/>
                </a:solidFill>
                <a:latin typeface="Tahoma"/>
                <a:cs typeface="Tahoma"/>
              </a:rPr>
              <a:t>=</a:t>
            </a:r>
            <a:r>
              <a:rPr sz="2600" b="1" spc="-26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150" dirty="0">
                <a:solidFill>
                  <a:srgbClr val="FF00FF"/>
                </a:solidFill>
                <a:latin typeface="Tahoma"/>
                <a:cs typeface="Tahoma"/>
              </a:rPr>
              <a:t>200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81767" y="4309314"/>
            <a:ext cx="13635990" cy="1155065"/>
            <a:chOff x="2981767" y="4309314"/>
            <a:chExt cx="13635990" cy="1155065"/>
          </a:xfrm>
        </p:grpSpPr>
        <p:sp>
          <p:nvSpPr>
            <p:cNvPr id="3" name="object 3"/>
            <p:cNvSpPr/>
            <p:nvPr/>
          </p:nvSpPr>
          <p:spPr>
            <a:xfrm>
              <a:off x="2986529" y="4314076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13626000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13626000" y="0"/>
                  </a:lnTo>
                  <a:lnTo>
                    <a:pt x="13626000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86529" y="4314076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0" y="0"/>
                  </a:moveTo>
                  <a:lnTo>
                    <a:pt x="13626000" y="0"/>
                  </a:lnTo>
                  <a:lnTo>
                    <a:pt x="13626000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981767" y="2347437"/>
            <a:ext cx="13635990" cy="1155065"/>
            <a:chOff x="2981767" y="2347437"/>
            <a:chExt cx="13635990" cy="1155065"/>
          </a:xfrm>
        </p:grpSpPr>
        <p:sp>
          <p:nvSpPr>
            <p:cNvPr id="6" name="object 6"/>
            <p:cNvSpPr/>
            <p:nvPr/>
          </p:nvSpPr>
          <p:spPr>
            <a:xfrm>
              <a:off x="2986529" y="235220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13626000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13626000" y="0"/>
                  </a:lnTo>
                  <a:lnTo>
                    <a:pt x="13626000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86529" y="235220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39">
                  <a:moveTo>
                    <a:pt x="0" y="0"/>
                  </a:moveTo>
                  <a:lnTo>
                    <a:pt x="13626000" y="0"/>
                  </a:lnTo>
                  <a:lnTo>
                    <a:pt x="13626000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7258" y="2828900"/>
              <a:ext cx="6209030" cy="192405"/>
            </a:xfrm>
            <a:custGeom>
              <a:avLst/>
              <a:gdLst/>
              <a:ahLst/>
              <a:cxnLst/>
              <a:rect l="l" t="t" r="r" b="b"/>
              <a:pathLst>
                <a:path w="6209030" h="192405">
                  <a:moveTo>
                    <a:pt x="6176798" y="191999"/>
                  </a:move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6185286" y="0"/>
                  </a:lnTo>
                  <a:lnTo>
                    <a:pt x="6193425" y="3371"/>
                  </a:lnTo>
                  <a:lnTo>
                    <a:pt x="6205428" y="15373"/>
                  </a:lnTo>
                  <a:lnTo>
                    <a:pt x="6208799" y="23513"/>
                  </a:lnTo>
                  <a:lnTo>
                    <a:pt x="6208799" y="159999"/>
                  </a:lnTo>
                  <a:lnTo>
                    <a:pt x="6206285" y="172455"/>
                  </a:lnTo>
                  <a:lnTo>
                    <a:pt x="6199427" y="182627"/>
                  </a:lnTo>
                  <a:lnTo>
                    <a:pt x="6189255" y="189485"/>
                  </a:lnTo>
                  <a:lnTo>
                    <a:pt x="6176798" y="191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07258" y="2828900"/>
              <a:ext cx="6209030" cy="192405"/>
            </a:xfrm>
            <a:custGeom>
              <a:avLst/>
              <a:gdLst/>
              <a:ahLst/>
              <a:cxnLst/>
              <a:rect l="l" t="t" r="r" b="b"/>
              <a:pathLst>
                <a:path w="6209030" h="192405">
                  <a:moveTo>
                    <a:pt x="0" y="32000"/>
                  </a:move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6176798" y="0"/>
                  </a:lnTo>
                  <a:lnTo>
                    <a:pt x="6185286" y="0"/>
                  </a:lnTo>
                  <a:lnTo>
                    <a:pt x="6193425" y="3371"/>
                  </a:lnTo>
                  <a:lnTo>
                    <a:pt x="6199427" y="9372"/>
                  </a:lnTo>
                  <a:lnTo>
                    <a:pt x="6205428" y="15373"/>
                  </a:lnTo>
                  <a:lnTo>
                    <a:pt x="6208799" y="23513"/>
                  </a:lnTo>
                  <a:lnTo>
                    <a:pt x="6208799" y="32000"/>
                  </a:lnTo>
                  <a:lnTo>
                    <a:pt x="6208799" y="159999"/>
                  </a:lnTo>
                  <a:lnTo>
                    <a:pt x="6206285" y="172455"/>
                  </a:lnTo>
                  <a:lnTo>
                    <a:pt x="6199427" y="182627"/>
                  </a:lnTo>
                  <a:lnTo>
                    <a:pt x="6189255" y="189485"/>
                  </a:lnTo>
                  <a:lnTo>
                    <a:pt x="6176798" y="191999"/>
                  </a:ln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02741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10" dirty="0"/>
              <a:t>conﬁg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70" dirty="0"/>
              <a:t> </a:t>
            </a:r>
            <a:r>
              <a:rPr spc="-55" dirty="0"/>
              <a:t>max</a:t>
            </a:r>
            <a:r>
              <a:rPr spc="-670" dirty="0"/>
              <a:t> </a:t>
            </a:r>
            <a:r>
              <a:rPr spc="35" dirty="0"/>
              <a:t>new</a:t>
            </a:r>
            <a:r>
              <a:rPr spc="-670" dirty="0"/>
              <a:t> </a:t>
            </a:r>
            <a:r>
              <a:rPr spc="140" dirty="0"/>
              <a:t>to</a:t>
            </a:r>
            <a:r>
              <a:rPr spc="-20" dirty="0"/>
              <a:t>k</a:t>
            </a:r>
            <a:r>
              <a:rPr spc="-35" dirty="0"/>
              <a:t>ens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3302491" y="4785987"/>
            <a:ext cx="9247505" cy="201930"/>
            <a:chOff x="3302491" y="4785987"/>
            <a:chExt cx="9247505" cy="201930"/>
          </a:xfrm>
        </p:grpSpPr>
        <p:sp>
          <p:nvSpPr>
            <p:cNvPr id="12" name="object 12"/>
            <p:cNvSpPr/>
            <p:nvPr/>
          </p:nvSpPr>
          <p:spPr>
            <a:xfrm>
              <a:off x="3307253" y="4790749"/>
              <a:ext cx="9237980" cy="192405"/>
            </a:xfrm>
            <a:custGeom>
              <a:avLst/>
              <a:gdLst/>
              <a:ahLst/>
              <a:cxnLst/>
              <a:rect l="l" t="t" r="r" b="b"/>
              <a:pathLst>
                <a:path w="9237980" h="192404">
                  <a:moveTo>
                    <a:pt x="9205599" y="191999"/>
                  </a:move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9214086" y="0"/>
                  </a:lnTo>
                  <a:lnTo>
                    <a:pt x="9222226" y="3371"/>
                  </a:lnTo>
                  <a:lnTo>
                    <a:pt x="9234228" y="15374"/>
                  </a:lnTo>
                  <a:lnTo>
                    <a:pt x="9237599" y="23513"/>
                  </a:lnTo>
                  <a:lnTo>
                    <a:pt x="9237599" y="159999"/>
                  </a:lnTo>
                  <a:lnTo>
                    <a:pt x="9235084" y="172455"/>
                  </a:lnTo>
                  <a:lnTo>
                    <a:pt x="9228227" y="182627"/>
                  </a:lnTo>
                  <a:lnTo>
                    <a:pt x="9218055" y="189485"/>
                  </a:lnTo>
                  <a:lnTo>
                    <a:pt x="9205599" y="191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07253" y="4790749"/>
              <a:ext cx="9237980" cy="192405"/>
            </a:xfrm>
            <a:custGeom>
              <a:avLst/>
              <a:gdLst/>
              <a:ahLst/>
              <a:cxnLst/>
              <a:rect l="l" t="t" r="r" b="b"/>
              <a:pathLst>
                <a:path w="9237980" h="192404">
                  <a:moveTo>
                    <a:pt x="0" y="32000"/>
                  </a:move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9205599" y="0"/>
                  </a:lnTo>
                  <a:lnTo>
                    <a:pt x="9214086" y="0"/>
                  </a:lnTo>
                  <a:lnTo>
                    <a:pt x="9222226" y="3371"/>
                  </a:lnTo>
                  <a:lnTo>
                    <a:pt x="9228226" y="9372"/>
                  </a:lnTo>
                  <a:lnTo>
                    <a:pt x="9234228" y="15374"/>
                  </a:lnTo>
                  <a:lnTo>
                    <a:pt x="9237599" y="23513"/>
                  </a:lnTo>
                  <a:lnTo>
                    <a:pt x="9237599" y="32000"/>
                  </a:lnTo>
                  <a:lnTo>
                    <a:pt x="9237599" y="159999"/>
                  </a:lnTo>
                  <a:lnTo>
                    <a:pt x="9235084" y="172455"/>
                  </a:lnTo>
                  <a:lnTo>
                    <a:pt x="9228227" y="182627"/>
                  </a:lnTo>
                  <a:lnTo>
                    <a:pt x="9218055" y="189485"/>
                  </a:lnTo>
                  <a:lnTo>
                    <a:pt x="9205599" y="191999"/>
                  </a:ln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5"/>
                  </a:lnTo>
                  <a:lnTo>
                    <a:pt x="0" y="159999"/>
                  </a:lnTo>
                  <a:lnTo>
                    <a:pt x="0" y="320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-9525" y="3928311"/>
            <a:ext cx="1783080" cy="1922145"/>
            <a:chOff x="-9525" y="3928311"/>
            <a:chExt cx="1783080" cy="1922145"/>
          </a:xfrm>
        </p:grpSpPr>
        <p:sp>
          <p:nvSpPr>
            <p:cNvPr id="15" name="object 15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10082" y="4319337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-9525" y="1173449"/>
            <a:ext cx="2724150" cy="7072630"/>
            <a:chOff x="-9525" y="1173449"/>
            <a:chExt cx="2724150" cy="7072630"/>
          </a:xfrm>
        </p:grpSpPr>
        <p:sp>
          <p:nvSpPr>
            <p:cNvPr id="21" name="object 21"/>
            <p:cNvSpPr/>
            <p:nvPr/>
          </p:nvSpPr>
          <p:spPr>
            <a:xfrm>
              <a:off x="1763882" y="4751286"/>
              <a:ext cx="854710" cy="0"/>
            </a:xfrm>
            <a:custGeom>
              <a:avLst/>
              <a:gdLst/>
              <a:ahLst/>
              <a:cxnLst/>
              <a:rect l="l" t="t" r="r" b="b"/>
              <a:pathLst>
                <a:path w="854710">
                  <a:moveTo>
                    <a:pt x="0" y="0"/>
                  </a:moveTo>
                  <a:lnTo>
                    <a:pt x="8546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057" y="4710296"/>
              <a:ext cx="105500" cy="8198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0" y="2668936"/>
              <a:ext cx="8890" cy="1110615"/>
            </a:xfrm>
            <a:custGeom>
              <a:avLst/>
              <a:gdLst/>
              <a:ahLst/>
              <a:cxnLst/>
              <a:rect l="l" t="t" r="r" b="b"/>
              <a:pathLst>
                <a:path w="8890" h="1110614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73449"/>
              <a:ext cx="1205399" cy="707219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034505" y="1808623"/>
            <a:ext cx="3429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max_new_to</a:t>
            </a:r>
            <a:r>
              <a:rPr sz="2600" b="1" spc="-320" dirty="0">
                <a:solidFill>
                  <a:srgbClr val="FF00FF"/>
                </a:solidFill>
                <a:latin typeface="Tahoma"/>
                <a:cs typeface="Tahoma"/>
              </a:rPr>
              <a:t>k</a:t>
            </a:r>
            <a:r>
              <a:rPr sz="2600" b="1" spc="-200" dirty="0">
                <a:solidFill>
                  <a:srgbClr val="FF00FF"/>
                </a:solidFill>
                <a:latin typeface="Tahoma"/>
                <a:cs typeface="Tahoma"/>
              </a:rPr>
              <a:t>en</a:t>
            </a:r>
            <a:r>
              <a:rPr sz="2600" b="1" spc="-160" dirty="0">
                <a:solidFill>
                  <a:srgbClr val="FF00FF"/>
                </a:solidFill>
                <a:latin typeface="Tahoma"/>
                <a:cs typeface="Tahoma"/>
              </a:rPr>
              <a:t>s</a:t>
            </a: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620" dirty="0">
                <a:solidFill>
                  <a:srgbClr val="FF00FF"/>
                </a:solidFill>
                <a:latin typeface="Tahoma"/>
                <a:cs typeface="Tahoma"/>
              </a:rPr>
              <a:t>=</a:t>
            </a:r>
            <a:r>
              <a:rPr sz="2600" b="1" spc="-26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150" dirty="0">
                <a:solidFill>
                  <a:srgbClr val="FF00FF"/>
                </a:solidFill>
                <a:latin typeface="Tahoma"/>
                <a:cs typeface="Tahoma"/>
              </a:rPr>
              <a:t>100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81787" y="6271257"/>
            <a:ext cx="13635990" cy="2025014"/>
            <a:chOff x="2981787" y="6271257"/>
            <a:chExt cx="13635990" cy="2025014"/>
          </a:xfrm>
        </p:grpSpPr>
        <p:sp>
          <p:nvSpPr>
            <p:cNvPr id="27" name="object 27"/>
            <p:cNvSpPr/>
            <p:nvPr/>
          </p:nvSpPr>
          <p:spPr>
            <a:xfrm>
              <a:off x="2986550" y="627602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40">
                  <a:moveTo>
                    <a:pt x="13625999" y="1145399"/>
                  </a:moveTo>
                  <a:lnTo>
                    <a:pt x="0" y="1145399"/>
                  </a:lnTo>
                  <a:lnTo>
                    <a:pt x="0" y="0"/>
                  </a:lnTo>
                  <a:lnTo>
                    <a:pt x="13625999" y="0"/>
                  </a:lnTo>
                  <a:lnTo>
                    <a:pt x="13625999" y="114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86550" y="6276020"/>
              <a:ext cx="13626465" cy="1145540"/>
            </a:xfrm>
            <a:custGeom>
              <a:avLst/>
              <a:gdLst/>
              <a:ahLst/>
              <a:cxnLst/>
              <a:rect l="l" t="t" r="r" b="b"/>
              <a:pathLst>
                <a:path w="13626465" h="1145540">
                  <a:moveTo>
                    <a:pt x="0" y="0"/>
                  </a:moveTo>
                  <a:lnTo>
                    <a:pt x="13625999" y="0"/>
                  </a:lnTo>
                  <a:lnTo>
                    <a:pt x="13625999" y="1145399"/>
                  </a:lnTo>
                  <a:lnTo>
                    <a:pt x="0" y="114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07250" y="6752713"/>
              <a:ext cx="12550140" cy="192405"/>
            </a:xfrm>
            <a:custGeom>
              <a:avLst/>
              <a:gdLst/>
              <a:ahLst/>
              <a:cxnLst/>
              <a:rect l="l" t="t" r="r" b="b"/>
              <a:pathLst>
                <a:path w="12550140" h="192404">
                  <a:moveTo>
                    <a:pt x="12517599" y="191999"/>
                  </a:move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6"/>
                  </a:lnTo>
                  <a:lnTo>
                    <a:pt x="0" y="159999"/>
                  </a:lnTo>
                  <a:lnTo>
                    <a:pt x="0" y="32000"/>
                  </a:ln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12526085" y="0"/>
                  </a:lnTo>
                  <a:lnTo>
                    <a:pt x="12534226" y="3371"/>
                  </a:lnTo>
                  <a:lnTo>
                    <a:pt x="12546227" y="15374"/>
                  </a:lnTo>
                  <a:lnTo>
                    <a:pt x="12549599" y="23514"/>
                  </a:lnTo>
                  <a:lnTo>
                    <a:pt x="12549599" y="159999"/>
                  </a:lnTo>
                  <a:lnTo>
                    <a:pt x="12547085" y="172456"/>
                  </a:lnTo>
                  <a:lnTo>
                    <a:pt x="12540227" y="182627"/>
                  </a:lnTo>
                  <a:lnTo>
                    <a:pt x="12530055" y="189485"/>
                  </a:lnTo>
                  <a:lnTo>
                    <a:pt x="12517599" y="191999"/>
                  </a:lnTo>
                  <a:close/>
                </a:path>
              </a:pathLst>
            </a:custGeom>
            <a:solidFill>
              <a:srgbClr val="094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7250" y="6752713"/>
              <a:ext cx="12550140" cy="192405"/>
            </a:xfrm>
            <a:custGeom>
              <a:avLst/>
              <a:gdLst/>
              <a:ahLst/>
              <a:cxnLst/>
              <a:rect l="l" t="t" r="r" b="b"/>
              <a:pathLst>
                <a:path w="12550140" h="192404">
                  <a:moveTo>
                    <a:pt x="0" y="32000"/>
                  </a:moveTo>
                  <a:lnTo>
                    <a:pt x="2514" y="19544"/>
                  </a:lnTo>
                  <a:lnTo>
                    <a:pt x="9372" y="9372"/>
                  </a:lnTo>
                  <a:lnTo>
                    <a:pt x="19544" y="2514"/>
                  </a:lnTo>
                  <a:lnTo>
                    <a:pt x="32000" y="0"/>
                  </a:lnTo>
                  <a:lnTo>
                    <a:pt x="12517599" y="0"/>
                  </a:lnTo>
                  <a:lnTo>
                    <a:pt x="12526085" y="0"/>
                  </a:lnTo>
                  <a:lnTo>
                    <a:pt x="12534226" y="3371"/>
                  </a:lnTo>
                  <a:lnTo>
                    <a:pt x="12540226" y="9372"/>
                  </a:lnTo>
                  <a:lnTo>
                    <a:pt x="12546227" y="15374"/>
                  </a:lnTo>
                  <a:lnTo>
                    <a:pt x="12549599" y="23514"/>
                  </a:lnTo>
                  <a:lnTo>
                    <a:pt x="12549599" y="32000"/>
                  </a:lnTo>
                  <a:lnTo>
                    <a:pt x="12549599" y="159999"/>
                  </a:lnTo>
                  <a:lnTo>
                    <a:pt x="12547085" y="172456"/>
                  </a:lnTo>
                  <a:lnTo>
                    <a:pt x="12540227" y="182627"/>
                  </a:lnTo>
                  <a:lnTo>
                    <a:pt x="12530055" y="189485"/>
                  </a:lnTo>
                  <a:lnTo>
                    <a:pt x="12517599" y="191999"/>
                  </a:lnTo>
                  <a:lnTo>
                    <a:pt x="32000" y="191999"/>
                  </a:lnTo>
                  <a:lnTo>
                    <a:pt x="19544" y="189485"/>
                  </a:lnTo>
                  <a:lnTo>
                    <a:pt x="9372" y="182627"/>
                  </a:lnTo>
                  <a:lnTo>
                    <a:pt x="2514" y="172456"/>
                  </a:lnTo>
                  <a:lnTo>
                    <a:pt x="0" y="159999"/>
                  </a:lnTo>
                  <a:lnTo>
                    <a:pt x="0" y="320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782700" y="6752726"/>
              <a:ext cx="288925" cy="192405"/>
            </a:xfrm>
            <a:custGeom>
              <a:avLst/>
              <a:gdLst/>
              <a:ahLst/>
              <a:cxnLst/>
              <a:rect l="l" t="t" r="r" b="b"/>
              <a:pathLst>
                <a:path w="288925" h="192404">
                  <a:moveTo>
                    <a:pt x="288599" y="191999"/>
                  </a:moveTo>
                  <a:lnTo>
                    <a:pt x="0" y="191999"/>
                  </a:lnTo>
                  <a:lnTo>
                    <a:pt x="0" y="0"/>
                  </a:lnTo>
                  <a:lnTo>
                    <a:pt x="288599" y="0"/>
                  </a:lnTo>
                  <a:lnTo>
                    <a:pt x="288599" y="191999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782700" y="6752726"/>
              <a:ext cx="288925" cy="192405"/>
            </a:xfrm>
            <a:custGeom>
              <a:avLst/>
              <a:gdLst/>
              <a:ahLst/>
              <a:cxnLst/>
              <a:rect l="l" t="t" r="r" b="b"/>
              <a:pathLst>
                <a:path w="288925" h="192404">
                  <a:moveTo>
                    <a:pt x="0" y="0"/>
                  </a:moveTo>
                  <a:lnTo>
                    <a:pt x="288599" y="0"/>
                  </a:lnTo>
                  <a:lnTo>
                    <a:pt x="288599" y="191999"/>
                  </a:lnTo>
                  <a:lnTo>
                    <a:pt x="0" y="19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071300" y="6752726"/>
              <a:ext cx="2786380" cy="192405"/>
            </a:xfrm>
            <a:custGeom>
              <a:avLst/>
              <a:gdLst/>
              <a:ahLst/>
              <a:cxnLst/>
              <a:rect l="l" t="t" r="r" b="b"/>
              <a:pathLst>
                <a:path w="2786380" h="192404">
                  <a:moveTo>
                    <a:pt x="2785799" y="191999"/>
                  </a:moveTo>
                  <a:lnTo>
                    <a:pt x="0" y="191999"/>
                  </a:lnTo>
                  <a:lnTo>
                    <a:pt x="0" y="0"/>
                  </a:lnTo>
                  <a:lnTo>
                    <a:pt x="2785799" y="0"/>
                  </a:lnTo>
                  <a:lnTo>
                    <a:pt x="2785799" y="1919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071300" y="6752726"/>
              <a:ext cx="2786380" cy="192405"/>
            </a:xfrm>
            <a:custGeom>
              <a:avLst/>
              <a:gdLst/>
              <a:ahLst/>
              <a:cxnLst/>
              <a:rect l="l" t="t" r="r" b="b"/>
              <a:pathLst>
                <a:path w="2786380" h="192404">
                  <a:moveTo>
                    <a:pt x="0" y="0"/>
                  </a:moveTo>
                  <a:lnTo>
                    <a:pt x="2785799" y="0"/>
                  </a:lnTo>
                  <a:lnTo>
                    <a:pt x="2785799" y="191999"/>
                  </a:lnTo>
                  <a:lnTo>
                    <a:pt x="0" y="19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549101" y="7115499"/>
              <a:ext cx="1363345" cy="1166495"/>
            </a:xfrm>
            <a:custGeom>
              <a:avLst/>
              <a:gdLst/>
              <a:ahLst/>
              <a:cxnLst/>
              <a:rect l="l" t="t" r="r" b="b"/>
              <a:pathLst>
                <a:path w="1363345" h="1166495">
                  <a:moveTo>
                    <a:pt x="0" y="1165976"/>
                  </a:moveTo>
                  <a:lnTo>
                    <a:pt x="49201" y="1164848"/>
                  </a:lnTo>
                  <a:lnTo>
                    <a:pt x="98347" y="1161501"/>
                  </a:lnTo>
                  <a:lnTo>
                    <a:pt x="147381" y="1155989"/>
                  </a:lnTo>
                  <a:lnTo>
                    <a:pt x="196247" y="1148366"/>
                  </a:lnTo>
                  <a:lnTo>
                    <a:pt x="244891" y="1138685"/>
                  </a:lnTo>
                  <a:lnTo>
                    <a:pt x="293255" y="1127002"/>
                  </a:lnTo>
                  <a:lnTo>
                    <a:pt x="341285" y="1113370"/>
                  </a:lnTo>
                  <a:lnTo>
                    <a:pt x="388924" y="1097844"/>
                  </a:lnTo>
                  <a:lnTo>
                    <a:pt x="436117" y="1080477"/>
                  </a:lnTo>
                  <a:lnTo>
                    <a:pt x="482808" y="1061324"/>
                  </a:lnTo>
                  <a:lnTo>
                    <a:pt x="528940" y="1040439"/>
                  </a:lnTo>
                  <a:lnTo>
                    <a:pt x="574459" y="1017876"/>
                  </a:lnTo>
                  <a:lnTo>
                    <a:pt x="619309" y="993689"/>
                  </a:lnTo>
                  <a:lnTo>
                    <a:pt x="663433" y="967932"/>
                  </a:lnTo>
                  <a:lnTo>
                    <a:pt x="706776" y="940659"/>
                  </a:lnTo>
                  <a:lnTo>
                    <a:pt x="749282" y="911925"/>
                  </a:lnTo>
                  <a:lnTo>
                    <a:pt x="790895" y="881783"/>
                  </a:lnTo>
                  <a:lnTo>
                    <a:pt x="831560" y="850289"/>
                  </a:lnTo>
                  <a:lnTo>
                    <a:pt x="871221" y="817495"/>
                  </a:lnTo>
                  <a:lnTo>
                    <a:pt x="909821" y="783456"/>
                  </a:lnTo>
                  <a:lnTo>
                    <a:pt x="947305" y="748226"/>
                  </a:lnTo>
                  <a:lnTo>
                    <a:pt x="981994" y="713536"/>
                  </a:lnTo>
                  <a:lnTo>
                    <a:pt x="1015567" y="677858"/>
                  </a:lnTo>
                  <a:lnTo>
                    <a:pt x="1047974" y="641238"/>
                  </a:lnTo>
                  <a:lnTo>
                    <a:pt x="1079169" y="603724"/>
                  </a:lnTo>
                  <a:lnTo>
                    <a:pt x="1109102" y="565362"/>
                  </a:lnTo>
                  <a:lnTo>
                    <a:pt x="1137725" y="526200"/>
                  </a:lnTo>
                  <a:lnTo>
                    <a:pt x="1164989" y="486285"/>
                  </a:lnTo>
                  <a:lnTo>
                    <a:pt x="1190845" y="445663"/>
                  </a:lnTo>
                  <a:lnTo>
                    <a:pt x="1215246" y="404382"/>
                  </a:lnTo>
                  <a:lnTo>
                    <a:pt x="1238143" y="362490"/>
                  </a:lnTo>
                  <a:lnTo>
                    <a:pt x="1259486" y="320032"/>
                  </a:lnTo>
                  <a:lnTo>
                    <a:pt x="1281113" y="272733"/>
                  </a:lnTo>
                  <a:lnTo>
                    <a:pt x="1300737" y="224869"/>
                  </a:lnTo>
                  <a:lnTo>
                    <a:pt x="1318295" y="176504"/>
                  </a:lnTo>
                  <a:lnTo>
                    <a:pt x="1333721" y="127700"/>
                  </a:lnTo>
                  <a:lnTo>
                    <a:pt x="1346950" y="78520"/>
                  </a:lnTo>
                  <a:lnTo>
                    <a:pt x="1357302" y="32129"/>
                  </a:lnTo>
                  <a:lnTo>
                    <a:pt x="1363072" y="1074"/>
                  </a:lnTo>
                  <a:lnTo>
                    <a:pt x="1363252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51040" y="6972009"/>
              <a:ext cx="122626" cy="16180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154824" y="5803960"/>
            <a:ext cx="3429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max_new_to</a:t>
            </a:r>
            <a:r>
              <a:rPr sz="2600" b="1" spc="-320" dirty="0">
                <a:solidFill>
                  <a:srgbClr val="FF00FF"/>
                </a:solidFill>
                <a:latin typeface="Tahoma"/>
                <a:cs typeface="Tahoma"/>
              </a:rPr>
              <a:t>k</a:t>
            </a:r>
            <a:r>
              <a:rPr sz="2600" b="1" spc="-200" dirty="0">
                <a:solidFill>
                  <a:srgbClr val="FF00FF"/>
                </a:solidFill>
                <a:latin typeface="Tahoma"/>
                <a:cs typeface="Tahoma"/>
              </a:rPr>
              <a:t>en</a:t>
            </a:r>
            <a:r>
              <a:rPr sz="2600" b="1" spc="-160" dirty="0">
                <a:solidFill>
                  <a:srgbClr val="FF00FF"/>
                </a:solidFill>
                <a:latin typeface="Tahoma"/>
                <a:cs typeface="Tahoma"/>
              </a:rPr>
              <a:t>s</a:t>
            </a: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620" dirty="0">
                <a:solidFill>
                  <a:srgbClr val="FF00FF"/>
                </a:solidFill>
                <a:latin typeface="Tahoma"/>
                <a:cs typeface="Tahoma"/>
              </a:rPr>
              <a:t>=</a:t>
            </a:r>
            <a:r>
              <a:rPr sz="2600" b="1" spc="-26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150" dirty="0">
                <a:solidFill>
                  <a:srgbClr val="FF00FF"/>
                </a:solidFill>
                <a:latin typeface="Tahoma"/>
                <a:cs typeface="Tahoma"/>
              </a:rPr>
              <a:t>200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54805" y="3823023"/>
            <a:ext cx="3429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max_new_to</a:t>
            </a:r>
            <a:r>
              <a:rPr sz="2600" b="1" spc="-320" dirty="0">
                <a:solidFill>
                  <a:srgbClr val="FF00FF"/>
                </a:solidFill>
                <a:latin typeface="Tahoma"/>
                <a:cs typeface="Tahoma"/>
              </a:rPr>
              <a:t>k</a:t>
            </a:r>
            <a:r>
              <a:rPr sz="2600" b="1" spc="-200" dirty="0">
                <a:solidFill>
                  <a:srgbClr val="FF00FF"/>
                </a:solidFill>
                <a:latin typeface="Tahoma"/>
                <a:cs typeface="Tahoma"/>
              </a:rPr>
              <a:t>en</a:t>
            </a:r>
            <a:r>
              <a:rPr sz="2600" b="1" spc="-160" dirty="0">
                <a:solidFill>
                  <a:srgbClr val="FF00FF"/>
                </a:solidFill>
                <a:latin typeface="Tahoma"/>
                <a:cs typeface="Tahoma"/>
              </a:rPr>
              <a:t>s</a:t>
            </a:r>
            <a:r>
              <a:rPr sz="2600" b="1" spc="-26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620" dirty="0">
                <a:solidFill>
                  <a:srgbClr val="FF00FF"/>
                </a:solidFill>
                <a:latin typeface="Tahoma"/>
                <a:cs typeface="Tahoma"/>
              </a:rPr>
              <a:t>=</a:t>
            </a:r>
            <a:r>
              <a:rPr sz="2600" b="1" spc="-26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600" b="1" spc="-150" dirty="0">
                <a:solidFill>
                  <a:srgbClr val="FF00FF"/>
                </a:solidFill>
                <a:latin typeface="Tahoma"/>
                <a:cs typeface="Tahoma"/>
              </a:rPr>
              <a:t>150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760887" y="8051793"/>
            <a:ext cx="16192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55" dirty="0">
                <a:solidFill>
                  <a:srgbClr val="FF0000"/>
                </a:solidFill>
                <a:latin typeface="Tahoma"/>
                <a:cs typeface="Tahoma"/>
              </a:rPr>
              <a:t>Sto</a:t>
            </a:r>
            <a:r>
              <a:rPr sz="2600" b="1" spc="-170" dirty="0">
                <a:solidFill>
                  <a:srgbClr val="FF0000"/>
                </a:solidFill>
                <a:latin typeface="Tahoma"/>
                <a:cs typeface="Tahoma"/>
              </a:rPr>
              <a:t>p</a:t>
            </a:r>
            <a:r>
              <a:rPr sz="2600" b="1" spc="-2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600" b="1" spc="-11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2600" b="1" spc="-204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2600" b="1" spc="-180" dirty="0">
                <a:solidFill>
                  <a:srgbClr val="FF0000"/>
                </a:solidFill>
                <a:latin typeface="Tahoma"/>
                <a:cs typeface="Tahoma"/>
              </a:rPr>
              <a:t>en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9749" y="5482299"/>
            <a:ext cx="3681095" cy="3556635"/>
          </a:xfrm>
          <a:custGeom>
            <a:avLst/>
            <a:gdLst/>
            <a:ahLst/>
            <a:cxnLst/>
            <a:rect l="l" t="t" r="r" b="b"/>
            <a:pathLst>
              <a:path w="3681095" h="3556634">
                <a:moveTo>
                  <a:pt x="0" y="0"/>
                </a:moveTo>
                <a:lnTo>
                  <a:pt x="3680999" y="0"/>
                </a:lnTo>
                <a:lnTo>
                  <a:pt x="3680999" y="3556499"/>
                </a:lnTo>
                <a:lnTo>
                  <a:pt x="0" y="35564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9525" y="2709111"/>
            <a:ext cx="860425" cy="1922145"/>
            <a:chOff x="-9525" y="2709111"/>
            <a:chExt cx="860425" cy="1922145"/>
          </a:xfrm>
        </p:grpSpPr>
        <p:sp>
          <p:nvSpPr>
            <p:cNvPr id="4" name="object 4"/>
            <p:cNvSpPr/>
            <p:nvPr/>
          </p:nvSpPr>
          <p:spPr>
            <a:xfrm>
              <a:off x="0" y="27186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8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0"/>
                  </a:lnTo>
                  <a:lnTo>
                    <a:pt x="743780" y="1890613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7186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8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0"/>
                  </a:lnTo>
                  <a:lnTo>
                    <a:pt x="743780" y="1890613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07957" y="2878762"/>
            <a:ext cx="765810" cy="1306830"/>
            <a:chOff x="1007957" y="2878762"/>
            <a:chExt cx="765810" cy="1306830"/>
          </a:xfrm>
        </p:grpSpPr>
        <p:sp>
          <p:nvSpPr>
            <p:cNvPr id="7" name="object 7"/>
            <p:cNvSpPr/>
            <p:nvPr/>
          </p:nvSpPr>
          <p:spPr>
            <a:xfrm>
              <a:off x="1017482" y="2888287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7482" y="2888287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10082" y="3100138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9525" y="0"/>
            <a:ext cx="5978525" cy="6722109"/>
            <a:chOff x="-9525" y="0"/>
            <a:chExt cx="5978525" cy="6722109"/>
          </a:xfrm>
        </p:grpSpPr>
        <p:sp>
          <p:nvSpPr>
            <p:cNvPr id="11" name="object 11"/>
            <p:cNvSpPr/>
            <p:nvPr/>
          </p:nvSpPr>
          <p:spPr>
            <a:xfrm>
              <a:off x="1763882" y="3532086"/>
              <a:ext cx="854710" cy="0"/>
            </a:xfrm>
            <a:custGeom>
              <a:avLst/>
              <a:gdLst/>
              <a:ahLst/>
              <a:cxnLst/>
              <a:rect l="l" t="t" r="r" b="b"/>
              <a:pathLst>
                <a:path w="854710">
                  <a:moveTo>
                    <a:pt x="0" y="0"/>
                  </a:moveTo>
                  <a:lnTo>
                    <a:pt x="8546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057" y="3491096"/>
              <a:ext cx="105500" cy="819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449736"/>
              <a:ext cx="8890" cy="1110615"/>
            </a:xfrm>
            <a:custGeom>
              <a:avLst/>
              <a:gdLst/>
              <a:ahLst/>
              <a:cxnLst/>
              <a:rect l="l" t="t" r="r" b="b"/>
              <a:pathLst>
                <a:path w="8890" h="1110614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05399" cy="67216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0249" y="1642350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85551" y="1770713"/>
            <a:ext cx="1473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cake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40249" y="23815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85551" y="2509913"/>
            <a:ext cx="1473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donut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40249" y="3120750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85551" y="3249113"/>
            <a:ext cx="1473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banana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40249" y="3859950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85551" y="3988313"/>
            <a:ext cx="1473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apple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40249" y="4599149"/>
            <a:ext cx="1623695" cy="358775"/>
          </a:xfrm>
          <a:custGeom>
            <a:avLst/>
            <a:gdLst/>
            <a:ahLst/>
            <a:cxnLst/>
            <a:rect l="l" t="t" r="r" b="b"/>
            <a:pathLst>
              <a:path w="1623695" h="358775">
                <a:moveTo>
                  <a:pt x="0" y="0"/>
                </a:moveTo>
                <a:lnTo>
                  <a:pt x="1623599" y="0"/>
                </a:lnTo>
                <a:lnTo>
                  <a:pt x="1623599" y="358199"/>
                </a:lnTo>
                <a:lnTo>
                  <a:pt x="0" y="358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85551" y="4537013"/>
            <a:ext cx="1473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16650" y="1642349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0.20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11887" y="2376787"/>
            <a:ext cx="1633220" cy="749300"/>
            <a:chOff x="2711887" y="2376787"/>
            <a:chExt cx="1633220" cy="749300"/>
          </a:xfrm>
        </p:grpSpPr>
        <p:sp>
          <p:nvSpPr>
            <p:cNvPr id="27" name="object 27"/>
            <p:cNvSpPr/>
            <p:nvPr/>
          </p:nvSpPr>
          <p:spPr>
            <a:xfrm>
              <a:off x="2716650" y="23815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6650" y="23815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721412" y="2489850"/>
            <a:ext cx="1614170" cy="626745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32384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254"/>
              </a:spcBef>
            </a:pPr>
            <a:r>
              <a:rPr sz="2800" spc="-5" dirty="0">
                <a:latin typeface="Arial MT"/>
                <a:cs typeface="Arial MT"/>
              </a:rPr>
              <a:t>0.10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16650" y="3120750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0.02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16650" y="3859950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0.01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16650" y="4599149"/>
            <a:ext cx="1623695" cy="358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ts val="2820"/>
              </a:lnSpc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716925" y="322726"/>
            <a:ext cx="146151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Generative</a:t>
            </a:r>
            <a:r>
              <a:rPr spc="-670" dirty="0"/>
              <a:t> </a:t>
            </a:r>
            <a:r>
              <a:rPr spc="10" dirty="0"/>
              <a:t>conﬁg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15" dirty="0"/>
              <a:t>greedy</a:t>
            </a:r>
            <a:r>
              <a:rPr spc="-670" dirty="0"/>
              <a:t> </a:t>
            </a:r>
            <a:r>
              <a:rPr spc="-170" dirty="0"/>
              <a:t>vs.</a:t>
            </a:r>
            <a:r>
              <a:rPr spc="-665" dirty="0"/>
              <a:t> </a:t>
            </a:r>
            <a:r>
              <a:rPr dirty="0"/>
              <a:t>random</a:t>
            </a:r>
            <a:r>
              <a:rPr spc="-670" dirty="0"/>
              <a:t> </a:t>
            </a:r>
            <a:r>
              <a:rPr spc="-30" dirty="0"/>
              <a:t>sampling</a:t>
            </a:r>
          </a:p>
        </p:txBody>
      </p:sp>
      <p:grpSp>
        <p:nvGrpSpPr>
          <p:cNvPr id="34" name="object 34"/>
          <p:cNvGrpSpPr/>
          <p:nvPr/>
        </p:nvGrpSpPr>
        <p:grpSpPr>
          <a:xfrm>
            <a:off x="-9525" y="1555875"/>
            <a:ext cx="8034655" cy="7011670"/>
            <a:chOff x="-9525" y="1555875"/>
            <a:chExt cx="8034655" cy="7011670"/>
          </a:xfrm>
        </p:grpSpPr>
        <p:sp>
          <p:nvSpPr>
            <p:cNvPr id="35" name="object 35"/>
            <p:cNvSpPr/>
            <p:nvPr/>
          </p:nvSpPr>
          <p:spPr>
            <a:xfrm>
              <a:off x="2625849" y="1570162"/>
              <a:ext cx="5384800" cy="905510"/>
            </a:xfrm>
            <a:custGeom>
              <a:avLst/>
              <a:gdLst/>
              <a:ahLst/>
              <a:cxnLst/>
              <a:rect l="l" t="t" r="r" b="b"/>
              <a:pathLst>
                <a:path w="5384800" h="905510">
                  <a:moveTo>
                    <a:pt x="0" y="0"/>
                  </a:moveTo>
                  <a:lnTo>
                    <a:pt x="3487799" y="0"/>
                  </a:lnTo>
                  <a:lnTo>
                    <a:pt x="3487799" y="905399"/>
                  </a:lnTo>
                  <a:lnTo>
                    <a:pt x="0" y="905399"/>
                  </a:lnTo>
                  <a:lnTo>
                    <a:pt x="0" y="0"/>
                  </a:lnTo>
                  <a:close/>
                </a:path>
                <a:path w="5384800" h="905510">
                  <a:moveTo>
                    <a:pt x="3659249" y="452699"/>
                  </a:moveTo>
                  <a:lnTo>
                    <a:pt x="5384399" y="452699"/>
                  </a:lnTo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1136" y="1961377"/>
              <a:ext cx="158251" cy="12297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0" y="6655383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90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6655383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90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17482" y="6825033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5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5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17482" y="6825033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5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5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290275" y="1772538"/>
            <a:ext cx="62357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204" dirty="0">
                <a:latin typeface="Trebuchet MS"/>
                <a:cs typeface="Trebuchet MS"/>
              </a:rPr>
              <a:t>g</a:t>
            </a:r>
            <a:r>
              <a:rPr sz="2800" b="1" i="1" spc="-229" dirty="0">
                <a:latin typeface="Trebuchet MS"/>
                <a:cs typeface="Trebuchet MS"/>
              </a:rPr>
              <a:t>r</a:t>
            </a:r>
            <a:r>
              <a:rPr sz="2800" b="1" i="1" spc="-200" dirty="0">
                <a:latin typeface="Trebuchet MS"/>
                <a:cs typeface="Trebuchet MS"/>
              </a:rPr>
              <a:t>eedy</a:t>
            </a:r>
            <a:r>
              <a:rPr sz="2800" b="1" spc="-280" dirty="0">
                <a:latin typeface="Tahoma"/>
                <a:cs typeface="Tahoma"/>
              </a:rPr>
              <a:t>: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word</a:t>
            </a:r>
            <a:r>
              <a:rPr sz="2800" spc="-30" dirty="0">
                <a:latin typeface="Tahoma"/>
                <a:cs typeface="Tahoma"/>
              </a:rPr>
              <a:t>/</a:t>
            </a:r>
            <a:r>
              <a:rPr sz="2800" spc="65" dirty="0">
                <a:latin typeface="Tahoma"/>
                <a:cs typeface="Tahoma"/>
              </a:rPr>
              <a:t>to</a:t>
            </a:r>
            <a:r>
              <a:rPr sz="2800" spc="-10" dirty="0">
                <a:latin typeface="Tahoma"/>
                <a:cs typeface="Tahoma"/>
              </a:rPr>
              <a:t>ken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with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the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highest  </a:t>
            </a:r>
            <a:r>
              <a:rPr sz="2800" spc="45" dirty="0">
                <a:latin typeface="Tahoma"/>
                <a:cs typeface="Tahoma"/>
              </a:rPr>
              <a:t>probability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is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selected.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10082" y="7036885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-9525" y="3891198"/>
            <a:ext cx="2724150" cy="5010150"/>
            <a:chOff x="-9525" y="3891198"/>
            <a:chExt cx="2724150" cy="5010150"/>
          </a:xfrm>
        </p:grpSpPr>
        <p:sp>
          <p:nvSpPr>
            <p:cNvPr id="44" name="object 44"/>
            <p:cNvSpPr/>
            <p:nvPr/>
          </p:nvSpPr>
          <p:spPr>
            <a:xfrm>
              <a:off x="0" y="5386483"/>
              <a:ext cx="2618740" cy="2082800"/>
            </a:xfrm>
            <a:custGeom>
              <a:avLst/>
              <a:gdLst/>
              <a:ahLst/>
              <a:cxnLst/>
              <a:rect l="l" t="t" r="r" b="b"/>
              <a:pathLst>
                <a:path w="2618740" h="2082800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  <a:path w="2618740" h="2082800">
                  <a:moveTo>
                    <a:pt x="1763882" y="2082349"/>
                  </a:moveTo>
                  <a:lnTo>
                    <a:pt x="2618582" y="208234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057" y="7427843"/>
              <a:ext cx="105500" cy="8198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891198"/>
              <a:ext cx="1205399" cy="50100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4340249" y="5579096"/>
            <a:ext cx="1623695" cy="739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Arial MT"/>
                <a:cs typeface="Arial MT"/>
              </a:rPr>
              <a:t>cake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340249" y="6318296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200"/>
                </a:lnTo>
                <a:lnTo>
                  <a:pt x="0" y="73920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345012" y="6446660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donut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40249" y="7057497"/>
            <a:ext cx="1623695" cy="739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banana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340249" y="7796696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345012" y="7925060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apple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340249" y="8535896"/>
            <a:ext cx="1623695" cy="358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ts val="2820"/>
              </a:lnSpc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16650" y="5579096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0.20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711887" y="6313534"/>
            <a:ext cx="1633220" cy="749300"/>
            <a:chOff x="2711887" y="6313534"/>
            <a:chExt cx="1633220" cy="749300"/>
          </a:xfrm>
        </p:grpSpPr>
        <p:sp>
          <p:nvSpPr>
            <p:cNvPr id="56" name="object 56"/>
            <p:cNvSpPr/>
            <p:nvPr/>
          </p:nvSpPr>
          <p:spPr>
            <a:xfrm>
              <a:off x="2716650" y="6318296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200"/>
                  </a:moveTo>
                  <a:lnTo>
                    <a:pt x="0" y="739200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200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16650" y="6318296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200"/>
                  </a:lnTo>
                  <a:lnTo>
                    <a:pt x="0" y="73920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721412" y="6323059"/>
            <a:ext cx="1614170" cy="639445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70"/>
              </a:spcBef>
            </a:pPr>
            <a:r>
              <a:rPr sz="2800" spc="-5" dirty="0">
                <a:latin typeface="Arial MT"/>
                <a:cs typeface="Arial MT"/>
              </a:rPr>
              <a:t>0.10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716650" y="7057497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0.02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711887" y="7791934"/>
            <a:ext cx="1633220" cy="749300"/>
            <a:chOff x="2711887" y="7791934"/>
            <a:chExt cx="1633220" cy="749300"/>
          </a:xfrm>
        </p:grpSpPr>
        <p:sp>
          <p:nvSpPr>
            <p:cNvPr id="61" name="object 61"/>
            <p:cNvSpPr/>
            <p:nvPr/>
          </p:nvSpPr>
          <p:spPr>
            <a:xfrm>
              <a:off x="2716650" y="7796696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716650" y="7796696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721412" y="7899055"/>
            <a:ext cx="1614170" cy="632460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3873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05"/>
              </a:spcBef>
            </a:pPr>
            <a:r>
              <a:rPr sz="2800" spc="-5" dirty="0">
                <a:latin typeface="Arial MT"/>
                <a:cs typeface="Arial MT"/>
              </a:rPr>
              <a:t>0.01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16650" y="8535896"/>
            <a:ext cx="1623695" cy="358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ts val="2820"/>
              </a:lnSpc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550851" y="1429510"/>
            <a:ext cx="5421630" cy="6470015"/>
            <a:chOff x="2550851" y="1429510"/>
            <a:chExt cx="5421630" cy="6470015"/>
          </a:xfrm>
        </p:grpSpPr>
        <p:sp>
          <p:nvSpPr>
            <p:cNvPr id="66" name="object 66"/>
            <p:cNvSpPr/>
            <p:nvPr/>
          </p:nvSpPr>
          <p:spPr>
            <a:xfrm>
              <a:off x="2624327" y="6692079"/>
              <a:ext cx="5347970" cy="1193165"/>
            </a:xfrm>
            <a:custGeom>
              <a:avLst/>
              <a:gdLst/>
              <a:ahLst/>
              <a:cxnLst/>
              <a:rect l="l" t="t" r="r" b="b"/>
              <a:pathLst>
                <a:path w="5347970" h="1193165">
                  <a:moveTo>
                    <a:pt x="0" y="284288"/>
                  </a:moveTo>
                  <a:lnTo>
                    <a:pt x="3487799" y="284288"/>
                  </a:lnTo>
                  <a:lnTo>
                    <a:pt x="3487799" y="1192688"/>
                  </a:lnTo>
                  <a:lnTo>
                    <a:pt x="0" y="1192688"/>
                  </a:lnTo>
                  <a:lnTo>
                    <a:pt x="0" y="284288"/>
                  </a:lnTo>
                  <a:close/>
                </a:path>
                <a:path w="5347970" h="1193165">
                  <a:moveTo>
                    <a:pt x="3622721" y="0"/>
                  </a:moveTo>
                  <a:lnTo>
                    <a:pt x="5347871" y="0"/>
                  </a:lnTo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3086" y="6630592"/>
              <a:ext cx="158251" cy="122971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569901" y="1448560"/>
              <a:ext cx="1896745" cy="3604260"/>
            </a:xfrm>
            <a:custGeom>
              <a:avLst/>
              <a:gdLst/>
              <a:ahLst/>
              <a:cxnLst/>
              <a:rect l="l" t="t" r="r" b="b"/>
              <a:pathLst>
                <a:path w="1896745" h="3604260">
                  <a:moveTo>
                    <a:pt x="0" y="0"/>
                  </a:moveTo>
                  <a:lnTo>
                    <a:pt x="1896599" y="0"/>
                  </a:lnTo>
                  <a:lnTo>
                    <a:pt x="1896599" y="3604200"/>
                  </a:lnTo>
                  <a:lnTo>
                    <a:pt x="0" y="360420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204025" y="5733147"/>
            <a:ext cx="655193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295" dirty="0">
                <a:latin typeface="Trebuchet MS"/>
                <a:cs typeface="Trebuchet MS"/>
              </a:rPr>
              <a:t>r</a:t>
            </a:r>
            <a:r>
              <a:rPr sz="2800" b="1" i="1" spc="-175" dirty="0">
                <a:latin typeface="Trebuchet MS"/>
                <a:cs typeface="Trebuchet MS"/>
              </a:rPr>
              <a:t>andom(-weighted</a:t>
            </a:r>
            <a:r>
              <a:rPr sz="2800" b="1" i="1" spc="-114" dirty="0">
                <a:latin typeface="Trebuchet MS"/>
                <a:cs typeface="Trebuchet MS"/>
              </a:rPr>
              <a:t>)</a:t>
            </a:r>
            <a:r>
              <a:rPr sz="2800" b="1" i="1" spc="-310" dirty="0">
                <a:latin typeface="Trebuchet MS"/>
                <a:cs typeface="Trebuchet MS"/>
              </a:rPr>
              <a:t> </a:t>
            </a:r>
            <a:r>
              <a:rPr sz="2800" b="1" i="1" spc="-170" dirty="0">
                <a:latin typeface="Trebuchet MS"/>
                <a:cs typeface="Trebuchet MS"/>
              </a:rPr>
              <a:t>samplin</a:t>
            </a:r>
            <a:r>
              <a:rPr sz="2800" b="1" i="1" spc="-114" dirty="0">
                <a:latin typeface="Trebuchet MS"/>
                <a:cs typeface="Trebuchet MS"/>
              </a:rPr>
              <a:t>g</a:t>
            </a:r>
            <a:r>
              <a:rPr sz="2800" spc="-285" dirty="0">
                <a:latin typeface="Tahoma"/>
                <a:cs typeface="Tahoma"/>
              </a:rPr>
              <a:t>: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select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a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to</a:t>
            </a:r>
            <a:r>
              <a:rPr sz="2800" spc="-10" dirty="0">
                <a:latin typeface="Tahoma"/>
                <a:cs typeface="Tahoma"/>
              </a:rPr>
              <a:t>k</a:t>
            </a:r>
            <a:r>
              <a:rPr sz="2800" spc="-5" dirty="0">
                <a:latin typeface="Tahoma"/>
                <a:cs typeface="Tahoma"/>
              </a:rPr>
              <a:t>en  </a:t>
            </a:r>
            <a:r>
              <a:rPr sz="2800" spc="-20" dirty="0">
                <a:latin typeface="Tahoma"/>
                <a:cs typeface="Tahoma"/>
              </a:rPr>
              <a:t>using </a:t>
            </a:r>
            <a:r>
              <a:rPr sz="2800" spc="-55" dirty="0">
                <a:latin typeface="Tahoma"/>
                <a:cs typeface="Tahoma"/>
              </a:rPr>
              <a:t>a </a:t>
            </a:r>
            <a:r>
              <a:rPr sz="2800" spc="5" dirty="0">
                <a:latin typeface="Tahoma"/>
                <a:cs typeface="Tahoma"/>
              </a:rPr>
              <a:t>random-weighted </a:t>
            </a:r>
            <a:r>
              <a:rPr sz="2800" spc="10" dirty="0">
                <a:latin typeface="Tahoma"/>
                <a:cs typeface="Tahoma"/>
              </a:rPr>
              <a:t>strategy </a:t>
            </a:r>
            <a:r>
              <a:rPr sz="2800" spc="5" dirty="0">
                <a:latin typeface="Tahoma"/>
                <a:cs typeface="Tahoma"/>
              </a:rPr>
              <a:t>across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the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probabilities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40" dirty="0">
                <a:latin typeface="Tahoma"/>
                <a:cs typeface="Tahoma"/>
              </a:rPr>
              <a:t>of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all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to</a:t>
            </a:r>
            <a:r>
              <a:rPr sz="2800" spc="-10" dirty="0">
                <a:latin typeface="Tahoma"/>
                <a:cs typeface="Tahoma"/>
              </a:rPr>
              <a:t>k</a:t>
            </a:r>
            <a:r>
              <a:rPr sz="2800" spc="-75" dirty="0">
                <a:latin typeface="Tahoma"/>
                <a:cs typeface="Tahoma"/>
              </a:rPr>
              <a:t>ens.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04025" y="7440028"/>
            <a:ext cx="65049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i="1" spc="-200" dirty="0">
                <a:latin typeface="Trebuchet MS"/>
                <a:cs typeface="Trebuchet MS"/>
              </a:rPr>
              <a:t>Here,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200" dirty="0">
                <a:latin typeface="Trebuchet MS"/>
                <a:cs typeface="Trebuchet MS"/>
              </a:rPr>
              <a:t>there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114" dirty="0">
                <a:latin typeface="Trebuchet MS"/>
                <a:cs typeface="Trebuchet MS"/>
              </a:rPr>
              <a:t>is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60" dirty="0">
                <a:latin typeface="Trebuchet MS"/>
                <a:cs typeface="Trebuchet MS"/>
              </a:rPr>
              <a:t>a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220" dirty="0">
                <a:latin typeface="Trebuchet MS"/>
                <a:cs typeface="Trebuchet MS"/>
              </a:rPr>
              <a:t>20%</a:t>
            </a:r>
            <a:r>
              <a:rPr sz="2800" i="1" spc="-300" dirty="0">
                <a:latin typeface="Trebuchet MS"/>
                <a:cs typeface="Trebuchet MS"/>
              </a:rPr>
              <a:t> </a:t>
            </a:r>
            <a:r>
              <a:rPr sz="2800" i="1" spc="-95" dirty="0">
                <a:latin typeface="Trebuchet MS"/>
                <a:cs typeface="Trebuchet MS"/>
              </a:rPr>
              <a:t>chance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150" dirty="0">
                <a:latin typeface="Trebuchet MS"/>
                <a:cs typeface="Trebuchet MS"/>
              </a:rPr>
              <a:t>that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285" dirty="0">
                <a:latin typeface="Trebuchet MS"/>
                <a:cs typeface="Trebuchet MS"/>
              </a:rPr>
              <a:t>‘cake’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190" dirty="0">
                <a:latin typeface="Trebuchet MS"/>
                <a:cs typeface="Trebuchet MS"/>
              </a:rPr>
              <a:t>will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155" dirty="0">
                <a:latin typeface="Trebuchet MS"/>
                <a:cs typeface="Trebuchet MS"/>
              </a:rPr>
              <a:t>be </a:t>
            </a:r>
            <a:r>
              <a:rPr sz="2800" i="1" spc="-830" dirty="0">
                <a:latin typeface="Trebuchet MS"/>
                <a:cs typeface="Trebuchet MS"/>
              </a:rPr>
              <a:t> </a:t>
            </a:r>
            <a:r>
              <a:rPr sz="2800" i="1" spc="-195" dirty="0">
                <a:latin typeface="Trebuchet MS"/>
                <a:cs typeface="Trebuchet MS"/>
              </a:rPr>
              <a:t>selected,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135" dirty="0">
                <a:latin typeface="Trebuchet MS"/>
                <a:cs typeface="Trebuchet MS"/>
              </a:rPr>
              <a:t>but</a:t>
            </a:r>
            <a:r>
              <a:rPr sz="2800" i="1" spc="-300" dirty="0">
                <a:latin typeface="Trebuchet MS"/>
                <a:cs typeface="Trebuchet MS"/>
              </a:rPr>
              <a:t> </a:t>
            </a:r>
            <a:r>
              <a:rPr sz="2800" i="1" spc="-170" dirty="0">
                <a:latin typeface="Trebuchet MS"/>
                <a:cs typeface="Trebuchet MS"/>
              </a:rPr>
              <a:t>‘banana’</a:t>
            </a:r>
            <a:r>
              <a:rPr sz="2800" i="1" spc="-300" dirty="0">
                <a:latin typeface="Trebuchet MS"/>
                <a:cs typeface="Trebuchet MS"/>
              </a:rPr>
              <a:t> </a:t>
            </a:r>
            <a:r>
              <a:rPr sz="2800" i="1" spc="-70" dirty="0">
                <a:latin typeface="Trebuchet MS"/>
                <a:cs typeface="Trebuchet MS"/>
              </a:rPr>
              <a:t>was</a:t>
            </a:r>
            <a:r>
              <a:rPr sz="2800" i="1" spc="-305" dirty="0">
                <a:latin typeface="Trebuchet MS"/>
                <a:cs typeface="Trebuchet MS"/>
              </a:rPr>
              <a:t> </a:t>
            </a:r>
            <a:r>
              <a:rPr sz="2800" i="1" spc="-130" dirty="0">
                <a:latin typeface="Trebuchet MS"/>
                <a:cs typeface="Trebuchet MS"/>
              </a:rPr>
              <a:t>actually</a:t>
            </a:r>
            <a:r>
              <a:rPr sz="2800" i="1" spc="-300" dirty="0">
                <a:latin typeface="Trebuchet MS"/>
                <a:cs typeface="Trebuchet MS"/>
              </a:rPr>
              <a:t> </a:t>
            </a:r>
            <a:r>
              <a:rPr sz="2800" i="1" spc="-195" dirty="0">
                <a:latin typeface="Trebuchet MS"/>
                <a:cs typeface="Trebuchet MS"/>
              </a:rPr>
              <a:t>selected.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6424" y="1470369"/>
            <a:ext cx="197167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65" dirty="0">
                <a:latin typeface="Tahoma"/>
                <a:cs typeface="Tahoma"/>
              </a:rPr>
              <a:t>Token 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50" dirty="0">
                <a:latin typeface="Tahoma"/>
                <a:cs typeface="Tahoma"/>
              </a:rPr>
              <a:t>probability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075398" y="5016150"/>
            <a:ext cx="775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latin typeface="Tahoma"/>
                <a:cs typeface="Tahoma"/>
              </a:rPr>
              <a:t>prob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632335" y="5016150"/>
            <a:ext cx="857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5" dirty="0">
                <a:latin typeface="Tahoma"/>
                <a:cs typeface="Tahoma"/>
              </a:rPr>
              <a:t>word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31089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Generative</a:t>
            </a:r>
            <a:r>
              <a:rPr spc="-670" dirty="0"/>
              <a:t> </a:t>
            </a:r>
            <a:r>
              <a:rPr spc="40" dirty="0"/>
              <a:t>conﬁguration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70" dirty="0"/>
              <a:t> </a:t>
            </a:r>
            <a:r>
              <a:rPr spc="65" dirty="0"/>
              <a:t>top-k</a:t>
            </a:r>
            <a:r>
              <a:rPr spc="-670" dirty="0"/>
              <a:t> </a:t>
            </a:r>
            <a:r>
              <a:rPr spc="-25" dirty="0"/>
              <a:t>and</a:t>
            </a:r>
            <a:r>
              <a:rPr spc="-670" dirty="0"/>
              <a:t> </a:t>
            </a:r>
            <a:r>
              <a:rPr spc="35" dirty="0"/>
              <a:t>top-p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78822" y="3158176"/>
            <a:ext cx="3915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80" dirty="0">
                <a:latin typeface="Tahoma"/>
                <a:cs typeface="Tahoma"/>
              </a:rPr>
              <a:t>T</a:t>
            </a:r>
            <a:r>
              <a:rPr sz="2800" spc="15" dirty="0">
                <a:latin typeface="Tahoma"/>
                <a:cs typeface="Tahoma"/>
              </a:rPr>
              <a:t>op-k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5" dirty="0">
                <a:latin typeface="Tahoma"/>
                <a:cs typeface="Tahoma"/>
              </a:rPr>
              <a:t>top-p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sampling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93987" y="2147487"/>
            <a:ext cx="8411845" cy="6164580"/>
            <a:chOff x="3493987" y="2147487"/>
            <a:chExt cx="8411845" cy="6164580"/>
          </a:xfrm>
        </p:grpSpPr>
        <p:sp>
          <p:nvSpPr>
            <p:cNvPr id="5" name="object 5"/>
            <p:cNvSpPr/>
            <p:nvPr/>
          </p:nvSpPr>
          <p:spPr>
            <a:xfrm>
              <a:off x="3498750" y="2152250"/>
              <a:ext cx="8402320" cy="6155055"/>
            </a:xfrm>
            <a:custGeom>
              <a:avLst/>
              <a:gdLst/>
              <a:ahLst/>
              <a:cxnLst/>
              <a:rect l="l" t="t" r="r" b="b"/>
              <a:pathLst>
                <a:path w="8402320" h="6155055">
                  <a:moveTo>
                    <a:pt x="0" y="119464"/>
                  </a:moveTo>
                  <a:lnTo>
                    <a:pt x="9388" y="72963"/>
                  </a:lnTo>
                  <a:lnTo>
                    <a:pt x="34990" y="34990"/>
                  </a:lnTo>
                  <a:lnTo>
                    <a:pt x="72963" y="9388"/>
                  </a:lnTo>
                  <a:lnTo>
                    <a:pt x="119464" y="0"/>
                  </a:lnTo>
                  <a:lnTo>
                    <a:pt x="8282334" y="0"/>
                  </a:lnTo>
                  <a:lnTo>
                    <a:pt x="8328052" y="9093"/>
                  </a:lnTo>
                  <a:lnTo>
                    <a:pt x="8366809" y="34990"/>
                  </a:lnTo>
                  <a:lnTo>
                    <a:pt x="8392706" y="73747"/>
                  </a:lnTo>
                  <a:lnTo>
                    <a:pt x="8401799" y="119464"/>
                  </a:lnTo>
                  <a:lnTo>
                    <a:pt x="8401799" y="6035334"/>
                  </a:lnTo>
                  <a:lnTo>
                    <a:pt x="8392411" y="6081836"/>
                  </a:lnTo>
                  <a:lnTo>
                    <a:pt x="8366809" y="6119809"/>
                  </a:lnTo>
                  <a:lnTo>
                    <a:pt x="8328836" y="6145411"/>
                  </a:lnTo>
                  <a:lnTo>
                    <a:pt x="8282334" y="6154799"/>
                  </a:lnTo>
                  <a:lnTo>
                    <a:pt x="119464" y="6154799"/>
                  </a:lnTo>
                  <a:lnTo>
                    <a:pt x="72963" y="6145411"/>
                  </a:lnTo>
                  <a:lnTo>
                    <a:pt x="34990" y="6119809"/>
                  </a:lnTo>
                  <a:lnTo>
                    <a:pt x="9388" y="6081836"/>
                  </a:lnTo>
                  <a:lnTo>
                    <a:pt x="0" y="6035334"/>
                  </a:lnTo>
                  <a:lnTo>
                    <a:pt x="0" y="1194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3697216" y="5909400"/>
                  </a:move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0" y="73183"/>
                  </a:move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52600" y="3943050"/>
            <a:ext cx="9042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25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48937" y="5528337"/>
            <a:ext cx="3312795" cy="306070"/>
            <a:chOff x="8248937" y="5528337"/>
            <a:chExt cx="3312795" cy="306070"/>
          </a:xfrm>
        </p:grpSpPr>
        <p:sp>
          <p:nvSpPr>
            <p:cNvPr id="14" name="object 14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47100" y="5533099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47100" y="5533099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30371" y="3593600"/>
            <a:ext cx="3578860" cy="2540635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20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ahoma"/>
              <a:cs typeface="Tahoma"/>
            </a:endParaRPr>
          </a:p>
          <a:p>
            <a:pPr marL="8509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40" dirty="0"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65449" y="4958800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25837" y="2257230"/>
            <a:ext cx="4226560" cy="5919470"/>
            <a:chOff x="3625837" y="2257230"/>
            <a:chExt cx="4226560" cy="5919470"/>
          </a:xfrm>
        </p:grpSpPr>
        <p:sp>
          <p:nvSpPr>
            <p:cNvPr id="21" name="object 21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4134951" y="5909400"/>
                  </a:move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0" y="81847"/>
                  </a:move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822847" y="2442048"/>
            <a:ext cx="346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Enter</a:t>
            </a:r>
            <a:r>
              <a:rPr sz="2400" spc="-4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57575"/>
                </a:solidFill>
                <a:latin typeface="Arial MT"/>
                <a:cs typeface="Arial MT"/>
              </a:rPr>
              <a:t>your</a:t>
            </a:r>
            <a:r>
              <a:rPr sz="2400" spc="-3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prompt</a:t>
            </a:r>
            <a:r>
              <a:rPr sz="2400" spc="-3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here…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047450" y="7578349"/>
            <a:ext cx="1527810" cy="429895"/>
          </a:xfrm>
          <a:custGeom>
            <a:avLst/>
            <a:gdLst/>
            <a:ahLst/>
            <a:cxnLst/>
            <a:rect l="l" t="t" r="r" b="b"/>
            <a:pathLst>
              <a:path w="1527809" h="429895">
                <a:moveTo>
                  <a:pt x="0" y="71601"/>
                </a:moveTo>
                <a:lnTo>
                  <a:pt x="5626" y="43730"/>
                </a:lnTo>
                <a:lnTo>
                  <a:pt x="20971" y="20971"/>
                </a:lnTo>
                <a:lnTo>
                  <a:pt x="43730" y="5626"/>
                </a:lnTo>
                <a:lnTo>
                  <a:pt x="71601" y="0"/>
                </a:lnTo>
                <a:lnTo>
                  <a:pt x="1455998" y="0"/>
                </a:lnTo>
                <a:lnTo>
                  <a:pt x="1495722" y="12030"/>
                </a:lnTo>
                <a:lnTo>
                  <a:pt x="1522149" y="44200"/>
                </a:lnTo>
                <a:lnTo>
                  <a:pt x="1527599" y="71601"/>
                </a:lnTo>
                <a:lnTo>
                  <a:pt x="1527599" y="357998"/>
                </a:lnTo>
                <a:lnTo>
                  <a:pt x="1521973" y="385869"/>
                </a:lnTo>
                <a:lnTo>
                  <a:pt x="1506628" y="408628"/>
                </a:lnTo>
                <a:lnTo>
                  <a:pt x="1483869" y="423973"/>
                </a:lnTo>
                <a:lnTo>
                  <a:pt x="1455998" y="429599"/>
                </a:lnTo>
                <a:lnTo>
                  <a:pt x="71601" y="429599"/>
                </a:lnTo>
                <a:lnTo>
                  <a:pt x="43730" y="423973"/>
                </a:lnTo>
                <a:lnTo>
                  <a:pt x="20971" y="408628"/>
                </a:lnTo>
                <a:lnTo>
                  <a:pt x="5626" y="385869"/>
                </a:lnTo>
                <a:lnTo>
                  <a:pt x="0" y="357998"/>
                </a:lnTo>
                <a:lnTo>
                  <a:pt x="0" y="71601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324234" y="7587283"/>
            <a:ext cx="9728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Submit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248937" y="3001157"/>
            <a:ext cx="3312795" cy="4306570"/>
            <a:chOff x="8248937" y="3001157"/>
            <a:chExt cx="3312795" cy="4306570"/>
          </a:xfrm>
        </p:grpSpPr>
        <p:sp>
          <p:nvSpPr>
            <p:cNvPr id="27" name="object 27"/>
            <p:cNvSpPr/>
            <p:nvPr/>
          </p:nvSpPr>
          <p:spPr>
            <a:xfrm>
              <a:off x="8253700" y="7097117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53700" y="7097117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53700" y="309651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53700" y="3096520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190300" y="3005919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190300" y="300592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0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203376" y="6423976"/>
            <a:ext cx="1748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45" dirty="0">
                <a:latin typeface="Tahoma"/>
                <a:cs typeface="Tahoma"/>
              </a:rPr>
              <a:t>T</a:t>
            </a:r>
            <a:r>
              <a:rPr sz="2400" spc="5" dirty="0">
                <a:latin typeface="Tahoma"/>
                <a:cs typeface="Tahoma"/>
              </a:rPr>
              <a:t>empe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spc="25" dirty="0">
                <a:latin typeface="Tahoma"/>
                <a:cs typeface="Tahoma"/>
              </a:rPr>
              <a:t>ature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65449" y="6420899"/>
            <a:ext cx="892175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03376" y="2423377"/>
            <a:ext cx="2189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0" dirty="0">
                <a:latin typeface="Tahoma"/>
                <a:cs typeface="Tahoma"/>
              </a:rPr>
              <a:t>Max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new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to</a:t>
            </a:r>
            <a:r>
              <a:rPr sz="2400" spc="-10" dirty="0">
                <a:latin typeface="Tahoma"/>
                <a:cs typeface="Tahoma"/>
              </a:rPr>
              <a:t>k</a:t>
            </a:r>
            <a:r>
              <a:rPr sz="2400" spc="-15" dirty="0">
                <a:latin typeface="Tahoma"/>
                <a:cs typeface="Tahoma"/>
              </a:rPr>
              <a:t>ens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65449" y="2431619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200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928311"/>
            <a:ext cx="860425" cy="1922145"/>
            <a:chOff x="-9525" y="3928311"/>
            <a:chExt cx="860425" cy="1922145"/>
          </a:xfrm>
        </p:grpSpPr>
        <p:sp>
          <p:nvSpPr>
            <p:cNvPr id="3" name="object 3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07957" y="4097961"/>
            <a:ext cx="765810" cy="1306830"/>
            <a:chOff x="1007957" y="4097961"/>
            <a:chExt cx="765810" cy="1306830"/>
          </a:xfrm>
        </p:grpSpPr>
        <p:sp>
          <p:nvSpPr>
            <p:cNvPr id="6" name="object 6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0082" y="4319337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9525" y="1173449"/>
            <a:ext cx="5978525" cy="7072630"/>
            <a:chOff x="-9525" y="1173449"/>
            <a:chExt cx="5978525" cy="7072630"/>
          </a:xfrm>
        </p:grpSpPr>
        <p:sp>
          <p:nvSpPr>
            <p:cNvPr id="10" name="object 10"/>
            <p:cNvSpPr/>
            <p:nvPr/>
          </p:nvSpPr>
          <p:spPr>
            <a:xfrm>
              <a:off x="1763882" y="4751286"/>
              <a:ext cx="854710" cy="0"/>
            </a:xfrm>
            <a:custGeom>
              <a:avLst/>
              <a:gdLst/>
              <a:ahLst/>
              <a:cxnLst/>
              <a:rect l="l" t="t" r="r" b="b"/>
              <a:pathLst>
                <a:path w="854710">
                  <a:moveTo>
                    <a:pt x="0" y="0"/>
                  </a:moveTo>
                  <a:lnTo>
                    <a:pt x="8546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057" y="4710296"/>
              <a:ext cx="105500" cy="819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2668936"/>
              <a:ext cx="8890" cy="1110615"/>
            </a:xfrm>
            <a:custGeom>
              <a:avLst/>
              <a:gdLst/>
              <a:ahLst/>
              <a:cxnLst/>
              <a:rect l="l" t="t" r="r" b="b"/>
              <a:pathLst>
                <a:path w="8890" h="1110614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73449"/>
              <a:ext cx="1205399" cy="7072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40249" y="2861550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45012" y="2989913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cake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0249" y="3600749"/>
            <a:ext cx="1623695" cy="739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donut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40249" y="43399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45012" y="4468313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banana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40249" y="5079150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45012" y="5207513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apple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40249" y="5818349"/>
            <a:ext cx="1623695" cy="739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11887" y="2856787"/>
            <a:ext cx="1633220" cy="749300"/>
            <a:chOff x="2711887" y="2856787"/>
            <a:chExt cx="1633220" cy="749300"/>
          </a:xfrm>
        </p:grpSpPr>
        <p:sp>
          <p:nvSpPr>
            <p:cNvPr id="23" name="object 23"/>
            <p:cNvSpPr/>
            <p:nvPr/>
          </p:nvSpPr>
          <p:spPr>
            <a:xfrm>
              <a:off x="2716650" y="28615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16650" y="28615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721412" y="2866312"/>
            <a:ext cx="1614170" cy="635635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70"/>
              </a:spcBef>
            </a:pPr>
            <a:r>
              <a:rPr sz="2800" spc="-5" dirty="0">
                <a:latin typeface="Arial MT"/>
                <a:cs typeface="Arial MT"/>
              </a:rPr>
              <a:t>0.20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16650" y="3600749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0.10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711887" y="4335187"/>
            <a:ext cx="1633220" cy="749300"/>
            <a:chOff x="2711887" y="4335187"/>
            <a:chExt cx="1633220" cy="749300"/>
          </a:xfrm>
        </p:grpSpPr>
        <p:sp>
          <p:nvSpPr>
            <p:cNvPr id="28" name="object 28"/>
            <p:cNvSpPr/>
            <p:nvPr/>
          </p:nvSpPr>
          <p:spPr>
            <a:xfrm>
              <a:off x="2716650" y="43399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16650" y="43399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21412" y="4438824"/>
            <a:ext cx="1614170" cy="635635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4191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Arial MT"/>
                <a:cs typeface="Arial MT"/>
              </a:rPr>
              <a:t>0.02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11887" y="5074387"/>
            <a:ext cx="1633220" cy="749300"/>
            <a:chOff x="2711887" y="5074387"/>
            <a:chExt cx="1633220" cy="749300"/>
          </a:xfrm>
        </p:grpSpPr>
        <p:sp>
          <p:nvSpPr>
            <p:cNvPr id="32" name="object 32"/>
            <p:cNvSpPr/>
            <p:nvPr/>
          </p:nvSpPr>
          <p:spPr>
            <a:xfrm>
              <a:off x="2716650" y="5079150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16650" y="5079150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721412" y="5238337"/>
            <a:ext cx="1614170" cy="575310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3215"/>
              </a:lnSpc>
            </a:pPr>
            <a:r>
              <a:rPr sz="2800" spc="-5" dirty="0">
                <a:latin typeface="Arial MT"/>
                <a:cs typeface="Arial MT"/>
              </a:rPr>
              <a:t>0.01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16650" y="5818349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06260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10" dirty="0"/>
              <a:t>conﬁg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70" dirty="0"/>
              <a:t> </a:t>
            </a:r>
            <a:r>
              <a:rPr spc="65" dirty="0"/>
              <a:t>top-k</a:t>
            </a:r>
            <a:r>
              <a:rPr spc="-670" dirty="0"/>
              <a:t> </a:t>
            </a:r>
            <a:r>
              <a:rPr spc="-30" dirty="0"/>
              <a:t>sampling</a:t>
            </a:r>
          </a:p>
        </p:txBody>
      </p:sp>
      <p:grpSp>
        <p:nvGrpSpPr>
          <p:cNvPr id="37" name="object 37"/>
          <p:cNvGrpSpPr/>
          <p:nvPr/>
        </p:nvGrpSpPr>
        <p:grpSpPr>
          <a:xfrm>
            <a:off x="2476912" y="2702362"/>
            <a:ext cx="5495290" cy="2536190"/>
            <a:chOff x="2476912" y="2702362"/>
            <a:chExt cx="5495290" cy="2536190"/>
          </a:xfrm>
        </p:grpSpPr>
        <p:sp>
          <p:nvSpPr>
            <p:cNvPr id="38" name="object 38"/>
            <p:cNvSpPr/>
            <p:nvPr/>
          </p:nvSpPr>
          <p:spPr>
            <a:xfrm>
              <a:off x="2587800" y="3516137"/>
              <a:ext cx="5384800" cy="908685"/>
            </a:xfrm>
            <a:custGeom>
              <a:avLst/>
              <a:gdLst/>
              <a:ahLst/>
              <a:cxnLst/>
              <a:rect l="l" t="t" r="r" b="b"/>
              <a:pathLst>
                <a:path w="5384800" h="908685">
                  <a:moveTo>
                    <a:pt x="0" y="0"/>
                  </a:moveTo>
                  <a:lnTo>
                    <a:pt x="3487799" y="0"/>
                  </a:lnTo>
                  <a:lnTo>
                    <a:pt x="3487799" y="908399"/>
                  </a:lnTo>
                  <a:lnTo>
                    <a:pt x="0" y="908399"/>
                  </a:lnTo>
                  <a:lnTo>
                    <a:pt x="0" y="0"/>
                  </a:lnTo>
                  <a:close/>
                </a:path>
                <a:path w="5384800" h="908685">
                  <a:moveTo>
                    <a:pt x="3659249" y="148399"/>
                  </a:moveTo>
                  <a:lnTo>
                    <a:pt x="5384399" y="148399"/>
                  </a:lnTo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3086" y="3603051"/>
              <a:ext cx="158251" cy="12297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491200" y="2716650"/>
              <a:ext cx="3681095" cy="2507615"/>
            </a:xfrm>
            <a:custGeom>
              <a:avLst/>
              <a:gdLst/>
              <a:ahLst/>
              <a:cxnLst/>
              <a:rect l="l" t="t" r="r" b="b"/>
              <a:pathLst>
                <a:path w="3681095" h="2507615">
                  <a:moveTo>
                    <a:pt x="0" y="0"/>
                  </a:moveTo>
                  <a:lnTo>
                    <a:pt x="3680999" y="0"/>
                  </a:lnTo>
                  <a:lnTo>
                    <a:pt x="3680999" y="2507399"/>
                  </a:lnTo>
                  <a:lnTo>
                    <a:pt x="0" y="2507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204025" y="2975700"/>
            <a:ext cx="614362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160" dirty="0">
                <a:latin typeface="Trebuchet MS"/>
                <a:cs typeface="Trebuchet MS"/>
              </a:rPr>
              <a:t>top-</a:t>
            </a:r>
            <a:r>
              <a:rPr sz="2800" b="1" i="1" spc="-170" dirty="0">
                <a:latin typeface="Trebuchet MS"/>
                <a:cs typeface="Trebuchet MS"/>
              </a:rPr>
              <a:t>k</a:t>
            </a:r>
            <a:r>
              <a:rPr sz="2800" spc="-285" dirty="0">
                <a:latin typeface="Tahoma"/>
                <a:cs typeface="Tahoma"/>
              </a:rPr>
              <a:t>: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select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an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40" dirty="0">
                <a:latin typeface="Tahoma"/>
                <a:cs typeface="Tahoma"/>
              </a:rPr>
              <a:t>output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from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the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top-k  results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40" dirty="0">
                <a:latin typeface="Tahoma"/>
                <a:cs typeface="Tahoma"/>
              </a:rPr>
              <a:t>after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applying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r</a:t>
            </a:r>
            <a:r>
              <a:rPr sz="2800" dirty="0">
                <a:latin typeface="Tahoma"/>
                <a:cs typeface="Tahoma"/>
              </a:rPr>
              <a:t>andom-weighted  </a:t>
            </a:r>
            <a:r>
              <a:rPr sz="2800" spc="10" dirty="0">
                <a:latin typeface="Tahoma"/>
                <a:cs typeface="Tahoma"/>
              </a:rPr>
              <a:t>strategy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using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the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probabilities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40475" y="4490953"/>
            <a:ext cx="7327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i="1" spc="90" dirty="0">
                <a:solidFill>
                  <a:srgbClr val="FF00FF"/>
                </a:solidFill>
                <a:latin typeface="Trebuchet MS"/>
                <a:cs typeface="Trebuchet MS"/>
              </a:rPr>
              <a:t>k=3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44936" y="2272951"/>
            <a:ext cx="775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latin typeface="Tahoma"/>
                <a:cs typeface="Tahoma"/>
              </a:rPr>
              <a:t>prob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01873" y="2272951"/>
            <a:ext cx="857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5" dirty="0">
                <a:latin typeface="Tahoma"/>
                <a:cs typeface="Tahoma"/>
              </a:rPr>
              <a:t>word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928311"/>
            <a:ext cx="860425" cy="1922145"/>
            <a:chOff x="-9525" y="3928311"/>
            <a:chExt cx="860425" cy="1922145"/>
          </a:xfrm>
        </p:grpSpPr>
        <p:sp>
          <p:nvSpPr>
            <p:cNvPr id="3" name="object 3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07957" y="4097961"/>
            <a:ext cx="765810" cy="1306830"/>
            <a:chOff x="1007957" y="4097961"/>
            <a:chExt cx="765810" cy="1306830"/>
          </a:xfrm>
        </p:grpSpPr>
        <p:sp>
          <p:nvSpPr>
            <p:cNvPr id="6" name="object 6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0082" y="4319337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9525" y="1173449"/>
            <a:ext cx="2724150" cy="7072630"/>
            <a:chOff x="-9525" y="1173449"/>
            <a:chExt cx="2724150" cy="7072630"/>
          </a:xfrm>
        </p:grpSpPr>
        <p:sp>
          <p:nvSpPr>
            <p:cNvPr id="10" name="object 10"/>
            <p:cNvSpPr/>
            <p:nvPr/>
          </p:nvSpPr>
          <p:spPr>
            <a:xfrm>
              <a:off x="1763882" y="4751286"/>
              <a:ext cx="854710" cy="0"/>
            </a:xfrm>
            <a:custGeom>
              <a:avLst/>
              <a:gdLst/>
              <a:ahLst/>
              <a:cxnLst/>
              <a:rect l="l" t="t" r="r" b="b"/>
              <a:pathLst>
                <a:path w="854710">
                  <a:moveTo>
                    <a:pt x="0" y="0"/>
                  </a:moveTo>
                  <a:lnTo>
                    <a:pt x="8546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9057" y="4710296"/>
              <a:ext cx="105500" cy="819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2668936"/>
              <a:ext cx="8890" cy="1110615"/>
            </a:xfrm>
            <a:custGeom>
              <a:avLst/>
              <a:gdLst/>
              <a:ahLst/>
              <a:cxnLst/>
              <a:rect l="l" t="t" r="r" b="b"/>
              <a:pathLst>
                <a:path w="8890" h="1110614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73449"/>
              <a:ext cx="1205399" cy="707219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06457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10" dirty="0"/>
              <a:t>conﬁg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70" dirty="0"/>
              <a:t> </a:t>
            </a:r>
            <a:r>
              <a:rPr spc="35" dirty="0"/>
              <a:t>top-p</a:t>
            </a:r>
            <a:r>
              <a:rPr spc="-670" dirty="0"/>
              <a:t> </a:t>
            </a:r>
            <a:r>
              <a:rPr spc="-30" dirty="0"/>
              <a:t>sampling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46326" y="3015601"/>
            <a:ext cx="5511165" cy="291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175" dirty="0">
                <a:latin typeface="Trebuchet MS"/>
                <a:cs typeface="Trebuchet MS"/>
              </a:rPr>
              <a:t>top-</a:t>
            </a:r>
            <a:r>
              <a:rPr sz="2800" b="1" i="1" spc="-210" dirty="0">
                <a:latin typeface="Trebuchet MS"/>
                <a:cs typeface="Trebuchet MS"/>
              </a:rPr>
              <a:t>p</a:t>
            </a:r>
            <a:r>
              <a:rPr sz="2800" spc="-285" dirty="0">
                <a:latin typeface="Tahoma"/>
                <a:cs typeface="Tahoma"/>
              </a:rPr>
              <a:t>: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select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an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40" dirty="0">
                <a:latin typeface="Tahoma"/>
                <a:cs typeface="Tahoma"/>
              </a:rPr>
              <a:t>output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using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the  </a:t>
            </a:r>
            <a:r>
              <a:rPr sz="2800" spc="60" dirty="0">
                <a:latin typeface="Tahoma"/>
                <a:cs typeface="Tahoma"/>
              </a:rPr>
              <a:t>r</a:t>
            </a:r>
            <a:r>
              <a:rPr sz="2800" dirty="0">
                <a:latin typeface="Tahoma"/>
                <a:cs typeface="Tahoma"/>
              </a:rPr>
              <a:t>andom-weighted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st</a:t>
            </a:r>
            <a:r>
              <a:rPr sz="2800" spc="5" dirty="0">
                <a:latin typeface="Tahoma"/>
                <a:cs typeface="Tahoma"/>
              </a:rPr>
              <a:t>r</a:t>
            </a:r>
            <a:r>
              <a:rPr sz="2800" spc="-10" dirty="0">
                <a:latin typeface="Tahoma"/>
                <a:cs typeface="Tahoma"/>
              </a:rPr>
              <a:t>ategy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with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the  </a:t>
            </a:r>
            <a:r>
              <a:rPr sz="2800" spc="45" dirty="0">
                <a:latin typeface="Tahoma"/>
                <a:cs typeface="Tahoma"/>
              </a:rPr>
              <a:t>top-</a:t>
            </a:r>
            <a:r>
              <a:rPr sz="2800" spc="-20" dirty="0">
                <a:latin typeface="Tahoma"/>
                <a:cs typeface="Tahoma"/>
              </a:rPr>
              <a:t>r</a:t>
            </a:r>
            <a:r>
              <a:rPr sz="2800" spc="5" dirty="0">
                <a:latin typeface="Tahoma"/>
                <a:cs typeface="Tahoma"/>
              </a:rPr>
              <a:t>an</a:t>
            </a:r>
            <a:r>
              <a:rPr sz="2800" spc="-80" dirty="0">
                <a:latin typeface="Tahoma"/>
                <a:cs typeface="Tahoma"/>
              </a:rPr>
              <a:t>k</a:t>
            </a:r>
            <a:r>
              <a:rPr sz="2800" spc="5" dirty="0">
                <a:latin typeface="Tahoma"/>
                <a:cs typeface="Tahoma"/>
              </a:rPr>
              <a:t>ed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consecuti</a:t>
            </a:r>
            <a:r>
              <a:rPr sz="2800" spc="-10" dirty="0">
                <a:latin typeface="Tahoma"/>
                <a:cs typeface="Tahoma"/>
              </a:rPr>
              <a:t>ve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results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b</a:t>
            </a:r>
            <a:r>
              <a:rPr sz="2800" spc="25" dirty="0">
                <a:latin typeface="Tahoma"/>
                <a:cs typeface="Tahoma"/>
              </a:rPr>
              <a:t>y  </a:t>
            </a:r>
            <a:r>
              <a:rPr sz="2800" spc="45" dirty="0">
                <a:latin typeface="Tahoma"/>
                <a:cs typeface="Tahoma"/>
              </a:rPr>
              <a:t>probability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with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a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cumulati</a:t>
            </a:r>
            <a:r>
              <a:rPr sz="2800" spc="-20" dirty="0">
                <a:latin typeface="Tahoma"/>
                <a:cs typeface="Tahoma"/>
              </a:rPr>
              <a:t>v</a:t>
            </a:r>
            <a:r>
              <a:rPr sz="2800" spc="-5" dirty="0">
                <a:latin typeface="Tahoma"/>
                <a:cs typeface="Tahoma"/>
              </a:rPr>
              <a:t>e  </a:t>
            </a:r>
            <a:r>
              <a:rPr sz="2800" spc="45" dirty="0">
                <a:latin typeface="Tahoma"/>
                <a:cs typeface="Tahoma"/>
              </a:rPr>
              <a:t>probability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415" dirty="0">
                <a:latin typeface="Tahoma"/>
                <a:cs typeface="Tahoma"/>
              </a:rPr>
              <a:t>&lt;=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i="1" spc="-114" dirty="0">
                <a:latin typeface="Trebuchet MS"/>
                <a:cs typeface="Trebuchet MS"/>
              </a:rPr>
              <a:t>p</a:t>
            </a:r>
            <a:r>
              <a:rPr sz="2800" spc="-254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3400" i="1" spc="-135" dirty="0">
                <a:solidFill>
                  <a:srgbClr val="FF00FF"/>
                </a:solidFill>
                <a:latin typeface="Trebuchet MS"/>
                <a:cs typeface="Trebuchet MS"/>
              </a:rPr>
              <a:t>p</a:t>
            </a:r>
            <a:r>
              <a:rPr sz="3400" i="1" spc="-370" dirty="0">
                <a:solidFill>
                  <a:srgbClr val="FF00FF"/>
                </a:solidFill>
                <a:latin typeface="Trebuchet MS"/>
                <a:cs typeface="Trebuchet MS"/>
              </a:rPr>
              <a:t> </a:t>
            </a:r>
            <a:r>
              <a:rPr sz="3400" i="1" spc="185" dirty="0">
                <a:solidFill>
                  <a:srgbClr val="FF00FF"/>
                </a:solidFill>
                <a:latin typeface="Trebuchet MS"/>
                <a:cs typeface="Trebuchet MS"/>
              </a:rPr>
              <a:t>=</a:t>
            </a:r>
            <a:r>
              <a:rPr sz="3400" i="1" spc="-370" dirty="0">
                <a:solidFill>
                  <a:srgbClr val="FF00FF"/>
                </a:solidFill>
                <a:latin typeface="Trebuchet MS"/>
                <a:cs typeface="Trebuchet MS"/>
              </a:rPr>
              <a:t> </a:t>
            </a:r>
            <a:r>
              <a:rPr sz="3400" i="1" spc="10" dirty="0">
                <a:solidFill>
                  <a:srgbClr val="FF00FF"/>
                </a:solidFill>
                <a:latin typeface="Trebuchet MS"/>
                <a:cs typeface="Trebuchet MS"/>
              </a:rPr>
              <a:t>0.30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0249" y="28615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345012" y="2989913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cake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40249" y="36007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45012" y="3729113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donut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40249" y="43399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45012" y="4468313"/>
            <a:ext cx="1614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banana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40249" y="5079150"/>
            <a:ext cx="1623695" cy="739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apple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40249" y="5818349"/>
            <a:ext cx="1623695" cy="73977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16650" y="28615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21412" y="2866312"/>
            <a:ext cx="1614170" cy="736600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70"/>
              </a:spcBef>
            </a:pPr>
            <a:r>
              <a:rPr sz="2800" spc="-5" dirty="0">
                <a:latin typeface="Arial MT"/>
                <a:cs typeface="Arial MT"/>
              </a:rPr>
              <a:t>0.20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16650" y="3600749"/>
            <a:ext cx="1623695" cy="739775"/>
          </a:xfrm>
          <a:custGeom>
            <a:avLst/>
            <a:gdLst/>
            <a:ahLst/>
            <a:cxnLst/>
            <a:rect l="l" t="t" r="r" b="b"/>
            <a:pathLst>
              <a:path w="1623695" h="739775">
                <a:moveTo>
                  <a:pt x="0" y="0"/>
                </a:moveTo>
                <a:lnTo>
                  <a:pt x="1623599" y="0"/>
                </a:lnTo>
                <a:lnTo>
                  <a:pt x="1623599" y="739199"/>
                </a:lnTo>
                <a:lnTo>
                  <a:pt x="0" y="739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721412" y="3631197"/>
            <a:ext cx="1614170" cy="716280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110489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869"/>
              </a:spcBef>
            </a:pPr>
            <a:r>
              <a:rPr sz="2800" spc="-5" dirty="0">
                <a:latin typeface="Arial MT"/>
                <a:cs typeface="Arial MT"/>
              </a:rPr>
              <a:t>0.10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711887" y="4335187"/>
            <a:ext cx="1633220" cy="749300"/>
            <a:chOff x="2711887" y="4335187"/>
            <a:chExt cx="1633220" cy="749300"/>
          </a:xfrm>
        </p:grpSpPr>
        <p:sp>
          <p:nvSpPr>
            <p:cNvPr id="29" name="object 29"/>
            <p:cNvSpPr/>
            <p:nvPr/>
          </p:nvSpPr>
          <p:spPr>
            <a:xfrm>
              <a:off x="2716650" y="43399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162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3599" y="0"/>
                  </a:lnTo>
                  <a:lnTo>
                    <a:pt x="1623599" y="739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16650" y="4339949"/>
              <a:ext cx="1623695" cy="739775"/>
            </a:xfrm>
            <a:custGeom>
              <a:avLst/>
              <a:gdLst/>
              <a:ahLst/>
              <a:cxnLst/>
              <a:rect l="l" t="t" r="r" b="b"/>
              <a:pathLst>
                <a:path w="1623695" h="739775">
                  <a:moveTo>
                    <a:pt x="0" y="0"/>
                  </a:moveTo>
                  <a:lnTo>
                    <a:pt x="1623599" y="0"/>
                  </a:lnTo>
                  <a:lnTo>
                    <a:pt x="162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721412" y="4536487"/>
            <a:ext cx="1614170" cy="538480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2925"/>
              </a:lnSpc>
            </a:pPr>
            <a:r>
              <a:rPr sz="2800" spc="-5" dirty="0">
                <a:latin typeface="Arial MT"/>
                <a:cs typeface="Arial MT"/>
              </a:rPr>
              <a:t>0.02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16650" y="5079150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spc="-5" dirty="0">
                <a:latin typeface="Arial MT"/>
                <a:cs typeface="Arial MT"/>
              </a:rPr>
              <a:t>0.01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16650" y="5818349"/>
            <a:ext cx="1623695" cy="739775"/>
          </a:xfrm>
          <a:prstGeom prst="rect">
            <a:avLst/>
          </a:prstGeom>
          <a:solidFill>
            <a:srgbClr val="D9EAD3"/>
          </a:solidFill>
          <a:ln w="9524">
            <a:solidFill>
              <a:srgbClr val="595959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110"/>
              </a:spcBef>
            </a:pP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260217" y="4654146"/>
            <a:ext cx="1732280" cy="1047115"/>
            <a:chOff x="6260217" y="4654146"/>
            <a:chExt cx="1732280" cy="1047115"/>
          </a:xfrm>
        </p:grpSpPr>
        <p:sp>
          <p:nvSpPr>
            <p:cNvPr id="35" name="object 35"/>
            <p:cNvSpPr/>
            <p:nvPr/>
          </p:nvSpPr>
          <p:spPr>
            <a:xfrm>
              <a:off x="6385809" y="4734971"/>
              <a:ext cx="1592580" cy="951865"/>
            </a:xfrm>
            <a:custGeom>
              <a:avLst/>
              <a:gdLst/>
              <a:ahLst/>
              <a:cxnLst/>
              <a:rect l="l" t="t" r="r" b="b"/>
              <a:pathLst>
                <a:path w="1592579" h="951864">
                  <a:moveTo>
                    <a:pt x="0" y="0"/>
                  </a:moveTo>
                  <a:lnTo>
                    <a:pt x="1592239" y="951828"/>
                  </a:lnTo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0217" y="4654146"/>
              <a:ext cx="164097" cy="135623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2453962" y="2723512"/>
            <a:ext cx="3709670" cy="1813560"/>
            <a:chOff x="2453962" y="2723512"/>
            <a:chExt cx="3709670" cy="1813560"/>
          </a:xfrm>
        </p:grpSpPr>
        <p:sp>
          <p:nvSpPr>
            <p:cNvPr id="38" name="object 38"/>
            <p:cNvSpPr/>
            <p:nvPr/>
          </p:nvSpPr>
          <p:spPr>
            <a:xfrm>
              <a:off x="2468249" y="2737799"/>
              <a:ext cx="3681095" cy="1784985"/>
            </a:xfrm>
            <a:custGeom>
              <a:avLst/>
              <a:gdLst/>
              <a:ahLst/>
              <a:cxnLst/>
              <a:rect l="l" t="t" r="r" b="b"/>
              <a:pathLst>
                <a:path w="3681095" h="1784985">
                  <a:moveTo>
                    <a:pt x="0" y="0"/>
                  </a:moveTo>
                  <a:lnTo>
                    <a:pt x="3680999" y="0"/>
                  </a:lnTo>
                  <a:lnTo>
                    <a:pt x="3680999" y="1784399"/>
                  </a:lnTo>
                  <a:lnTo>
                    <a:pt x="0" y="1784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71649" y="3623544"/>
              <a:ext cx="3488054" cy="750570"/>
            </a:xfrm>
            <a:custGeom>
              <a:avLst/>
              <a:gdLst/>
              <a:ahLst/>
              <a:cxnLst/>
              <a:rect l="l" t="t" r="r" b="b"/>
              <a:pathLst>
                <a:path w="3488054" h="750570">
                  <a:moveTo>
                    <a:pt x="0" y="0"/>
                  </a:moveTo>
                  <a:lnTo>
                    <a:pt x="3487799" y="0"/>
                  </a:lnTo>
                  <a:lnTo>
                    <a:pt x="3487799" y="749999"/>
                  </a:lnTo>
                  <a:lnTo>
                    <a:pt x="0" y="749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701873" y="2272951"/>
            <a:ext cx="857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5" dirty="0">
                <a:latin typeface="Tahoma"/>
                <a:cs typeface="Tahoma"/>
              </a:rPr>
              <a:t>word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44936" y="2272951"/>
            <a:ext cx="775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latin typeface="Tahoma"/>
                <a:cs typeface="Tahoma"/>
              </a:rPr>
              <a:t>prob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78835" y="6663376"/>
            <a:ext cx="2035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" dirty="0">
                <a:latin typeface="Tahoma"/>
                <a:cs typeface="Tahoma"/>
              </a:rPr>
              <a:t>Temperature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22561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Generative</a:t>
            </a:r>
            <a:r>
              <a:rPr spc="-665" dirty="0"/>
              <a:t> </a:t>
            </a:r>
            <a:r>
              <a:rPr spc="40" dirty="0"/>
              <a:t>conﬁguration</a:t>
            </a:r>
            <a:r>
              <a:rPr spc="-665" dirty="0"/>
              <a:t> </a:t>
            </a:r>
            <a:r>
              <a:rPr spc="-95" dirty="0"/>
              <a:t>-</a:t>
            </a:r>
            <a:r>
              <a:rPr spc="-665" dirty="0"/>
              <a:t> </a:t>
            </a:r>
            <a:r>
              <a:rPr spc="45" dirty="0"/>
              <a:t>temperature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93987" y="2147487"/>
            <a:ext cx="8411845" cy="6164580"/>
            <a:chOff x="3493987" y="2147487"/>
            <a:chExt cx="8411845" cy="6164580"/>
          </a:xfrm>
        </p:grpSpPr>
        <p:sp>
          <p:nvSpPr>
            <p:cNvPr id="5" name="object 5"/>
            <p:cNvSpPr/>
            <p:nvPr/>
          </p:nvSpPr>
          <p:spPr>
            <a:xfrm>
              <a:off x="3498750" y="2152250"/>
              <a:ext cx="8402320" cy="6155055"/>
            </a:xfrm>
            <a:custGeom>
              <a:avLst/>
              <a:gdLst/>
              <a:ahLst/>
              <a:cxnLst/>
              <a:rect l="l" t="t" r="r" b="b"/>
              <a:pathLst>
                <a:path w="8402320" h="6155055">
                  <a:moveTo>
                    <a:pt x="0" y="119464"/>
                  </a:moveTo>
                  <a:lnTo>
                    <a:pt x="9388" y="72963"/>
                  </a:lnTo>
                  <a:lnTo>
                    <a:pt x="34990" y="34990"/>
                  </a:lnTo>
                  <a:lnTo>
                    <a:pt x="72963" y="9388"/>
                  </a:lnTo>
                  <a:lnTo>
                    <a:pt x="119464" y="0"/>
                  </a:lnTo>
                  <a:lnTo>
                    <a:pt x="8282334" y="0"/>
                  </a:lnTo>
                  <a:lnTo>
                    <a:pt x="8328052" y="9093"/>
                  </a:lnTo>
                  <a:lnTo>
                    <a:pt x="8366809" y="34990"/>
                  </a:lnTo>
                  <a:lnTo>
                    <a:pt x="8392706" y="73747"/>
                  </a:lnTo>
                  <a:lnTo>
                    <a:pt x="8401799" y="119464"/>
                  </a:lnTo>
                  <a:lnTo>
                    <a:pt x="8401799" y="6035334"/>
                  </a:lnTo>
                  <a:lnTo>
                    <a:pt x="8392411" y="6081836"/>
                  </a:lnTo>
                  <a:lnTo>
                    <a:pt x="8366809" y="6119809"/>
                  </a:lnTo>
                  <a:lnTo>
                    <a:pt x="8328836" y="6145411"/>
                  </a:lnTo>
                  <a:lnTo>
                    <a:pt x="8282334" y="6154799"/>
                  </a:lnTo>
                  <a:lnTo>
                    <a:pt x="119464" y="6154799"/>
                  </a:lnTo>
                  <a:lnTo>
                    <a:pt x="72963" y="6145411"/>
                  </a:lnTo>
                  <a:lnTo>
                    <a:pt x="34990" y="6119809"/>
                  </a:lnTo>
                  <a:lnTo>
                    <a:pt x="9388" y="6081836"/>
                  </a:lnTo>
                  <a:lnTo>
                    <a:pt x="0" y="6035334"/>
                  </a:lnTo>
                  <a:lnTo>
                    <a:pt x="0" y="1194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3697216" y="5909400"/>
                  </a:move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8049" y="2261924"/>
              <a:ext cx="3770629" cy="5909945"/>
            </a:xfrm>
            <a:custGeom>
              <a:avLst/>
              <a:gdLst/>
              <a:ahLst/>
              <a:cxnLst/>
              <a:rect l="l" t="t" r="r" b="b"/>
              <a:pathLst>
                <a:path w="3770629" h="5909945">
                  <a:moveTo>
                    <a:pt x="0" y="73183"/>
                  </a:moveTo>
                  <a:lnTo>
                    <a:pt x="5751" y="44697"/>
                  </a:lnTo>
                  <a:lnTo>
                    <a:pt x="21434" y="21434"/>
                  </a:lnTo>
                  <a:lnTo>
                    <a:pt x="44697" y="5751"/>
                  </a:lnTo>
                  <a:lnTo>
                    <a:pt x="73183" y="0"/>
                  </a:lnTo>
                  <a:lnTo>
                    <a:pt x="3697216" y="0"/>
                  </a:lnTo>
                  <a:lnTo>
                    <a:pt x="3737818" y="12295"/>
                  </a:lnTo>
                  <a:lnTo>
                    <a:pt x="3764829" y="45177"/>
                  </a:lnTo>
                  <a:lnTo>
                    <a:pt x="3770399" y="73183"/>
                  </a:lnTo>
                  <a:lnTo>
                    <a:pt x="3770399" y="5836216"/>
                  </a:lnTo>
                  <a:lnTo>
                    <a:pt x="3764648" y="5864702"/>
                  </a:lnTo>
                  <a:lnTo>
                    <a:pt x="3748964" y="5887965"/>
                  </a:lnTo>
                  <a:lnTo>
                    <a:pt x="3725702" y="5903649"/>
                  </a:lnTo>
                  <a:lnTo>
                    <a:pt x="3697216" y="5909400"/>
                  </a:lnTo>
                  <a:lnTo>
                    <a:pt x="73183" y="5909400"/>
                  </a:lnTo>
                  <a:lnTo>
                    <a:pt x="44697" y="5903649"/>
                  </a:lnTo>
                  <a:lnTo>
                    <a:pt x="21434" y="5887965"/>
                  </a:lnTo>
                  <a:lnTo>
                    <a:pt x="5751" y="5864702"/>
                  </a:lnTo>
                  <a:lnTo>
                    <a:pt x="0" y="5836216"/>
                  </a:lnTo>
                  <a:lnTo>
                    <a:pt x="0" y="7318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3700" y="460794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56699" y="451735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03376" y="3934807"/>
            <a:ext cx="1774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220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52600" y="3943050"/>
            <a:ext cx="9042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25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25837" y="2257230"/>
            <a:ext cx="7936230" cy="5919470"/>
            <a:chOff x="3625837" y="2257230"/>
            <a:chExt cx="7936230" cy="5919470"/>
          </a:xfrm>
        </p:grpSpPr>
        <p:sp>
          <p:nvSpPr>
            <p:cNvPr id="15" name="object 15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53700" y="562369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47099" y="553310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47099" y="553310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4134951" y="5909400"/>
                  </a:move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0600" y="2261992"/>
              <a:ext cx="4217035" cy="5909945"/>
            </a:xfrm>
            <a:custGeom>
              <a:avLst/>
              <a:gdLst/>
              <a:ahLst/>
              <a:cxnLst/>
              <a:rect l="l" t="t" r="r" b="b"/>
              <a:pathLst>
                <a:path w="4217034" h="5909945">
                  <a:moveTo>
                    <a:pt x="0" y="81847"/>
                  </a:moveTo>
                  <a:lnTo>
                    <a:pt x="6432" y="49989"/>
                  </a:lnTo>
                  <a:lnTo>
                    <a:pt x="23972" y="23972"/>
                  </a:lnTo>
                  <a:lnTo>
                    <a:pt x="49989" y="6432"/>
                  </a:lnTo>
                  <a:lnTo>
                    <a:pt x="81847" y="0"/>
                  </a:lnTo>
                  <a:lnTo>
                    <a:pt x="4134951" y="0"/>
                  </a:lnTo>
                  <a:lnTo>
                    <a:pt x="4180361" y="13751"/>
                  </a:lnTo>
                  <a:lnTo>
                    <a:pt x="4210569" y="50526"/>
                  </a:lnTo>
                  <a:lnTo>
                    <a:pt x="4216799" y="81847"/>
                  </a:lnTo>
                  <a:lnTo>
                    <a:pt x="4216799" y="5827551"/>
                  </a:lnTo>
                  <a:lnTo>
                    <a:pt x="4210367" y="5859410"/>
                  </a:lnTo>
                  <a:lnTo>
                    <a:pt x="4192827" y="5885427"/>
                  </a:lnTo>
                  <a:lnTo>
                    <a:pt x="4166810" y="5902968"/>
                  </a:lnTo>
                  <a:lnTo>
                    <a:pt x="4134951" y="5909400"/>
                  </a:lnTo>
                  <a:lnTo>
                    <a:pt x="81847" y="5909400"/>
                  </a:lnTo>
                  <a:lnTo>
                    <a:pt x="49989" y="5902968"/>
                  </a:lnTo>
                  <a:lnTo>
                    <a:pt x="23972" y="5885427"/>
                  </a:lnTo>
                  <a:lnTo>
                    <a:pt x="6432" y="5859410"/>
                  </a:lnTo>
                  <a:lnTo>
                    <a:pt x="0" y="5827551"/>
                  </a:lnTo>
                  <a:lnTo>
                    <a:pt x="0" y="81847"/>
                  </a:lnTo>
                  <a:close/>
                </a:path>
              </a:pathLst>
            </a:custGeom>
            <a:ln w="9524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203376" y="4950558"/>
            <a:ext cx="1753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Sample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top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40" dirty="0"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65449" y="4958800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22847" y="2442048"/>
            <a:ext cx="346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Enter</a:t>
            </a:r>
            <a:r>
              <a:rPr sz="2400" spc="-4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57575"/>
                </a:solidFill>
                <a:latin typeface="Arial MT"/>
                <a:cs typeface="Arial MT"/>
              </a:rPr>
              <a:t>your</a:t>
            </a:r>
            <a:r>
              <a:rPr sz="2400" spc="-3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prompt</a:t>
            </a:r>
            <a:r>
              <a:rPr sz="2400" spc="-3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57575"/>
                </a:solidFill>
                <a:latin typeface="Arial MT"/>
                <a:cs typeface="Arial MT"/>
              </a:rPr>
              <a:t>here…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047450" y="7578349"/>
            <a:ext cx="1527810" cy="429895"/>
          </a:xfrm>
          <a:custGeom>
            <a:avLst/>
            <a:gdLst/>
            <a:ahLst/>
            <a:cxnLst/>
            <a:rect l="l" t="t" r="r" b="b"/>
            <a:pathLst>
              <a:path w="1527809" h="429895">
                <a:moveTo>
                  <a:pt x="0" y="71601"/>
                </a:moveTo>
                <a:lnTo>
                  <a:pt x="5626" y="43730"/>
                </a:lnTo>
                <a:lnTo>
                  <a:pt x="20971" y="20971"/>
                </a:lnTo>
                <a:lnTo>
                  <a:pt x="43730" y="5626"/>
                </a:lnTo>
                <a:lnTo>
                  <a:pt x="71601" y="0"/>
                </a:lnTo>
                <a:lnTo>
                  <a:pt x="1455998" y="0"/>
                </a:lnTo>
                <a:lnTo>
                  <a:pt x="1495722" y="12030"/>
                </a:lnTo>
                <a:lnTo>
                  <a:pt x="1522149" y="44200"/>
                </a:lnTo>
                <a:lnTo>
                  <a:pt x="1527599" y="71601"/>
                </a:lnTo>
                <a:lnTo>
                  <a:pt x="1527599" y="357998"/>
                </a:lnTo>
                <a:lnTo>
                  <a:pt x="1521973" y="385869"/>
                </a:lnTo>
                <a:lnTo>
                  <a:pt x="1506628" y="408628"/>
                </a:lnTo>
                <a:lnTo>
                  <a:pt x="1483869" y="423973"/>
                </a:lnTo>
                <a:lnTo>
                  <a:pt x="1455998" y="429599"/>
                </a:lnTo>
                <a:lnTo>
                  <a:pt x="71601" y="429599"/>
                </a:lnTo>
                <a:lnTo>
                  <a:pt x="43730" y="423973"/>
                </a:lnTo>
                <a:lnTo>
                  <a:pt x="20971" y="408628"/>
                </a:lnTo>
                <a:lnTo>
                  <a:pt x="5626" y="385869"/>
                </a:lnTo>
                <a:lnTo>
                  <a:pt x="0" y="357998"/>
                </a:lnTo>
                <a:lnTo>
                  <a:pt x="0" y="71601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324234" y="7587283"/>
            <a:ext cx="9728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Submit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248937" y="7001755"/>
            <a:ext cx="3312795" cy="306070"/>
            <a:chOff x="8248937" y="7001755"/>
            <a:chExt cx="3312795" cy="306070"/>
          </a:xfrm>
        </p:grpSpPr>
        <p:sp>
          <p:nvSpPr>
            <p:cNvPr id="27" name="object 27"/>
            <p:cNvSpPr/>
            <p:nvPr/>
          </p:nvSpPr>
          <p:spPr>
            <a:xfrm>
              <a:off x="8253700" y="7097118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53700" y="7097118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70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275900" y="7006518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5"/>
                  </a:lnTo>
                  <a:lnTo>
                    <a:pt x="60675" y="28594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1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3"/>
                  </a:lnTo>
                  <a:lnTo>
                    <a:pt x="267805" y="235725"/>
                  </a:lnTo>
                  <a:lnTo>
                    <a:pt x="235724" y="267806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6"/>
                  </a:lnTo>
                  <a:lnTo>
                    <a:pt x="28594" y="235725"/>
                  </a:lnTo>
                  <a:lnTo>
                    <a:pt x="7555" y="195043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30375" y="6332801"/>
            <a:ext cx="3578860" cy="1035050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815"/>
              </a:spcBef>
            </a:pPr>
            <a:r>
              <a:rPr sz="2400" spc="-10" dirty="0">
                <a:latin typeface="Tahoma"/>
                <a:cs typeface="Tahoma"/>
              </a:rPr>
              <a:t>Temperature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665449" y="6420899"/>
            <a:ext cx="892175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0.8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248937" y="3001157"/>
            <a:ext cx="3312795" cy="306070"/>
            <a:chOff x="8248937" y="3001157"/>
            <a:chExt cx="3312795" cy="306070"/>
          </a:xfrm>
        </p:grpSpPr>
        <p:sp>
          <p:nvSpPr>
            <p:cNvPr id="34" name="object 34"/>
            <p:cNvSpPr/>
            <p:nvPr/>
          </p:nvSpPr>
          <p:spPr>
            <a:xfrm>
              <a:off x="8253700" y="3096519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3245399" y="115199"/>
                  </a:move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253700" y="3096520"/>
              <a:ext cx="3303270" cy="115570"/>
            </a:xfrm>
            <a:custGeom>
              <a:avLst/>
              <a:gdLst/>
              <a:ahLst/>
              <a:cxnLst/>
              <a:rect l="l" t="t" r="r" b="b"/>
              <a:pathLst>
                <a:path w="3303270" h="115569">
                  <a:moveTo>
                    <a:pt x="0" y="57599"/>
                  </a:moveTo>
                  <a:lnTo>
                    <a:pt x="4526" y="35179"/>
                  </a:lnTo>
                  <a:lnTo>
                    <a:pt x="16870" y="16870"/>
                  </a:lnTo>
                  <a:lnTo>
                    <a:pt x="35179" y="4526"/>
                  </a:lnTo>
                  <a:lnTo>
                    <a:pt x="57599" y="0"/>
                  </a:lnTo>
                  <a:lnTo>
                    <a:pt x="3245399" y="0"/>
                  </a:lnTo>
                  <a:lnTo>
                    <a:pt x="3286129" y="16870"/>
                  </a:lnTo>
                  <a:lnTo>
                    <a:pt x="3302999" y="57599"/>
                  </a:lnTo>
                  <a:lnTo>
                    <a:pt x="3298473" y="80020"/>
                  </a:lnTo>
                  <a:lnTo>
                    <a:pt x="3286129" y="98329"/>
                  </a:lnTo>
                  <a:lnTo>
                    <a:pt x="3267820" y="110673"/>
                  </a:lnTo>
                  <a:lnTo>
                    <a:pt x="3245399" y="115199"/>
                  </a:lnTo>
                  <a:lnTo>
                    <a:pt x="57599" y="115199"/>
                  </a:lnTo>
                  <a:lnTo>
                    <a:pt x="35179" y="110673"/>
                  </a:lnTo>
                  <a:lnTo>
                    <a:pt x="16870" y="98329"/>
                  </a:lnTo>
                  <a:lnTo>
                    <a:pt x="4526" y="80020"/>
                  </a:lnTo>
                  <a:lnTo>
                    <a:pt x="0" y="575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190300" y="3005919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148199" y="296399"/>
                  </a:move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177247" y="2873"/>
                  </a:lnTo>
                  <a:lnTo>
                    <a:pt x="230421" y="24899"/>
                  </a:lnTo>
                  <a:lnTo>
                    <a:pt x="271500" y="65978"/>
                  </a:lnTo>
                  <a:lnTo>
                    <a:pt x="293526" y="119152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close/>
                </a:path>
              </a:pathLst>
            </a:custGeom>
            <a:solidFill>
              <a:srgbClr val="FF9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190300" y="3005920"/>
              <a:ext cx="296545" cy="296545"/>
            </a:xfrm>
            <a:custGeom>
              <a:avLst/>
              <a:gdLst/>
              <a:ahLst/>
              <a:cxnLst/>
              <a:rect l="l" t="t" r="r" b="b"/>
              <a:pathLst>
                <a:path w="296545" h="296545">
                  <a:moveTo>
                    <a:pt x="0" y="148199"/>
                  </a:moveTo>
                  <a:lnTo>
                    <a:pt x="7555" y="101357"/>
                  </a:lnTo>
                  <a:lnTo>
                    <a:pt x="28594" y="60674"/>
                  </a:lnTo>
                  <a:lnTo>
                    <a:pt x="60675" y="28593"/>
                  </a:lnTo>
                  <a:lnTo>
                    <a:pt x="101357" y="7555"/>
                  </a:lnTo>
                  <a:lnTo>
                    <a:pt x="148199" y="0"/>
                  </a:lnTo>
                  <a:lnTo>
                    <a:pt x="204913" y="11280"/>
                  </a:lnTo>
                  <a:lnTo>
                    <a:pt x="252992" y="43406"/>
                  </a:lnTo>
                  <a:lnTo>
                    <a:pt x="285118" y="91486"/>
                  </a:lnTo>
                  <a:lnTo>
                    <a:pt x="296399" y="148199"/>
                  </a:lnTo>
                  <a:lnTo>
                    <a:pt x="288844" y="195042"/>
                  </a:lnTo>
                  <a:lnTo>
                    <a:pt x="267805" y="235724"/>
                  </a:lnTo>
                  <a:lnTo>
                    <a:pt x="235724" y="267805"/>
                  </a:lnTo>
                  <a:lnTo>
                    <a:pt x="195042" y="288844"/>
                  </a:lnTo>
                  <a:lnTo>
                    <a:pt x="148199" y="296399"/>
                  </a:lnTo>
                  <a:lnTo>
                    <a:pt x="101357" y="288844"/>
                  </a:lnTo>
                  <a:lnTo>
                    <a:pt x="60675" y="267805"/>
                  </a:lnTo>
                  <a:lnTo>
                    <a:pt x="28594" y="235724"/>
                  </a:lnTo>
                  <a:lnTo>
                    <a:pt x="7555" y="195042"/>
                  </a:lnTo>
                  <a:lnTo>
                    <a:pt x="0" y="148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03376" y="2423377"/>
            <a:ext cx="2189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0" dirty="0">
                <a:latin typeface="Tahoma"/>
                <a:cs typeface="Tahoma"/>
              </a:rPr>
              <a:t>Max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15" dirty="0">
                <a:latin typeface="Tahoma"/>
                <a:cs typeface="Tahoma"/>
              </a:rPr>
              <a:t>new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to</a:t>
            </a:r>
            <a:r>
              <a:rPr sz="2400" spc="-10" dirty="0">
                <a:latin typeface="Tahoma"/>
                <a:cs typeface="Tahoma"/>
              </a:rPr>
              <a:t>k</a:t>
            </a:r>
            <a:r>
              <a:rPr sz="2400" spc="-15" dirty="0">
                <a:latin typeface="Tahoma"/>
                <a:cs typeface="Tahoma"/>
              </a:rPr>
              <a:t>ens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665449" y="2431619"/>
            <a:ext cx="891540" cy="455295"/>
          </a:xfrm>
          <a:prstGeom prst="rect">
            <a:avLst/>
          </a:prstGeom>
          <a:solidFill>
            <a:srgbClr val="FFFFFF"/>
          </a:solidFill>
          <a:ln w="9524">
            <a:solidFill>
              <a:srgbClr val="59595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200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3928311"/>
            <a:ext cx="860425" cy="1922145"/>
            <a:chOff x="-9525" y="3928311"/>
            <a:chExt cx="860425" cy="1922145"/>
          </a:xfrm>
        </p:grpSpPr>
        <p:sp>
          <p:nvSpPr>
            <p:cNvPr id="3" name="object 3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1902599"/>
                  </a:moveTo>
                  <a:lnTo>
                    <a:pt x="0" y="1902599"/>
                  </a:lnTo>
                  <a:lnTo>
                    <a:pt x="0" y="0"/>
                  </a:lnTo>
                  <a:lnTo>
                    <a:pt x="683523" y="0"/>
                  </a:ln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937836"/>
              <a:ext cx="841375" cy="1903095"/>
            </a:xfrm>
            <a:custGeom>
              <a:avLst/>
              <a:gdLst/>
              <a:ahLst/>
              <a:cxnLst/>
              <a:rect l="l" t="t" r="r" b="b"/>
              <a:pathLst>
                <a:path w="841375" h="1903095">
                  <a:moveTo>
                    <a:pt x="683523" y="0"/>
                  </a:moveTo>
                  <a:lnTo>
                    <a:pt x="733292" y="8027"/>
                  </a:lnTo>
                  <a:lnTo>
                    <a:pt x="776516" y="30380"/>
                  </a:lnTo>
                  <a:lnTo>
                    <a:pt x="810601" y="64465"/>
                  </a:lnTo>
                  <a:lnTo>
                    <a:pt x="832954" y="107689"/>
                  </a:lnTo>
                  <a:lnTo>
                    <a:pt x="840982" y="157459"/>
                  </a:lnTo>
                  <a:lnTo>
                    <a:pt x="840982" y="1745140"/>
                  </a:lnTo>
                  <a:lnTo>
                    <a:pt x="828996" y="1805397"/>
                  </a:lnTo>
                  <a:lnTo>
                    <a:pt x="794863" y="1856481"/>
                  </a:lnTo>
                  <a:lnTo>
                    <a:pt x="743780" y="1890614"/>
                  </a:lnTo>
                  <a:lnTo>
                    <a:pt x="683523" y="1902599"/>
                  </a:lnTo>
                  <a:lnTo>
                    <a:pt x="0" y="1902599"/>
                  </a:lnTo>
                </a:path>
                <a:path w="841375" h="1903095">
                  <a:moveTo>
                    <a:pt x="0" y="0"/>
                  </a:moveTo>
                  <a:lnTo>
                    <a:pt x="683523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07957" y="4097961"/>
            <a:ext cx="765810" cy="1306830"/>
            <a:chOff x="1007957" y="4097961"/>
            <a:chExt cx="765810" cy="1306830"/>
          </a:xfrm>
        </p:grpSpPr>
        <p:sp>
          <p:nvSpPr>
            <p:cNvPr id="6" name="object 6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1287599"/>
                  </a:move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close/>
                </a:path>
              </a:pathLst>
            </a:custGeom>
            <a:solidFill>
              <a:srgbClr val="CC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7482" y="4107486"/>
              <a:ext cx="746760" cy="1287780"/>
            </a:xfrm>
            <a:custGeom>
              <a:avLst/>
              <a:gdLst/>
              <a:ahLst/>
              <a:cxnLst/>
              <a:rect l="l" t="t" r="r" b="b"/>
              <a:pathLst>
                <a:path w="746760" h="1287779">
                  <a:moveTo>
                    <a:pt x="694786" y="0"/>
                  </a:moveTo>
                  <a:lnTo>
                    <a:pt x="714876" y="4056"/>
                  </a:lnTo>
                  <a:lnTo>
                    <a:pt x="731282" y="15117"/>
                  </a:lnTo>
                  <a:lnTo>
                    <a:pt x="742343" y="31523"/>
                  </a:lnTo>
                  <a:lnTo>
                    <a:pt x="746399" y="51613"/>
                  </a:lnTo>
                  <a:lnTo>
                    <a:pt x="746399" y="1235986"/>
                  </a:lnTo>
                  <a:lnTo>
                    <a:pt x="731282" y="1272482"/>
                  </a:lnTo>
                  <a:lnTo>
                    <a:pt x="694786" y="1287599"/>
                  </a:lnTo>
                  <a:lnTo>
                    <a:pt x="51613" y="1287599"/>
                  </a:lnTo>
                  <a:lnTo>
                    <a:pt x="31523" y="1283543"/>
                  </a:lnTo>
                  <a:lnTo>
                    <a:pt x="15117" y="1272482"/>
                  </a:lnTo>
                  <a:lnTo>
                    <a:pt x="4056" y="1256076"/>
                  </a:lnTo>
                  <a:lnTo>
                    <a:pt x="0" y="1235986"/>
                  </a:lnTo>
                  <a:lnTo>
                    <a:pt x="0" y="51613"/>
                  </a:lnTo>
                  <a:lnTo>
                    <a:pt x="4056" y="31523"/>
                  </a:lnTo>
                  <a:lnTo>
                    <a:pt x="15117" y="15117"/>
                  </a:lnTo>
                  <a:lnTo>
                    <a:pt x="31523" y="4056"/>
                  </a:lnTo>
                  <a:lnTo>
                    <a:pt x="51613" y="0"/>
                  </a:lnTo>
                  <a:lnTo>
                    <a:pt x="694786" y="0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0082" y="4319337"/>
            <a:ext cx="557530" cy="8623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Softmax</a:t>
            </a:r>
            <a:endParaRPr sz="180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9525" y="182900"/>
            <a:ext cx="17599660" cy="8063230"/>
            <a:chOff x="-9525" y="182900"/>
            <a:chExt cx="17599660" cy="8063230"/>
          </a:xfrm>
        </p:grpSpPr>
        <p:sp>
          <p:nvSpPr>
            <p:cNvPr id="10" name="object 10"/>
            <p:cNvSpPr/>
            <p:nvPr/>
          </p:nvSpPr>
          <p:spPr>
            <a:xfrm>
              <a:off x="0" y="2668937"/>
              <a:ext cx="2733040" cy="2082800"/>
            </a:xfrm>
            <a:custGeom>
              <a:avLst/>
              <a:gdLst/>
              <a:ahLst/>
              <a:cxnLst/>
              <a:rect l="l" t="t" r="r" b="b"/>
              <a:pathLst>
                <a:path w="2733040" h="2082800">
                  <a:moveTo>
                    <a:pt x="1763882" y="2082349"/>
                  </a:moveTo>
                  <a:lnTo>
                    <a:pt x="2732882" y="2082349"/>
                  </a:lnTo>
                </a:path>
                <a:path w="2733040" h="2082800">
                  <a:moveTo>
                    <a:pt x="0" y="0"/>
                  </a:moveTo>
                  <a:lnTo>
                    <a:pt x="8379" y="0"/>
                  </a:lnTo>
                  <a:lnTo>
                    <a:pt x="8379" y="1110095"/>
                  </a:lnTo>
                  <a:lnTo>
                    <a:pt x="0" y="111009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73449"/>
              <a:ext cx="1205399" cy="7072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8649" y="182900"/>
              <a:ext cx="17041495" cy="1126490"/>
            </a:xfrm>
            <a:custGeom>
              <a:avLst/>
              <a:gdLst/>
              <a:ahLst/>
              <a:cxnLst/>
              <a:rect l="l" t="t" r="r" b="b"/>
              <a:pathLst>
                <a:path w="17041495" h="1126490">
                  <a:moveTo>
                    <a:pt x="17041199" y="1126200"/>
                  </a:moveTo>
                  <a:lnTo>
                    <a:pt x="0" y="1126200"/>
                  </a:lnTo>
                  <a:lnTo>
                    <a:pt x="0" y="0"/>
                  </a:lnTo>
                  <a:lnTo>
                    <a:pt x="17041199" y="0"/>
                  </a:lnTo>
                  <a:lnTo>
                    <a:pt x="17041199" y="1126200"/>
                  </a:lnTo>
                  <a:close/>
                </a:path>
              </a:pathLst>
            </a:custGeom>
            <a:solidFill>
              <a:srgbClr val="FFFFFF">
                <a:alpha val="696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16925" y="322727"/>
            <a:ext cx="99891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10" dirty="0"/>
              <a:t>conﬁg</a:t>
            </a:r>
            <a:r>
              <a:rPr spc="-670" dirty="0"/>
              <a:t> </a:t>
            </a:r>
            <a:r>
              <a:rPr spc="-95" dirty="0"/>
              <a:t>-</a:t>
            </a:r>
            <a:r>
              <a:rPr spc="-670" dirty="0"/>
              <a:t> </a:t>
            </a:r>
            <a:r>
              <a:rPr spc="15" dirty="0"/>
              <a:t>tempe</a:t>
            </a:r>
            <a:r>
              <a:rPr spc="130" dirty="0"/>
              <a:t>r</a:t>
            </a:r>
            <a:r>
              <a:rPr spc="65" dirty="0"/>
              <a:t>ature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2912" y="1813280"/>
            <a:ext cx="1933575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295" marR="5080" indent="-443230">
              <a:lnSpc>
                <a:spcPct val="114999"/>
              </a:lnSpc>
              <a:spcBef>
                <a:spcPts val="100"/>
              </a:spcBef>
            </a:pPr>
            <a:r>
              <a:rPr sz="2600" b="1" spc="-315" dirty="0">
                <a:solidFill>
                  <a:srgbClr val="FF00FF"/>
                </a:solidFill>
                <a:latin typeface="Tahoma"/>
                <a:cs typeface="Tahoma"/>
              </a:rPr>
              <a:t>T</a:t>
            </a:r>
            <a:r>
              <a:rPr sz="2600" b="1" spc="-185" dirty="0">
                <a:solidFill>
                  <a:srgbClr val="FF00FF"/>
                </a:solidFill>
                <a:latin typeface="Tahoma"/>
                <a:cs typeface="Tahoma"/>
              </a:rPr>
              <a:t>empe</a:t>
            </a:r>
            <a:r>
              <a:rPr sz="2600" b="1" spc="-155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2600" b="1" spc="-125" dirty="0">
                <a:solidFill>
                  <a:srgbClr val="FF00FF"/>
                </a:solidFill>
                <a:latin typeface="Tahoma"/>
                <a:cs typeface="Tahoma"/>
              </a:rPr>
              <a:t>ature  </a:t>
            </a:r>
            <a:r>
              <a:rPr sz="2600" b="1" spc="-155" dirty="0">
                <a:solidFill>
                  <a:srgbClr val="FF00FF"/>
                </a:solidFill>
                <a:latin typeface="Tahoma"/>
                <a:cs typeface="Tahoma"/>
              </a:rPr>
              <a:t>setting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29614" y="2901433"/>
            <a:ext cx="9584690" cy="3696970"/>
            <a:chOff x="1329614" y="2901433"/>
            <a:chExt cx="9584690" cy="3696970"/>
          </a:xfrm>
        </p:grpSpPr>
        <p:sp>
          <p:nvSpPr>
            <p:cNvPr id="16" name="object 16"/>
            <p:cNvSpPr/>
            <p:nvPr/>
          </p:nvSpPr>
          <p:spPr>
            <a:xfrm>
              <a:off x="1390500" y="2947350"/>
              <a:ext cx="635" cy="988694"/>
            </a:xfrm>
            <a:custGeom>
              <a:avLst/>
              <a:gdLst/>
              <a:ahLst/>
              <a:cxnLst/>
              <a:rect l="l" t="t" r="r" b="b"/>
              <a:pathLst>
                <a:path w="634" h="988695">
                  <a:moveTo>
                    <a:pt x="0" y="0"/>
                  </a:moveTo>
                  <a:lnTo>
                    <a:pt x="0" y="580072"/>
                  </a:lnTo>
                  <a:lnTo>
                    <a:pt x="599" y="580072"/>
                  </a:lnTo>
                  <a:lnTo>
                    <a:pt x="599" y="988649"/>
                  </a:lnTo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9614" y="3921712"/>
              <a:ext cx="122971" cy="1582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2450" y="4339850"/>
              <a:ext cx="736799" cy="9377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0560" y="2901433"/>
              <a:ext cx="683399" cy="36965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35246" y="5846650"/>
              <a:ext cx="18415" cy="739775"/>
            </a:xfrm>
            <a:custGeom>
              <a:avLst/>
              <a:gdLst/>
              <a:ahLst/>
              <a:cxnLst/>
              <a:rect l="l" t="t" r="r" b="b"/>
              <a:pathLst>
                <a:path w="18415" h="739775">
                  <a:moveTo>
                    <a:pt x="17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7999" y="0"/>
                  </a:lnTo>
                  <a:lnTo>
                    <a:pt x="17999" y="739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35246" y="5846650"/>
              <a:ext cx="18415" cy="739775"/>
            </a:xfrm>
            <a:custGeom>
              <a:avLst/>
              <a:gdLst/>
              <a:ahLst/>
              <a:cxnLst/>
              <a:rect l="l" t="t" r="r" b="b"/>
              <a:pathLst>
                <a:path w="18415" h="739775">
                  <a:moveTo>
                    <a:pt x="0" y="0"/>
                  </a:moveTo>
                  <a:lnTo>
                    <a:pt x="17999" y="0"/>
                  </a:lnTo>
                  <a:lnTo>
                    <a:pt x="17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21464" y="7127781"/>
            <a:ext cx="2410460" cy="139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sz="2600" b="1" spc="-155" dirty="0">
                <a:solidFill>
                  <a:srgbClr val="4A86E7"/>
                </a:solidFill>
                <a:latin typeface="Tahoma"/>
                <a:cs typeface="Tahoma"/>
              </a:rPr>
              <a:t>Strongl</a:t>
            </a:r>
            <a:r>
              <a:rPr sz="2600" b="1" spc="-165" dirty="0">
                <a:solidFill>
                  <a:srgbClr val="4A86E7"/>
                </a:solidFill>
                <a:latin typeface="Tahoma"/>
                <a:cs typeface="Tahoma"/>
              </a:rPr>
              <a:t>y</a:t>
            </a:r>
            <a:r>
              <a:rPr sz="2600" b="1" spc="-265" dirty="0">
                <a:solidFill>
                  <a:srgbClr val="4A86E7"/>
                </a:solidFill>
                <a:latin typeface="Tahoma"/>
                <a:cs typeface="Tahoma"/>
              </a:rPr>
              <a:t> </a:t>
            </a:r>
            <a:r>
              <a:rPr sz="2600" b="1" spc="-170" dirty="0">
                <a:solidFill>
                  <a:srgbClr val="4A86E7"/>
                </a:solidFill>
                <a:latin typeface="Tahoma"/>
                <a:cs typeface="Tahoma"/>
              </a:rPr>
              <a:t>pea</a:t>
            </a:r>
            <a:r>
              <a:rPr sz="2600" b="1" spc="-245" dirty="0">
                <a:solidFill>
                  <a:srgbClr val="4A86E7"/>
                </a:solidFill>
                <a:latin typeface="Tahoma"/>
                <a:cs typeface="Tahoma"/>
              </a:rPr>
              <a:t>k</a:t>
            </a:r>
            <a:r>
              <a:rPr sz="2600" b="1" spc="-120" dirty="0">
                <a:solidFill>
                  <a:srgbClr val="4A86E7"/>
                </a:solidFill>
                <a:latin typeface="Tahoma"/>
                <a:cs typeface="Tahoma"/>
              </a:rPr>
              <a:t>ed  </a:t>
            </a:r>
            <a:r>
              <a:rPr sz="2600" b="1" spc="-125" dirty="0">
                <a:solidFill>
                  <a:srgbClr val="4A86E7"/>
                </a:solidFill>
                <a:latin typeface="Tahoma"/>
                <a:cs typeface="Tahoma"/>
              </a:rPr>
              <a:t>probability </a:t>
            </a:r>
            <a:r>
              <a:rPr sz="2600" b="1" spc="-120" dirty="0">
                <a:solidFill>
                  <a:srgbClr val="4A86E7"/>
                </a:solidFill>
                <a:latin typeface="Tahoma"/>
                <a:cs typeface="Tahoma"/>
              </a:rPr>
              <a:t> </a:t>
            </a:r>
            <a:r>
              <a:rPr sz="2600" b="1" spc="-125" dirty="0">
                <a:solidFill>
                  <a:srgbClr val="4A86E7"/>
                </a:solidFill>
                <a:latin typeface="Tahoma"/>
                <a:cs typeface="Tahoma"/>
              </a:rPr>
              <a:t>distribution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29801" y="7127781"/>
            <a:ext cx="2293620" cy="139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99"/>
              </a:lnSpc>
              <a:spcBef>
                <a:spcPts val="100"/>
              </a:spcBef>
            </a:pPr>
            <a:r>
              <a:rPr sz="2600" b="1" spc="-140" dirty="0">
                <a:solidFill>
                  <a:srgbClr val="980000"/>
                </a:solidFill>
                <a:latin typeface="Tahoma"/>
                <a:cs typeface="Tahoma"/>
              </a:rPr>
              <a:t>Broade</a:t>
            </a:r>
            <a:r>
              <a:rPr sz="2600" b="1" spc="-250" dirty="0">
                <a:solidFill>
                  <a:srgbClr val="980000"/>
                </a:solidFill>
                <a:latin typeface="Tahoma"/>
                <a:cs typeface="Tahoma"/>
              </a:rPr>
              <a:t>r</a:t>
            </a:r>
            <a:r>
              <a:rPr sz="2600" b="1" spc="-229" dirty="0">
                <a:solidFill>
                  <a:srgbClr val="980000"/>
                </a:solidFill>
                <a:latin typeface="Tahoma"/>
                <a:cs typeface="Tahoma"/>
              </a:rPr>
              <a:t>,</a:t>
            </a:r>
            <a:r>
              <a:rPr sz="2600" b="1" spc="-260" dirty="0">
                <a:solidFill>
                  <a:srgbClr val="980000"/>
                </a:solidFill>
                <a:latin typeface="Tahoma"/>
                <a:cs typeface="Tahoma"/>
              </a:rPr>
              <a:t> </a:t>
            </a:r>
            <a:r>
              <a:rPr sz="2600" b="1" spc="-110" dirty="0">
                <a:solidFill>
                  <a:srgbClr val="980000"/>
                </a:solidFill>
                <a:latin typeface="Tahoma"/>
                <a:cs typeface="Tahoma"/>
              </a:rPr>
              <a:t>ﬂatter  </a:t>
            </a:r>
            <a:r>
              <a:rPr sz="2600" b="1" spc="-125" dirty="0">
                <a:solidFill>
                  <a:srgbClr val="980000"/>
                </a:solidFill>
                <a:latin typeface="Tahoma"/>
                <a:cs typeface="Tahoma"/>
              </a:rPr>
              <a:t>probability </a:t>
            </a:r>
            <a:r>
              <a:rPr sz="2600" b="1" spc="-120" dirty="0">
                <a:solidFill>
                  <a:srgbClr val="980000"/>
                </a:solidFill>
                <a:latin typeface="Tahoma"/>
                <a:cs typeface="Tahoma"/>
              </a:rPr>
              <a:t> </a:t>
            </a:r>
            <a:r>
              <a:rPr sz="2600" b="1" spc="-125" dirty="0">
                <a:solidFill>
                  <a:srgbClr val="980000"/>
                </a:solidFill>
                <a:latin typeface="Tahoma"/>
                <a:cs typeface="Tahoma"/>
              </a:rPr>
              <a:t>distribution</a:t>
            </a:r>
            <a:endParaRPr sz="2600">
              <a:latin typeface="Tahoma"/>
              <a:cs typeface="Tahoma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203650" y="2889949"/>
          <a:ext cx="3242945" cy="3696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250"/>
                <a:gridCol w="1623695"/>
              </a:tblGrid>
              <a:tr h="734658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0.001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9065" marB="0">
                    <a:lnL w="38100">
                      <a:solidFill>
                        <a:srgbClr val="0000FF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38100">
                      <a:solidFill>
                        <a:srgbClr val="0000FF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apple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0000FF"/>
                      </a:solidFill>
                      <a:prstDash val="solid"/>
                    </a:lnR>
                    <a:lnT w="38100">
                      <a:solidFill>
                        <a:srgbClr val="0000FF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3919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0.002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3510" marB="0">
                    <a:lnL w="38100">
                      <a:solidFill>
                        <a:srgbClr val="0000FF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banana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843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0000FF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3919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0.400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3510" marB="0">
                    <a:lnL w="38100">
                      <a:solidFill>
                        <a:srgbClr val="0000FF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cake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843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0000FF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3919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0.012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3510" marB="0">
                    <a:lnL w="38100">
                      <a:solidFill>
                        <a:srgbClr val="0000FF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donut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843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0000FF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44341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…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3510" marB="0">
                    <a:lnL w="38100">
                      <a:solidFill>
                        <a:srgbClr val="0000FF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38100">
                      <a:solidFill>
                        <a:srgbClr val="0000FF"/>
                      </a:solidFill>
                      <a:prstDash val="solid"/>
                    </a:lnB>
                    <a:solidFill>
                      <a:srgbClr val="C9DAF7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…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843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0000FF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3810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3215560" y="2897887"/>
            <a:ext cx="6898640" cy="3705860"/>
            <a:chOff x="3215560" y="2897887"/>
            <a:chExt cx="6898640" cy="3705860"/>
          </a:xfrm>
        </p:grpSpPr>
        <p:sp>
          <p:nvSpPr>
            <p:cNvPr id="26" name="object 26"/>
            <p:cNvSpPr/>
            <p:nvPr/>
          </p:nvSpPr>
          <p:spPr>
            <a:xfrm>
              <a:off x="3898960" y="4749720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39">
                  <a:moveTo>
                    <a:pt x="0" y="0"/>
                  </a:moveTo>
                  <a:lnTo>
                    <a:pt x="205182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4618" y="4708729"/>
              <a:ext cx="105500" cy="8198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5560" y="2906883"/>
              <a:ext cx="683399" cy="36965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735236" y="2902649"/>
              <a:ext cx="18415" cy="739775"/>
            </a:xfrm>
            <a:custGeom>
              <a:avLst/>
              <a:gdLst/>
              <a:ahLst/>
              <a:cxnLst/>
              <a:rect l="l" t="t" r="r" b="b"/>
              <a:pathLst>
                <a:path w="18415" h="739775">
                  <a:moveTo>
                    <a:pt x="17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7999" y="0"/>
                  </a:lnTo>
                  <a:lnTo>
                    <a:pt x="17999" y="739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35236" y="2902649"/>
              <a:ext cx="18415" cy="739775"/>
            </a:xfrm>
            <a:custGeom>
              <a:avLst/>
              <a:gdLst/>
              <a:ahLst/>
              <a:cxnLst/>
              <a:rect l="l" t="t" r="r" b="b"/>
              <a:pathLst>
                <a:path w="18415" h="739775">
                  <a:moveTo>
                    <a:pt x="0" y="0"/>
                  </a:moveTo>
                  <a:lnTo>
                    <a:pt x="17999" y="0"/>
                  </a:lnTo>
                  <a:lnTo>
                    <a:pt x="17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35199" y="3629049"/>
              <a:ext cx="36830" cy="739775"/>
            </a:xfrm>
            <a:custGeom>
              <a:avLst/>
              <a:gdLst/>
              <a:ahLst/>
              <a:cxnLst/>
              <a:rect l="l" t="t" r="r" b="b"/>
              <a:pathLst>
                <a:path w="36829" h="739775">
                  <a:moveTo>
                    <a:pt x="36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36599" y="0"/>
                  </a:lnTo>
                  <a:lnTo>
                    <a:pt x="36599" y="739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35199" y="3629049"/>
              <a:ext cx="36830" cy="739775"/>
            </a:xfrm>
            <a:custGeom>
              <a:avLst/>
              <a:gdLst/>
              <a:ahLst/>
              <a:cxnLst/>
              <a:rect l="l" t="t" r="r" b="b"/>
              <a:pathLst>
                <a:path w="36829" h="739775">
                  <a:moveTo>
                    <a:pt x="0" y="0"/>
                  </a:moveTo>
                  <a:lnTo>
                    <a:pt x="36599" y="0"/>
                  </a:lnTo>
                  <a:lnTo>
                    <a:pt x="36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35394" y="4368249"/>
              <a:ext cx="2373630" cy="739775"/>
            </a:xfrm>
            <a:custGeom>
              <a:avLst/>
              <a:gdLst/>
              <a:ahLst/>
              <a:cxnLst/>
              <a:rect l="l" t="t" r="r" b="b"/>
              <a:pathLst>
                <a:path w="2373629" h="739775">
                  <a:moveTo>
                    <a:pt x="23735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2373599" y="0"/>
                  </a:lnTo>
                  <a:lnTo>
                    <a:pt x="2373599" y="739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35394" y="4368249"/>
              <a:ext cx="2373630" cy="739775"/>
            </a:xfrm>
            <a:custGeom>
              <a:avLst/>
              <a:gdLst/>
              <a:ahLst/>
              <a:cxnLst/>
              <a:rect l="l" t="t" r="r" b="b"/>
              <a:pathLst>
                <a:path w="2373629" h="739775">
                  <a:moveTo>
                    <a:pt x="0" y="0"/>
                  </a:moveTo>
                  <a:lnTo>
                    <a:pt x="2373599" y="0"/>
                  </a:lnTo>
                  <a:lnTo>
                    <a:pt x="23735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35286" y="5107449"/>
              <a:ext cx="183515" cy="739775"/>
            </a:xfrm>
            <a:custGeom>
              <a:avLst/>
              <a:gdLst/>
              <a:ahLst/>
              <a:cxnLst/>
              <a:rect l="l" t="t" r="r" b="b"/>
              <a:pathLst>
                <a:path w="183515" h="739775">
                  <a:moveTo>
                    <a:pt x="182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82999" y="0"/>
                  </a:lnTo>
                  <a:lnTo>
                    <a:pt x="182999" y="739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35286" y="5107449"/>
              <a:ext cx="183515" cy="739775"/>
            </a:xfrm>
            <a:custGeom>
              <a:avLst/>
              <a:gdLst/>
              <a:ahLst/>
              <a:cxnLst/>
              <a:rect l="l" t="t" r="r" b="b"/>
              <a:pathLst>
                <a:path w="183515" h="739775">
                  <a:moveTo>
                    <a:pt x="0" y="0"/>
                  </a:moveTo>
                  <a:lnTo>
                    <a:pt x="182999" y="0"/>
                  </a:lnTo>
                  <a:lnTo>
                    <a:pt x="182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1218599" y="2889949"/>
          <a:ext cx="3242945" cy="3696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250"/>
                <a:gridCol w="1623695"/>
              </a:tblGrid>
              <a:tr h="731933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0.040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335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apple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3919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0.080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banana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3919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0.150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cake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39199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0.120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donut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</a:tcPr>
                </a:tc>
              </a:tr>
              <a:tr h="747066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…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800" dirty="0">
                          <a:latin typeface="Arial MT"/>
                          <a:cs typeface="Arial MT"/>
                        </a:rPr>
                        <a:t>…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T="14097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10264443" y="2891487"/>
            <a:ext cx="6131560" cy="3693160"/>
            <a:chOff x="10264443" y="2891487"/>
            <a:chExt cx="6131560" cy="3693160"/>
          </a:xfrm>
        </p:grpSpPr>
        <p:sp>
          <p:nvSpPr>
            <p:cNvPr id="39" name="object 39"/>
            <p:cNvSpPr/>
            <p:nvPr/>
          </p:nvSpPr>
          <p:spPr>
            <a:xfrm>
              <a:off x="14762756" y="5840249"/>
              <a:ext cx="594360" cy="739775"/>
            </a:xfrm>
            <a:custGeom>
              <a:avLst/>
              <a:gdLst/>
              <a:ahLst/>
              <a:cxnLst/>
              <a:rect l="l" t="t" r="r" b="b"/>
              <a:pathLst>
                <a:path w="594359" h="739775">
                  <a:moveTo>
                    <a:pt x="593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593999" y="0"/>
                  </a:lnTo>
                  <a:lnTo>
                    <a:pt x="593999" y="739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762756" y="5840249"/>
              <a:ext cx="594360" cy="739775"/>
            </a:xfrm>
            <a:custGeom>
              <a:avLst/>
              <a:gdLst/>
              <a:ahLst/>
              <a:cxnLst/>
              <a:rect l="l" t="t" r="r" b="b"/>
              <a:pathLst>
                <a:path w="594359" h="739775">
                  <a:moveTo>
                    <a:pt x="0" y="0"/>
                  </a:moveTo>
                  <a:lnTo>
                    <a:pt x="593999" y="0"/>
                  </a:lnTo>
                  <a:lnTo>
                    <a:pt x="593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762798" y="2896249"/>
              <a:ext cx="439420" cy="739775"/>
            </a:xfrm>
            <a:custGeom>
              <a:avLst/>
              <a:gdLst/>
              <a:ahLst/>
              <a:cxnLst/>
              <a:rect l="l" t="t" r="r" b="b"/>
              <a:pathLst>
                <a:path w="439419" h="739775">
                  <a:moveTo>
                    <a:pt x="4391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439199" y="0"/>
                  </a:lnTo>
                  <a:lnTo>
                    <a:pt x="439199" y="739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762798" y="2896249"/>
              <a:ext cx="439420" cy="739775"/>
            </a:xfrm>
            <a:custGeom>
              <a:avLst/>
              <a:gdLst/>
              <a:ahLst/>
              <a:cxnLst/>
              <a:rect l="l" t="t" r="r" b="b"/>
              <a:pathLst>
                <a:path w="439419" h="739775">
                  <a:moveTo>
                    <a:pt x="0" y="0"/>
                  </a:moveTo>
                  <a:lnTo>
                    <a:pt x="439199" y="0"/>
                  </a:lnTo>
                  <a:lnTo>
                    <a:pt x="4391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762700" y="3622649"/>
              <a:ext cx="878205" cy="739775"/>
            </a:xfrm>
            <a:custGeom>
              <a:avLst/>
              <a:gdLst/>
              <a:ahLst/>
              <a:cxnLst/>
              <a:rect l="l" t="t" r="r" b="b"/>
              <a:pathLst>
                <a:path w="878205" h="739775">
                  <a:moveTo>
                    <a:pt x="8777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877799" y="0"/>
                  </a:lnTo>
                  <a:lnTo>
                    <a:pt x="877799" y="739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762700" y="3622649"/>
              <a:ext cx="878205" cy="739775"/>
            </a:xfrm>
            <a:custGeom>
              <a:avLst/>
              <a:gdLst/>
              <a:ahLst/>
              <a:cxnLst/>
              <a:rect l="l" t="t" r="r" b="b"/>
              <a:pathLst>
                <a:path w="878205" h="739775">
                  <a:moveTo>
                    <a:pt x="0" y="0"/>
                  </a:moveTo>
                  <a:lnTo>
                    <a:pt x="877799" y="0"/>
                  </a:lnTo>
                  <a:lnTo>
                    <a:pt x="8777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762900" y="4361849"/>
              <a:ext cx="1628139" cy="739775"/>
            </a:xfrm>
            <a:custGeom>
              <a:avLst/>
              <a:gdLst/>
              <a:ahLst/>
              <a:cxnLst/>
              <a:rect l="l" t="t" r="r" b="b"/>
              <a:pathLst>
                <a:path w="1628140" h="739775">
                  <a:moveTo>
                    <a:pt x="16277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627799" y="0"/>
                  </a:lnTo>
                  <a:lnTo>
                    <a:pt x="1627799" y="739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762900" y="4361849"/>
              <a:ext cx="1628139" cy="739775"/>
            </a:xfrm>
            <a:custGeom>
              <a:avLst/>
              <a:gdLst/>
              <a:ahLst/>
              <a:cxnLst/>
              <a:rect l="l" t="t" r="r" b="b"/>
              <a:pathLst>
                <a:path w="1628140" h="739775">
                  <a:moveTo>
                    <a:pt x="0" y="0"/>
                  </a:moveTo>
                  <a:lnTo>
                    <a:pt x="1627799" y="0"/>
                  </a:lnTo>
                  <a:lnTo>
                    <a:pt x="16277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762800" y="5101049"/>
              <a:ext cx="1317625" cy="739775"/>
            </a:xfrm>
            <a:custGeom>
              <a:avLst/>
              <a:gdLst/>
              <a:ahLst/>
              <a:cxnLst/>
              <a:rect l="l" t="t" r="r" b="b"/>
              <a:pathLst>
                <a:path w="1317625" h="739775">
                  <a:moveTo>
                    <a:pt x="1316999" y="739199"/>
                  </a:moveTo>
                  <a:lnTo>
                    <a:pt x="0" y="739199"/>
                  </a:lnTo>
                  <a:lnTo>
                    <a:pt x="0" y="0"/>
                  </a:lnTo>
                  <a:lnTo>
                    <a:pt x="1316999" y="0"/>
                  </a:lnTo>
                  <a:lnTo>
                    <a:pt x="1316999" y="739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762800" y="5101049"/>
              <a:ext cx="1317625" cy="739775"/>
            </a:xfrm>
            <a:custGeom>
              <a:avLst/>
              <a:gdLst/>
              <a:ahLst/>
              <a:cxnLst/>
              <a:rect l="l" t="t" r="r" b="b"/>
              <a:pathLst>
                <a:path w="1317625" h="739775">
                  <a:moveTo>
                    <a:pt x="0" y="0"/>
                  </a:moveTo>
                  <a:lnTo>
                    <a:pt x="1316999" y="0"/>
                  </a:lnTo>
                  <a:lnTo>
                    <a:pt x="1316999" y="739199"/>
                  </a:lnTo>
                  <a:lnTo>
                    <a:pt x="0" y="739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264443" y="4744270"/>
              <a:ext cx="854710" cy="0"/>
            </a:xfrm>
            <a:custGeom>
              <a:avLst/>
              <a:gdLst/>
              <a:ahLst/>
              <a:cxnLst/>
              <a:rect l="l" t="t" r="r" b="b"/>
              <a:pathLst>
                <a:path w="854709">
                  <a:moveTo>
                    <a:pt x="0" y="0"/>
                  </a:moveTo>
                  <a:lnTo>
                    <a:pt x="854699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09618" y="4703279"/>
              <a:ext cx="105500" cy="81981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4234325" y="1683835"/>
            <a:ext cx="4706620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14" dirty="0">
                <a:solidFill>
                  <a:srgbClr val="4A86E7"/>
                </a:solidFill>
                <a:latin typeface="Tahoma"/>
                <a:cs typeface="Tahoma"/>
              </a:rPr>
              <a:t>Coole</a:t>
            </a:r>
            <a:r>
              <a:rPr sz="3000" b="1" spc="-85" dirty="0">
                <a:solidFill>
                  <a:srgbClr val="4A86E7"/>
                </a:solidFill>
                <a:latin typeface="Tahoma"/>
                <a:cs typeface="Tahoma"/>
              </a:rPr>
              <a:t>r</a:t>
            </a:r>
            <a:r>
              <a:rPr sz="3000" b="1" spc="-305" dirty="0">
                <a:solidFill>
                  <a:srgbClr val="4A86E7"/>
                </a:solidFill>
                <a:latin typeface="Tahoma"/>
                <a:cs typeface="Tahoma"/>
              </a:rPr>
              <a:t> </a:t>
            </a:r>
            <a:r>
              <a:rPr sz="3000" b="1" spc="-185" dirty="0">
                <a:solidFill>
                  <a:srgbClr val="4A86E7"/>
                </a:solidFill>
                <a:latin typeface="Tahoma"/>
                <a:cs typeface="Tahoma"/>
              </a:rPr>
              <a:t>tempe</a:t>
            </a:r>
            <a:r>
              <a:rPr sz="3000" b="1" spc="-170" dirty="0">
                <a:solidFill>
                  <a:srgbClr val="4A86E7"/>
                </a:solidFill>
                <a:latin typeface="Tahoma"/>
                <a:cs typeface="Tahoma"/>
              </a:rPr>
              <a:t>r</a:t>
            </a:r>
            <a:r>
              <a:rPr sz="3000" b="1" spc="-160" dirty="0">
                <a:solidFill>
                  <a:srgbClr val="4A86E7"/>
                </a:solidFill>
                <a:latin typeface="Tahoma"/>
                <a:cs typeface="Tahoma"/>
              </a:rPr>
              <a:t>atur</a:t>
            </a:r>
            <a:r>
              <a:rPr sz="3000" b="1" spc="-175" dirty="0">
                <a:solidFill>
                  <a:srgbClr val="4A86E7"/>
                </a:solidFill>
                <a:latin typeface="Tahoma"/>
                <a:cs typeface="Tahoma"/>
              </a:rPr>
              <a:t>e</a:t>
            </a:r>
            <a:r>
              <a:rPr sz="3000" b="1" spc="-305" dirty="0">
                <a:solidFill>
                  <a:srgbClr val="4A86E7"/>
                </a:solidFill>
                <a:latin typeface="Tahoma"/>
                <a:cs typeface="Tahoma"/>
              </a:rPr>
              <a:t> </a:t>
            </a:r>
            <a:r>
              <a:rPr sz="3000" b="1" spc="-520" dirty="0">
                <a:solidFill>
                  <a:srgbClr val="4A86E7"/>
                </a:solidFill>
                <a:latin typeface="Tahoma"/>
                <a:cs typeface="Tahoma"/>
              </a:rPr>
              <a:t>(</a:t>
            </a:r>
            <a:r>
              <a:rPr sz="3000" b="1" spc="-235" dirty="0">
                <a:solidFill>
                  <a:srgbClr val="4A86E7"/>
                </a:solidFill>
                <a:latin typeface="Tahoma"/>
                <a:cs typeface="Tahoma"/>
              </a:rPr>
              <a:t>e.</a:t>
            </a:r>
            <a:r>
              <a:rPr sz="3000" b="1" spc="-320" dirty="0">
                <a:solidFill>
                  <a:srgbClr val="4A86E7"/>
                </a:solidFill>
                <a:latin typeface="Tahoma"/>
                <a:cs typeface="Tahoma"/>
              </a:rPr>
              <a:t>g</a:t>
            </a:r>
            <a:r>
              <a:rPr sz="3000" b="1" spc="-305" dirty="0">
                <a:solidFill>
                  <a:srgbClr val="4A86E7"/>
                </a:solidFill>
                <a:latin typeface="Tahoma"/>
                <a:cs typeface="Tahoma"/>
              </a:rPr>
              <a:t> </a:t>
            </a:r>
            <a:r>
              <a:rPr sz="3000" b="1" spc="-450" dirty="0">
                <a:solidFill>
                  <a:srgbClr val="4A86E7"/>
                </a:solidFill>
                <a:latin typeface="Tahoma"/>
                <a:cs typeface="Tahoma"/>
              </a:rPr>
              <a:t>&lt;1)</a:t>
            </a:r>
            <a:endParaRPr sz="3000">
              <a:latin typeface="Tahoma"/>
              <a:cs typeface="Tahoma"/>
            </a:endParaRPr>
          </a:p>
          <a:p>
            <a:pPr marL="455295">
              <a:lnSpc>
                <a:spcPct val="100000"/>
              </a:lnSpc>
              <a:spcBef>
                <a:spcPts val="2014"/>
              </a:spcBef>
              <a:tabLst>
                <a:tab pos="2012314" algn="l"/>
              </a:tabLst>
            </a:pPr>
            <a:r>
              <a:rPr sz="2800" b="1" spc="-145" dirty="0">
                <a:latin typeface="Tahoma"/>
                <a:cs typeface="Tahoma"/>
              </a:rPr>
              <a:t>prob	</a:t>
            </a:r>
            <a:r>
              <a:rPr sz="2800" b="1" spc="-165" dirty="0">
                <a:latin typeface="Tahoma"/>
                <a:cs typeface="Tahoma"/>
              </a:rPr>
              <a:t>word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249325" y="1683835"/>
            <a:ext cx="4170045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5" dirty="0">
                <a:solidFill>
                  <a:srgbClr val="980000"/>
                </a:solidFill>
                <a:latin typeface="Tahoma"/>
                <a:cs typeface="Tahoma"/>
              </a:rPr>
              <a:t>Higher</a:t>
            </a:r>
            <a:r>
              <a:rPr sz="3000" b="1" spc="-300" dirty="0">
                <a:solidFill>
                  <a:srgbClr val="980000"/>
                </a:solidFill>
                <a:latin typeface="Tahoma"/>
                <a:cs typeface="Tahoma"/>
              </a:rPr>
              <a:t> </a:t>
            </a:r>
            <a:r>
              <a:rPr sz="3000" b="1" spc="-185" dirty="0">
                <a:solidFill>
                  <a:srgbClr val="980000"/>
                </a:solidFill>
                <a:latin typeface="Tahoma"/>
                <a:cs typeface="Tahoma"/>
              </a:rPr>
              <a:t>tempe</a:t>
            </a:r>
            <a:r>
              <a:rPr sz="3000" b="1" spc="-170" dirty="0">
                <a:solidFill>
                  <a:srgbClr val="980000"/>
                </a:solidFill>
                <a:latin typeface="Tahoma"/>
                <a:cs typeface="Tahoma"/>
              </a:rPr>
              <a:t>r</a:t>
            </a:r>
            <a:r>
              <a:rPr sz="3000" b="1" spc="-160" dirty="0">
                <a:solidFill>
                  <a:srgbClr val="980000"/>
                </a:solidFill>
                <a:latin typeface="Tahoma"/>
                <a:cs typeface="Tahoma"/>
              </a:rPr>
              <a:t>atur</a:t>
            </a:r>
            <a:r>
              <a:rPr sz="3000" b="1" spc="-175" dirty="0">
                <a:solidFill>
                  <a:srgbClr val="980000"/>
                </a:solidFill>
                <a:latin typeface="Tahoma"/>
                <a:cs typeface="Tahoma"/>
              </a:rPr>
              <a:t>e</a:t>
            </a:r>
            <a:r>
              <a:rPr sz="3000" b="1" spc="-305" dirty="0">
                <a:solidFill>
                  <a:srgbClr val="980000"/>
                </a:solidFill>
                <a:latin typeface="Tahoma"/>
                <a:cs typeface="Tahoma"/>
              </a:rPr>
              <a:t> </a:t>
            </a:r>
            <a:r>
              <a:rPr sz="3000" b="1" spc="-455" dirty="0">
                <a:solidFill>
                  <a:srgbClr val="980000"/>
                </a:solidFill>
                <a:latin typeface="Tahoma"/>
                <a:cs typeface="Tahoma"/>
              </a:rPr>
              <a:t>(&gt;1)</a:t>
            </a:r>
            <a:endParaRPr sz="3000">
              <a:latin typeface="Tahoma"/>
              <a:cs typeface="Tahoma"/>
            </a:endParaRPr>
          </a:p>
          <a:p>
            <a:pPr marL="444500">
              <a:lnSpc>
                <a:spcPct val="100000"/>
              </a:lnSpc>
              <a:spcBef>
                <a:spcPts val="2014"/>
              </a:spcBef>
              <a:tabLst>
                <a:tab pos="2001520" algn="l"/>
              </a:tabLst>
            </a:pPr>
            <a:r>
              <a:rPr sz="2800" b="1" spc="-145" dirty="0">
                <a:latin typeface="Tahoma"/>
                <a:cs typeface="Tahoma"/>
              </a:rPr>
              <a:t>prob	</a:t>
            </a:r>
            <a:r>
              <a:rPr sz="2800" b="1" spc="-165" dirty="0">
                <a:latin typeface="Tahoma"/>
                <a:cs typeface="Tahoma"/>
              </a:rPr>
              <a:t>word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2956" y="3996944"/>
            <a:ext cx="634301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6715">
              <a:lnSpc>
                <a:spcPct val="100000"/>
              </a:lnSpc>
              <a:spcBef>
                <a:spcPts val="100"/>
              </a:spcBef>
            </a:pPr>
            <a:r>
              <a:rPr sz="7200" spc="105" dirty="0"/>
              <a:t>Gene</a:t>
            </a:r>
            <a:r>
              <a:rPr sz="7200" spc="175" dirty="0"/>
              <a:t>r</a:t>
            </a:r>
            <a:r>
              <a:rPr sz="7200" spc="100" dirty="0"/>
              <a:t>ati</a:t>
            </a:r>
            <a:r>
              <a:rPr sz="7200" spc="45" dirty="0"/>
              <a:t>v</a:t>
            </a:r>
            <a:r>
              <a:rPr sz="7200" spc="-20" dirty="0"/>
              <a:t>e</a:t>
            </a:r>
            <a:r>
              <a:rPr sz="7200" spc="-865" dirty="0"/>
              <a:t> </a:t>
            </a:r>
            <a:r>
              <a:rPr sz="7200" spc="40" dirty="0"/>
              <a:t>AI  </a:t>
            </a:r>
            <a:r>
              <a:rPr sz="7200" spc="70" dirty="0"/>
              <a:t>project</a:t>
            </a:r>
            <a:r>
              <a:rPr sz="7200" spc="-865" dirty="0"/>
              <a:t> </a:t>
            </a:r>
            <a:r>
              <a:rPr sz="7200" spc="100" dirty="0"/>
              <a:t>lifec</a:t>
            </a:r>
            <a:r>
              <a:rPr sz="7200" spc="50" dirty="0"/>
              <a:t>y</a:t>
            </a:r>
            <a:r>
              <a:rPr sz="7200" spc="70" dirty="0"/>
              <a:t>cle</a:t>
            </a:r>
            <a:endParaRPr sz="7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4" name="object 4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latin typeface="Tahoma"/>
                <a:cs typeface="Tahoma"/>
              </a:rPr>
              <a:t>Application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integ</a:t>
            </a:r>
            <a:r>
              <a:rPr sz="2800" spc="-35" dirty="0">
                <a:latin typeface="Tahoma"/>
                <a:cs typeface="Tahoma"/>
              </a:rPr>
              <a:t>r</a:t>
            </a:r>
            <a:r>
              <a:rPr sz="2800" spc="30" dirty="0"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B6D7A8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latin typeface="Tahoma"/>
                <a:cs typeface="Tahoma"/>
              </a:rPr>
              <a:t>Optimize 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depl</a:t>
            </a:r>
            <a:r>
              <a:rPr sz="2800" spc="-15" dirty="0">
                <a:latin typeface="Tahoma"/>
                <a:cs typeface="Tahoma"/>
              </a:rPr>
              <a:t>o</a:t>
            </a:r>
            <a:r>
              <a:rPr sz="2800" spc="25" dirty="0">
                <a:latin typeface="Tahoma"/>
                <a:cs typeface="Tahoma"/>
              </a:rPr>
              <a:t>y 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for  </a:t>
            </a:r>
            <a:r>
              <a:rPr sz="2800" spc="25" dirty="0"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B6D7A8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latin typeface="Tahoma"/>
                <a:cs typeface="Tahoma"/>
              </a:rPr>
              <a:t>Augment 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  </a:t>
            </a:r>
            <a:r>
              <a:rPr sz="2800" spc="35" dirty="0">
                <a:latin typeface="Tahoma"/>
                <a:cs typeface="Tahoma"/>
              </a:rPr>
              <a:t>build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LLM-  </a:t>
            </a:r>
            <a:r>
              <a:rPr sz="2800" spc="30" dirty="0">
                <a:latin typeface="Tahoma"/>
                <a:cs typeface="Tahoma"/>
              </a:rPr>
              <a:t>powered 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10" name="object 10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latin typeface="Tahoma"/>
                <a:cs typeface="Tahoma"/>
              </a:rPr>
              <a:t>Adapt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align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F9CB9B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latin typeface="Tahoma"/>
                <a:cs typeface="Tahoma"/>
              </a:rPr>
              <a:t>Prompt 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F9CB9B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F9CB9B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latin typeface="Tahoma"/>
                <a:cs typeface="Tahoma"/>
              </a:rPr>
              <a:t>Align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55" dirty="0">
                <a:latin typeface="Tahoma"/>
                <a:cs typeface="Tahoma"/>
              </a:rPr>
              <a:t>with  </a:t>
            </a:r>
            <a:r>
              <a:rPr sz="2800" spc="-25" dirty="0">
                <a:latin typeface="Tahoma"/>
                <a:cs typeface="Tahoma"/>
              </a:rPr>
              <a:t>human 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F9CB9B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9FC5E7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latin typeface="Tahoma"/>
                <a:cs typeface="Tahoma"/>
              </a:rPr>
              <a:t>Deﬁne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the  </a:t>
            </a:r>
            <a:r>
              <a:rPr sz="2800" spc="-20" dirty="0">
                <a:latin typeface="Tahoma"/>
                <a:cs typeface="Tahoma"/>
              </a:rPr>
              <a:t>use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19" name="object 19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F4CCCC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latin typeface="Tahoma"/>
                <a:cs typeface="Tahoma"/>
              </a:rPr>
              <a:t>Choose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  </a:t>
            </a:r>
            <a:r>
              <a:rPr sz="2800" dirty="0">
                <a:latin typeface="Tahoma"/>
                <a:cs typeface="Tahoma"/>
              </a:rPr>
              <a:t>existing 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or  </a:t>
            </a:r>
            <a:r>
              <a:rPr sz="2800" spc="35" dirty="0">
                <a:latin typeface="Tahoma"/>
                <a:cs typeface="Tahoma"/>
              </a:rPr>
              <a:t>pretrain 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50" dirty="0">
                <a:latin typeface="Tahoma"/>
                <a:cs typeface="Tahoma"/>
              </a:rPr>
              <a:t>our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24" name="object 24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4" name="object 4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Application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integ</a:t>
            </a:r>
            <a:r>
              <a:rPr sz="2800" spc="-35" dirty="0">
                <a:solidFill>
                  <a:srgbClr val="666666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Optimize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depl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y 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for 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Augment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build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666666"/>
                </a:solidFill>
                <a:latin typeface="Tahoma"/>
                <a:cs typeface="Tahoma"/>
              </a:rPr>
              <a:t>LLM- 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powered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10" name="object 10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Adapt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Prompt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with 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human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9FC5E7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latin typeface="Tahoma"/>
                <a:cs typeface="Tahoma"/>
              </a:rPr>
              <a:t>Deﬁne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the  </a:t>
            </a:r>
            <a:r>
              <a:rPr sz="2800" spc="-20" dirty="0">
                <a:latin typeface="Tahoma"/>
                <a:cs typeface="Tahoma"/>
              </a:rPr>
              <a:t>use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19" name="object 19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Choose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an 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existing </a:t>
            </a:r>
            <a:r>
              <a:rPr sz="2800" spc="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or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pretrain </a:t>
            </a: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y</a:t>
            </a: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our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24" name="object 24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44799" y="3044640"/>
            <a:ext cx="2271395" cy="4788535"/>
          </a:xfrm>
          <a:custGeom>
            <a:avLst/>
            <a:gdLst/>
            <a:ahLst/>
            <a:cxnLst/>
            <a:rect l="l" t="t" r="r" b="b"/>
            <a:pathLst>
              <a:path w="2271395" h="4788534">
                <a:moveTo>
                  <a:pt x="0" y="0"/>
                </a:moveTo>
                <a:lnTo>
                  <a:pt x="2270999" y="0"/>
                </a:lnTo>
                <a:lnTo>
                  <a:pt x="2270999" y="4787999"/>
                </a:lnTo>
                <a:lnTo>
                  <a:pt x="0" y="47879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4" name="object 4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Application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integ</a:t>
            </a:r>
            <a:r>
              <a:rPr sz="2800" spc="-35" dirty="0">
                <a:solidFill>
                  <a:srgbClr val="666666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Optimize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depl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y 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for 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Augment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build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666666"/>
                </a:solidFill>
                <a:latin typeface="Tahoma"/>
                <a:cs typeface="Tahoma"/>
              </a:rPr>
              <a:t>LLM- 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powered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10" name="object 10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Adapt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Prompt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with 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human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9FC5E7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latin typeface="Tahoma"/>
                <a:cs typeface="Tahoma"/>
              </a:rPr>
              <a:t>Deﬁne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5" dirty="0">
                <a:latin typeface="Tahoma"/>
                <a:cs typeface="Tahoma"/>
              </a:rPr>
              <a:t>the  </a:t>
            </a:r>
            <a:r>
              <a:rPr sz="2800" spc="-20" dirty="0">
                <a:latin typeface="Tahoma"/>
                <a:cs typeface="Tahoma"/>
              </a:rPr>
              <a:t>use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19" name="object 19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Choose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an 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existing </a:t>
            </a:r>
            <a:r>
              <a:rPr sz="2800" spc="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or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pretrain </a:t>
            </a: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y</a:t>
            </a: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our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24" name="object 24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4" name="object 4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Application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integ</a:t>
            </a:r>
            <a:r>
              <a:rPr sz="2800" spc="-35" dirty="0">
                <a:solidFill>
                  <a:srgbClr val="666666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Optimize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depl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y 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for 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Augment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build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666666"/>
                </a:solidFill>
                <a:latin typeface="Tahoma"/>
                <a:cs typeface="Tahoma"/>
              </a:rPr>
              <a:t>LLM- 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powered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Deﬁne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the 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use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11" name="object 11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666666"/>
                </a:solidFill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F4CCCC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latin typeface="Tahoma"/>
                <a:cs typeface="Tahoma"/>
              </a:rPr>
              <a:t>Choose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  </a:t>
            </a:r>
            <a:r>
              <a:rPr sz="2800" dirty="0">
                <a:latin typeface="Tahoma"/>
                <a:cs typeface="Tahoma"/>
              </a:rPr>
              <a:t>existing 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or  </a:t>
            </a:r>
            <a:r>
              <a:rPr sz="2800" spc="35" dirty="0">
                <a:latin typeface="Tahoma"/>
                <a:cs typeface="Tahoma"/>
              </a:rPr>
              <a:t>pretrain 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50" dirty="0">
                <a:latin typeface="Tahoma"/>
                <a:cs typeface="Tahoma"/>
              </a:rPr>
              <a:t>our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16" name="object 16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35256" y="2565012"/>
            <a:ext cx="7325995" cy="5287010"/>
            <a:chOff x="4235256" y="2565012"/>
            <a:chExt cx="7325995" cy="5287010"/>
          </a:xfrm>
        </p:grpSpPr>
        <p:sp>
          <p:nvSpPr>
            <p:cNvPr id="20" name="object 20"/>
            <p:cNvSpPr/>
            <p:nvPr/>
          </p:nvSpPr>
          <p:spPr>
            <a:xfrm>
              <a:off x="4254306" y="3044640"/>
              <a:ext cx="2271395" cy="4788535"/>
            </a:xfrm>
            <a:custGeom>
              <a:avLst/>
              <a:gdLst/>
              <a:ahLst/>
              <a:cxnLst/>
              <a:rect l="l" t="t" r="r" b="b"/>
              <a:pathLst>
                <a:path w="2271395" h="4788534">
                  <a:moveTo>
                    <a:pt x="0" y="0"/>
                  </a:moveTo>
                  <a:lnTo>
                    <a:pt x="2270999" y="0"/>
                  </a:lnTo>
                  <a:lnTo>
                    <a:pt x="2270999" y="4787999"/>
                  </a:lnTo>
                  <a:lnTo>
                    <a:pt x="0" y="47879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16999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16999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Adapt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Prompt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with 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human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4" name="object 4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Application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integ</a:t>
            </a:r>
            <a:r>
              <a:rPr sz="2800" spc="-35" dirty="0">
                <a:solidFill>
                  <a:srgbClr val="666666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Optimize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depl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y 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for 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Augment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build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666666"/>
                </a:solidFill>
                <a:latin typeface="Tahoma"/>
                <a:cs typeface="Tahoma"/>
              </a:rPr>
              <a:t>LLM- 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powered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Deﬁne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the 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use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11" name="object 11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666666"/>
                </a:solidFill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Choose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an 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existing </a:t>
            </a:r>
            <a:r>
              <a:rPr sz="2800" spc="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or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pretrain </a:t>
            </a: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y</a:t>
            </a: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our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16" name="object 16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20" name="object 20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latin typeface="Tahoma"/>
                <a:cs typeface="Tahoma"/>
              </a:rPr>
              <a:t>Adapt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align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12287" y="3134214"/>
            <a:ext cx="2320290" cy="1280795"/>
            <a:chOff x="6712287" y="3134214"/>
            <a:chExt cx="2320290" cy="1280795"/>
          </a:xfrm>
        </p:grpSpPr>
        <p:sp>
          <p:nvSpPr>
            <p:cNvPr id="24" name="object 24"/>
            <p:cNvSpPr/>
            <p:nvPr/>
          </p:nvSpPr>
          <p:spPr>
            <a:xfrm>
              <a:off x="6717049" y="3138977"/>
              <a:ext cx="2310765" cy="1271270"/>
            </a:xfrm>
            <a:custGeom>
              <a:avLst/>
              <a:gdLst/>
              <a:ahLst/>
              <a:cxnLst/>
              <a:rect l="l" t="t" r="r" b="b"/>
              <a:pathLst>
                <a:path w="2310765" h="1271270">
                  <a:moveTo>
                    <a:pt x="2310599" y="1270799"/>
                  </a:moveTo>
                  <a:lnTo>
                    <a:pt x="0" y="1270799"/>
                  </a:lnTo>
                  <a:lnTo>
                    <a:pt x="0" y="0"/>
                  </a:lnTo>
                  <a:lnTo>
                    <a:pt x="2310599" y="0"/>
                  </a:lnTo>
                  <a:lnTo>
                    <a:pt x="2310599" y="12707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17049" y="3138977"/>
              <a:ext cx="2310765" cy="1271270"/>
            </a:xfrm>
            <a:custGeom>
              <a:avLst/>
              <a:gdLst/>
              <a:ahLst/>
              <a:cxnLst/>
              <a:rect l="l" t="t" r="r" b="b"/>
              <a:pathLst>
                <a:path w="2310765" h="1271270">
                  <a:moveTo>
                    <a:pt x="0" y="0"/>
                  </a:moveTo>
                  <a:lnTo>
                    <a:pt x="2310599" y="0"/>
                  </a:lnTo>
                  <a:lnTo>
                    <a:pt x="2310599" y="1270799"/>
                  </a:lnTo>
                  <a:lnTo>
                    <a:pt x="0" y="1270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652949" y="3025901"/>
          <a:ext cx="4705984" cy="4788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7445"/>
                <a:gridCol w="2288539"/>
              </a:tblGrid>
              <a:tr h="1420411">
                <a:tc>
                  <a:txBody>
                    <a:bodyPr/>
                    <a:lstStyle/>
                    <a:p>
                      <a:pPr marL="225425" marR="342900">
                        <a:lnSpc>
                          <a:spcPct val="100400"/>
                        </a:lnSpc>
                        <a:spcBef>
                          <a:spcPts val="2240"/>
                        </a:spcBef>
                      </a:pPr>
                      <a:r>
                        <a:rPr sz="2800" spc="60" dirty="0">
                          <a:latin typeface="Tahoma"/>
                          <a:cs typeface="Tahoma"/>
                        </a:rPr>
                        <a:t>Prompt </a:t>
                      </a:r>
                      <a:r>
                        <a:rPr sz="2800" spc="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engineering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84480" marB="0">
                    <a:lnL w="38100">
                      <a:solidFill>
                        <a:srgbClr val="FF00FF"/>
                      </a:solidFill>
                      <a:prstDash val="solid"/>
                    </a:lnL>
                    <a:lnR w="762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4850">
                        <a:latin typeface="Times New Roman"/>
                        <a:cs typeface="Times New Roman"/>
                      </a:endParaRPr>
                    </a:p>
                    <a:p>
                      <a:pPr marL="252729">
                        <a:lnSpc>
                          <a:spcPct val="100000"/>
                        </a:lnSpc>
                      </a:pPr>
                      <a:r>
                        <a:rPr sz="2800" spc="20" dirty="0">
                          <a:latin typeface="Tahoma"/>
                          <a:cs typeface="Tahoma"/>
                        </a:rPr>
                        <a:t>Evaluate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</a:tr>
              <a:tr h="15668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2800" spc="15" dirty="0">
                          <a:latin typeface="Tahoma"/>
                          <a:cs typeface="Tahoma"/>
                        </a:rPr>
                        <a:t>Fine-tuning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38100">
                      <a:solidFill>
                        <a:srgbClr val="FF00FF"/>
                      </a:solidFill>
                      <a:prstDash val="solid"/>
                    </a:lnL>
                    <a:lnR w="76200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</a:tr>
              <a:tr h="1800838">
                <a:tc>
                  <a:txBody>
                    <a:bodyPr/>
                    <a:lstStyle/>
                    <a:p>
                      <a:pPr marL="224154" marR="619125">
                        <a:lnSpc>
                          <a:spcPct val="100400"/>
                        </a:lnSpc>
                        <a:spcBef>
                          <a:spcPts val="173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Align</a:t>
                      </a:r>
                      <a:r>
                        <a:rPr sz="2800" spc="-3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with  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human </a:t>
                      </a:r>
                      <a:r>
                        <a:rPr sz="2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10" dirty="0">
                          <a:latin typeface="Tahoma"/>
                          <a:cs typeface="Tahoma"/>
                        </a:rPr>
                        <a:t>feedback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19710" marB="0">
                    <a:lnL w="38100">
                      <a:solidFill>
                        <a:srgbClr val="FF00FF"/>
                      </a:solidFill>
                      <a:prstDash val="solid"/>
                    </a:lnL>
                    <a:lnR w="762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FF00FF"/>
                      </a:solidFill>
                      <a:prstDash val="solid"/>
                    </a:lnL>
                    <a:lnR w="38100">
                      <a:solidFill>
                        <a:srgbClr val="FF00FF"/>
                      </a:solidFill>
                      <a:prstDash val="solid"/>
                    </a:lnR>
                    <a:lnT w="38100">
                      <a:solidFill>
                        <a:srgbClr val="FF00FF"/>
                      </a:solidFill>
                      <a:prstDash val="solid"/>
                    </a:lnT>
                    <a:lnB w="38100">
                      <a:solidFill>
                        <a:srgbClr val="FF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6711037" y="4506659"/>
            <a:ext cx="2320290" cy="1487805"/>
            <a:chOff x="6711037" y="4506659"/>
            <a:chExt cx="2320290" cy="1487805"/>
          </a:xfrm>
        </p:grpSpPr>
        <p:sp>
          <p:nvSpPr>
            <p:cNvPr id="28" name="object 28"/>
            <p:cNvSpPr/>
            <p:nvPr/>
          </p:nvSpPr>
          <p:spPr>
            <a:xfrm>
              <a:off x="6715800" y="4511422"/>
              <a:ext cx="2310765" cy="1478280"/>
            </a:xfrm>
            <a:custGeom>
              <a:avLst/>
              <a:gdLst/>
              <a:ahLst/>
              <a:cxnLst/>
              <a:rect l="l" t="t" r="r" b="b"/>
              <a:pathLst>
                <a:path w="2310765" h="1478279">
                  <a:moveTo>
                    <a:pt x="2310599" y="1477799"/>
                  </a:moveTo>
                  <a:lnTo>
                    <a:pt x="0" y="1477799"/>
                  </a:lnTo>
                  <a:lnTo>
                    <a:pt x="0" y="0"/>
                  </a:lnTo>
                  <a:lnTo>
                    <a:pt x="2310599" y="0"/>
                  </a:lnTo>
                  <a:lnTo>
                    <a:pt x="2310599" y="14777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15800" y="4511422"/>
              <a:ext cx="2310765" cy="1478280"/>
            </a:xfrm>
            <a:custGeom>
              <a:avLst/>
              <a:gdLst/>
              <a:ahLst/>
              <a:cxnLst/>
              <a:rect l="l" t="t" r="r" b="b"/>
              <a:pathLst>
                <a:path w="2310765" h="1478279">
                  <a:moveTo>
                    <a:pt x="0" y="0"/>
                  </a:moveTo>
                  <a:lnTo>
                    <a:pt x="2310599" y="0"/>
                  </a:lnTo>
                  <a:lnTo>
                    <a:pt x="2310599" y="1477799"/>
                  </a:lnTo>
                  <a:lnTo>
                    <a:pt x="0" y="1477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6711012" y="6093412"/>
            <a:ext cx="2320290" cy="1635760"/>
            <a:chOff x="6711012" y="6093412"/>
            <a:chExt cx="2320290" cy="1635760"/>
          </a:xfrm>
        </p:grpSpPr>
        <p:sp>
          <p:nvSpPr>
            <p:cNvPr id="31" name="object 31"/>
            <p:cNvSpPr/>
            <p:nvPr/>
          </p:nvSpPr>
          <p:spPr>
            <a:xfrm>
              <a:off x="6715775" y="6098175"/>
              <a:ext cx="2310765" cy="1626235"/>
            </a:xfrm>
            <a:custGeom>
              <a:avLst/>
              <a:gdLst/>
              <a:ahLst/>
              <a:cxnLst/>
              <a:rect l="l" t="t" r="r" b="b"/>
              <a:pathLst>
                <a:path w="2310765" h="1626234">
                  <a:moveTo>
                    <a:pt x="2310599" y="1625999"/>
                  </a:moveTo>
                  <a:lnTo>
                    <a:pt x="0" y="1625999"/>
                  </a:lnTo>
                  <a:lnTo>
                    <a:pt x="0" y="0"/>
                  </a:lnTo>
                  <a:lnTo>
                    <a:pt x="2310599" y="0"/>
                  </a:lnTo>
                  <a:lnTo>
                    <a:pt x="2310599" y="16259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15775" y="6098175"/>
              <a:ext cx="2310765" cy="1626235"/>
            </a:xfrm>
            <a:custGeom>
              <a:avLst/>
              <a:gdLst/>
              <a:ahLst/>
              <a:cxnLst/>
              <a:rect l="l" t="t" r="r" b="b"/>
              <a:pathLst>
                <a:path w="2310765" h="1626234">
                  <a:moveTo>
                    <a:pt x="0" y="0"/>
                  </a:moveTo>
                  <a:lnTo>
                    <a:pt x="2310599" y="0"/>
                  </a:lnTo>
                  <a:lnTo>
                    <a:pt x="2310599" y="1625999"/>
                  </a:lnTo>
                  <a:lnTo>
                    <a:pt x="0" y="1625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9156537" y="3134212"/>
            <a:ext cx="2166620" cy="4594860"/>
            <a:chOff x="9156537" y="3134212"/>
            <a:chExt cx="2166620" cy="4594860"/>
          </a:xfrm>
        </p:grpSpPr>
        <p:sp>
          <p:nvSpPr>
            <p:cNvPr id="34" name="object 34"/>
            <p:cNvSpPr/>
            <p:nvPr/>
          </p:nvSpPr>
          <p:spPr>
            <a:xfrm>
              <a:off x="9161299" y="3138975"/>
              <a:ext cx="2157095" cy="4585335"/>
            </a:xfrm>
            <a:custGeom>
              <a:avLst/>
              <a:gdLst/>
              <a:ahLst/>
              <a:cxnLst/>
              <a:rect l="l" t="t" r="r" b="b"/>
              <a:pathLst>
                <a:path w="2157095" h="4585334">
                  <a:moveTo>
                    <a:pt x="2156999" y="4585199"/>
                  </a:moveTo>
                  <a:lnTo>
                    <a:pt x="0" y="4585199"/>
                  </a:lnTo>
                  <a:lnTo>
                    <a:pt x="0" y="0"/>
                  </a:lnTo>
                  <a:lnTo>
                    <a:pt x="2156999" y="0"/>
                  </a:lnTo>
                  <a:lnTo>
                    <a:pt x="2156999" y="45851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161299" y="3138975"/>
              <a:ext cx="2157095" cy="4585335"/>
            </a:xfrm>
            <a:custGeom>
              <a:avLst/>
              <a:gdLst/>
              <a:ahLst/>
              <a:cxnLst/>
              <a:rect l="l" t="t" r="r" b="b"/>
              <a:pathLst>
                <a:path w="2157095" h="4585334">
                  <a:moveTo>
                    <a:pt x="0" y="0"/>
                  </a:moveTo>
                  <a:lnTo>
                    <a:pt x="2156999" y="0"/>
                  </a:lnTo>
                  <a:lnTo>
                    <a:pt x="2156999" y="4585199"/>
                  </a:lnTo>
                  <a:lnTo>
                    <a:pt x="0" y="4585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8034337" y="2825512"/>
            <a:ext cx="2251710" cy="672465"/>
            <a:chOff x="8034337" y="2825512"/>
            <a:chExt cx="2251710" cy="672465"/>
          </a:xfrm>
        </p:grpSpPr>
        <p:sp>
          <p:nvSpPr>
            <p:cNvPr id="37" name="object 37"/>
            <p:cNvSpPr/>
            <p:nvPr/>
          </p:nvSpPr>
          <p:spPr>
            <a:xfrm>
              <a:off x="8949757" y="2830274"/>
              <a:ext cx="1331595" cy="662940"/>
            </a:xfrm>
            <a:custGeom>
              <a:avLst/>
              <a:gdLst/>
              <a:ahLst/>
              <a:cxnLst/>
              <a:rect l="l" t="t" r="r" b="b"/>
              <a:pathLst>
                <a:path w="1331595" h="662939">
                  <a:moveTo>
                    <a:pt x="983577" y="497024"/>
                  </a:moveTo>
                  <a:lnTo>
                    <a:pt x="881739" y="497024"/>
                  </a:lnTo>
                  <a:lnTo>
                    <a:pt x="865998" y="457683"/>
                  </a:lnTo>
                  <a:lnTo>
                    <a:pt x="847164" y="419499"/>
                  </a:lnTo>
                  <a:lnTo>
                    <a:pt x="825353" y="382540"/>
                  </a:lnTo>
                  <a:lnTo>
                    <a:pt x="800682" y="346870"/>
                  </a:lnTo>
                  <a:lnTo>
                    <a:pt x="773267" y="312555"/>
                  </a:lnTo>
                  <a:lnTo>
                    <a:pt x="743224" y="279661"/>
                  </a:lnTo>
                  <a:lnTo>
                    <a:pt x="710670" y="248252"/>
                  </a:lnTo>
                  <a:lnTo>
                    <a:pt x="675720" y="218395"/>
                  </a:lnTo>
                  <a:lnTo>
                    <a:pt x="638491" y="190156"/>
                  </a:lnTo>
                  <a:lnTo>
                    <a:pt x="599099" y="163598"/>
                  </a:lnTo>
                  <a:lnTo>
                    <a:pt x="557661" y="138789"/>
                  </a:lnTo>
                  <a:lnTo>
                    <a:pt x="514292" y="115794"/>
                  </a:lnTo>
                  <a:lnTo>
                    <a:pt x="469109" y="94677"/>
                  </a:lnTo>
                  <a:lnTo>
                    <a:pt x="422228" y="75505"/>
                  </a:lnTo>
                  <a:lnTo>
                    <a:pt x="373765" y="58344"/>
                  </a:lnTo>
                  <a:lnTo>
                    <a:pt x="323837" y="43258"/>
                  </a:lnTo>
                  <a:lnTo>
                    <a:pt x="272559" y="30313"/>
                  </a:lnTo>
                  <a:lnTo>
                    <a:pt x="220049" y="19575"/>
                  </a:lnTo>
                  <a:lnTo>
                    <a:pt x="166421" y="11109"/>
                  </a:lnTo>
                  <a:lnTo>
                    <a:pt x="111793" y="4981"/>
                  </a:lnTo>
                  <a:lnTo>
                    <a:pt x="56280" y="1256"/>
                  </a:lnTo>
                  <a:lnTo>
                    <a:pt x="0" y="0"/>
                  </a:lnTo>
                  <a:lnTo>
                    <a:pt x="101836" y="0"/>
                  </a:lnTo>
                  <a:lnTo>
                    <a:pt x="158117" y="1256"/>
                  </a:lnTo>
                  <a:lnTo>
                    <a:pt x="213630" y="4981"/>
                  </a:lnTo>
                  <a:lnTo>
                    <a:pt x="268258" y="11109"/>
                  </a:lnTo>
                  <a:lnTo>
                    <a:pt x="321886" y="19575"/>
                  </a:lnTo>
                  <a:lnTo>
                    <a:pt x="374396" y="30313"/>
                  </a:lnTo>
                  <a:lnTo>
                    <a:pt x="425674" y="43258"/>
                  </a:lnTo>
                  <a:lnTo>
                    <a:pt x="475602" y="58344"/>
                  </a:lnTo>
                  <a:lnTo>
                    <a:pt x="524065" y="75505"/>
                  </a:lnTo>
                  <a:lnTo>
                    <a:pt x="570946" y="94677"/>
                  </a:lnTo>
                  <a:lnTo>
                    <a:pt x="616129" y="115794"/>
                  </a:lnTo>
                  <a:lnTo>
                    <a:pt x="659498" y="138789"/>
                  </a:lnTo>
                  <a:lnTo>
                    <a:pt x="700936" y="163598"/>
                  </a:lnTo>
                  <a:lnTo>
                    <a:pt x="740328" y="190156"/>
                  </a:lnTo>
                  <a:lnTo>
                    <a:pt x="777557" y="218395"/>
                  </a:lnTo>
                  <a:lnTo>
                    <a:pt x="812507" y="248252"/>
                  </a:lnTo>
                  <a:lnTo>
                    <a:pt x="845061" y="279661"/>
                  </a:lnTo>
                  <a:lnTo>
                    <a:pt x="875104" y="312555"/>
                  </a:lnTo>
                  <a:lnTo>
                    <a:pt x="902519" y="346870"/>
                  </a:lnTo>
                  <a:lnTo>
                    <a:pt x="927190" y="382540"/>
                  </a:lnTo>
                  <a:lnTo>
                    <a:pt x="949001" y="419499"/>
                  </a:lnTo>
                  <a:lnTo>
                    <a:pt x="967835" y="457683"/>
                  </a:lnTo>
                  <a:lnTo>
                    <a:pt x="983577" y="497024"/>
                  </a:lnTo>
                  <a:close/>
                </a:path>
                <a:path w="1331595" h="662939">
                  <a:moveTo>
                    <a:pt x="961575" y="662699"/>
                  </a:moveTo>
                  <a:lnTo>
                    <a:pt x="533892" y="497024"/>
                  </a:lnTo>
                  <a:lnTo>
                    <a:pt x="1331424" y="497024"/>
                  </a:lnTo>
                  <a:lnTo>
                    <a:pt x="961575" y="662699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39099" y="2830276"/>
              <a:ext cx="962025" cy="662940"/>
            </a:xfrm>
            <a:custGeom>
              <a:avLst/>
              <a:gdLst/>
              <a:ahLst/>
              <a:cxnLst/>
              <a:rect l="l" t="t" r="r" b="b"/>
              <a:pathLst>
                <a:path w="962025" h="662939">
                  <a:moveTo>
                    <a:pt x="101836" y="662698"/>
                  </a:moveTo>
                  <a:lnTo>
                    <a:pt x="0" y="662698"/>
                  </a:lnTo>
                  <a:lnTo>
                    <a:pt x="2133" y="617341"/>
                  </a:lnTo>
                  <a:lnTo>
                    <a:pt x="8477" y="572462"/>
                  </a:lnTo>
                  <a:lnTo>
                    <a:pt x="18947" y="528201"/>
                  </a:lnTo>
                  <a:lnTo>
                    <a:pt x="33460" y="484702"/>
                  </a:lnTo>
                  <a:lnTo>
                    <a:pt x="51931" y="442106"/>
                  </a:lnTo>
                  <a:lnTo>
                    <a:pt x="74275" y="400556"/>
                  </a:lnTo>
                  <a:lnTo>
                    <a:pt x="100410" y="360194"/>
                  </a:lnTo>
                  <a:lnTo>
                    <a:pt x="130250" y="321162"/>
                  </a:lnTo>
                  <a:lnTo>
                    <a:pt x="163712" y="283602"/>
                  </a:lnTo>
                  <a:lnTo>
                    <a:pt x="200712" y="247656"/>
                  </a:lnTo>
                  <a:lnTo>
                    <a:pt x="241164" y="213467"/>
                  </a:lnTo>
                  <a:lnTo>
                    <a:pt x="284986" y="181176"/>
                  </a:lnTo>
                  <a:lnTo>
                    <a:pt x="324908" y="155277"/>
                  </a:lnTo>
                  <a:lnTo>
                    <a:pt x="366626" y="131249"/>
                  </a:lnTo>
                  <a:lnTo>
                    <a:pt x="410015" y="109125"/>
                  </a:lnTo>
                  <a:lnTo>
                    <a:pt x="454948" y="88940"/>
                  </a:lnTo>
                  <a:lnTo>
                    <a:pt x="501301" y="70725"/>
                  </a:lnTo>
                  <a:lnTo>
                    <a:pt x="548947" y="54516"/>
                  </a:lnTo>
                  <a:lnTo>
                    <a:pt x="597760" y="40345"/>
                  </a:lnTo>
                  <a:lnTo>
                    <a:pt x="647615" y="28245"/>
                  </a:lnTo>
                  <a:lnTo>
                    <a:pt x="698386" y="18251"/>
                  </a:lnTo>
                  <a:lnTo>
                    <a:pt x="749947" y="10396"/>
                  </a:lnTo>
                  <a:lnTo>
                    <a:pt x="802172" y="4714"/>
                  </a:lnTo>
                  <a:lnTo>
                    <a:pt x="854936" y="1237"/>
                  </a:lnTo>
                  <a:lnTo>
                    <a:pt x="908112" y="0"/>
                  </a:lnTo>
                  <a:lnTo>
                    <a:pt x="961575" y="1035"/>
                  </a:lnTo>
                  <a:lnTo>
                    <a:pt x="906395" y="4493"/>
                  </a:lnTo>
                  <a:lnTo>
                    <a:pt x="852240" y="10282"/>
                  </a:lnTo>
                  <a:lnTo>
                    <a:pt x="799204" y="18332"/>
                  </a:lnTo>
                  <a:lnTo>
                    <a:pt x="747379" y="28570"/>
                  </a:lnTo>
                  <a:lnTo>
                    <a:pt x="696859" y="40924"/>
                  </a:lnTo>
                  <a:lnTo>
                    <a:pt x="647736" y="55325"/>
                  </a:lnTo>
                  <a:lnTo>
                    <a:pt x="600103" y="71699"/>
                  </a:lnTo>
                  <a:lnTo>
                    <a:pt x="554053" y="89975"/>
                  </a:lnTo>
                  <a:lnTo>
                    <a:pt x="509679" y="110082"/>
                  </a:lnTo>
                  <a:lnTo>
                    <a:pt x="467074" y="131948"/>
                  </a:lnTo>
                  <a:lnTo>
                    <a:pt x="426332" y="155502"/>
                  </a:lnTo>
                  <a:lnTo>
                    <a:pt x="387544" y="180673"/>
                  </a:lnTo>
                  <a:lnTo>
                    <a:pt x="350804" y="207388"/>
                  </a:lnTo>
                  <a:lnTo>
                    <a:pt x="316205" y="235576"/>
                  </a:lnTo>
                  <a:lnTo>
                    <a:pt x="283840" y="265165"/>
                  </a:lnTo>
                  <a:lnTo>
                    <a:pt x="253802" y="296085"/>
                  </a:lnTo>
                  <a:lnTo>
                    <a:pt x="226183" y="328263"/>
                  </a:lnTo>
                  <a:lnTo>
                    <a:pt x="201077" y="361628"/>
                  </a:lnTo>
                  <a:lnTo>
                    <a:pt x="178577" y="396109"/>
                  </a:lnTo>
                  <a:lnTo>
                    <a:pt x="158775" y="431633"/>
                  </a:lnTo>
                  <a:lnTo>
                    <a:pt x="141764" y="468130"/>
                  </a:lnTo>
                  <a:lnTo>
                    <a:pt x="127638" y="505528"/>
                  </a:lnTo>
                  <a:lnTo>
                    <a:pt x="116489" y="543756"/>
                  </a:lnTo>
                  <a:lnTo>
                    <a:pt x="108411" y="582741"/>
                  </a:lnTo>
                  <a:lnTo>
                    <a:pt x="103495" y="622412"/>
                  </a:lnTo>
                  <a:lnTo>
                    <a:pt x="101836" y="662698"/>
                  </a:lnTo>
                  <a:close/>
                </a:path>
              </a:pathLst>
            </a:custGeom>
            <a:solidFill>
              <a:srgbClr val="CB00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39100" y="2830274"/>
              <a:ext cx="2242185" cy="662940"/>
            </a:xfrm>
            <a:custGeom>
              <a:avLst/>
              <a:gdLst/>
              <a:ahLst/>
              <a:cxnLst/>
              <a:rect l="l" t="t" r="r" b="b"/>
              <a:pathLst>
                <a:path w="2242184" h="662939">
                  <a:moveTo>
                    <a:pt x="961575" y="1036"/>
                  </a:moveTo>
                  <a:lnTo>
                    <a:pt x="906395" y="4494"/>
                  </a:lnTo>
                  <a:lnTo>
                    <a:pt x="852240" y="10284"/>
                  </a:lnTo>
                  <a:lnTo>
                    <a:pt x="799204" y="18333"/>
                  </a:lnTo>
                  <a:lnTo>
                    <a:pt x="747379" y="28571"/>
                  </a:lnTo>
                  <a:lnTo>
                    <a:pt x="696859" y="40926"/>
                  </a:lnTo>
                  <a:lnTo>
                    <a:pt x="647736" y="55326"/>
                  </a:lnTo>
                  <a:lnTo>
                    <a:pt x="600103" y="71700"/>
                  </a:lnTo>
                  <a:lnTo>
                    <a:pt x="554053" y="89976"/>
                  </a:lnTo>
                  <a:lnTo>
                    <a:pt x="509679" y="110083"/>
                  </a:lnTo>
                  <a:lnTo>
                    <a:pt x="467074" y="131950"/>
                  </a:lnTo>
                  <a:lnTo>
                    <a:pt x="426332" y="155504"/>
                  </a:lnTo>
                  <a:lnTo>
                    <a:pt x="387544" y="180674"/>
                  </a:lnTo>
                  <a:lnTo>
                    <a:pt x="350804" y="207389"/>
                  </a:lnTo>
                  <a:lnTo>
                    <a:pt x="316205" y="235577"/>
                  </a:lnTo>
                  <a:lnTo>
                    <a:pt x="283840" y="265166"/>
                  </a:lnTo>
                  <a:lnTo>
                    <a:pt x="253802" y="296086"/>
                  </a:lnTo>
                  <a:lnTo>
                    <a:pt x="226183" y="328264"/>
                  </a:lnTo>
                  <a:lnTo>
                    <a:pt x="201077" y="361630"/>
                  </a:lnTo>
                  <a:lnTo>
                    <a:pt x="178577" y="396110"/>
                  </a:lnTo>
                  <a:lnTo>
                    <a:pt x="158775" y="431635"/>
                  </a:lnTo>
                  <a:lnTo>
                    <a:pt x="141764" y="468132"/>
                  </a:lnTo>
                  <a:lnTo>
                    <a:pt x="127638" y="505530"/>
                  </a:lnTo>
                  <a:lnTo>
                    <a:pt x="116489" y="543757"/>
                  </a:lnTo>
                  <a:lnTo>
                    <a:pt x="108411" y="582742"/>
                  </a:lnTo>
                  <a:lnTo>
                    <a:pt x="103495" y="622413"/>
                  </a:lnTo>
                  <a:lnTo>
                    <a:pt x="101836" y="662699"/>
                  </a:lnTo>
                  <a:lnTo>
                    <a:pt x="0" y="662699"/>
                  </a:lnTo>
                  <a:lnTo>
                    <a:pt x="1661" y="622330"/>
                  </a:lnTo>
                  <a:lnTo>
                    <a:pt x="6584" y="582600"/>
                  </a:lnTo>
                  <a:lnTo>
                    <a:pt x="14671" y="543578"/>
                  </a:lnTo>
                  <a:lnTo>
                    <a:pt x="25829" y="505336"/>
                  </a:lnTo>
                  <a:lnTo>
                    <a:pt x="39961" y="467940"/>
                  </a:lnTo>
                  <a:lnTo>
                    <a:pt x="56973" y="431462"/>
                  </a:lnTo>
                  <a:lnTo>
                    <a:pt x="76768" y="395970"/>
                  </a:lnTo>
                  <a:lnTo>
                    <a:pt x="99253" y="361534"/>
                  </a:lnTo>
                  <a:lnTo>
                    <a:pt x="124331" y="328222"/>
                  </a:lnTo>
                  <a:lnTo>
                    <a:pt x="151908" y="296105"/>
                  </a:lnTo>
                  <a:lnTo>
                    <a:pt x="181887" y="265251"/>
                  </a:lnTo>
                  <a:lnTo>
                    <a:pt x="214175" y="235730"/>
                  </a:lnTo>
                  <a:lnTo>
                    <a:pt x="248675" y="207612"/>
                  </a:lnTo>
                  <a:lnTo>
                    <a:pt x="285292" y="180965"/>
                  </a:lnTo>
                  <a:lnTo>
                    <a:pt x="323932" y="155858"/>
                  </a:lnTo>
                  <a:lnTo>
                    <a:pt x="364498" y="132362"/>
                  </a:lnTo>
                  <a:lnTo>
                    <a:pt x="406897" y="110545"/>
                  </a:lnTo>
                  <a:lnTo>
                    <a:pt x="451031" y="90477"/>
                  </a:lnTo>
                  <a:lnTo>
                    <a:pt x="496806" y="72228"/>
                  </a:lnTo>
                  <a:lnTo>
                    <a:pt x="544127" y="55865"/>
                  </a:lnTo>
                  <a:lnTo>
                    <a:pt x="592899" y="41460"/>
                  </a:lnTo>
                  <a:lnTo>
                    <a:pt x="643026" y="29080"/>
                  </a:lnTo>
                  <a:lnTo>
                    <a:pt x="694413" y="18796"/>
                  </a:lnTo>
                  <a:lnTo>
                    <a:pt x="746965" y="10676"/>
                  </a:lnTo>
                  <a:lnTo>
                    <a:pt x="800587" y="4791"/>
                  </a:lnTo>
                  <a:lnTo>
                    <a:pt x="855182" y="1209"/>
                  </a:lnTo>
                  <a:lnTo>
                    <a:pt x="910657" y="0"/>
                  </a:lnTo>
                  <a:lnTo>
                    <a:pt x="1012494" y="0"/>
                  </a:lnTo>
                  <a:lnTo>
                    <a:pt x="1068775" y="1256"/>
                  </a:lnTo>
                  <a:lnTo>
                    <a:pt x="1124287" y="4981"/>
                  </a:lnTo>
                  <a:lnTo>
                    <a:pt x="1178916" y="11109"/>
                  </a:lnTo>
                  <a:lnTo>
                    <a:pt x="1232543" y="19575"/>
                  </a:lnTo>
                  <a:lnTo>
                    <a:pt x="1285054" y="30313"/>
                  </a:lnTo>
                  <a:lnTo>
                    <a:pt x="1336332" y="43258"/>
                  </a:lnTo>
                  <a:lnTo>
                    <a:pt x="1386260" y="58344"/>
                  </a:lnTo>
                  <a:lnTo>
                    <a:pt x="1434723" y="75505"/>
                  </a:lnTo>
                  <a:lnTo>
                    <a:pt x="1481604" y="94677"/>
                  </a:lnTo>
                  <a:lnTo>
                    <a:pt x="1526787" y="115794"/>
                  </a:lnTo>
                  <a:lnTo>
                    <a:pt x="1570156" y="138789"/>
                  </a:lnTo>
                  <a:lnTo>
                    <a:pt x="1611594" y="163598"/>
                  </a:lnTo>
                  <a:lnTo>
                    <a:pt x="1650986" y="190156"/>
                  </a:lnTo>
                  <a:lnTo>
                    <a:pt x="1688215" y="218395"/>
                  </a:lnTo>
                  <a:lnTo>
                    <a:pt x="1723164" y="248252"/>
                  </a:lnTo>
                  <a:lnTo>
                    <a:pt x="1755719" y="279661"/>
                  </a:lnTo>
                  <a:lnTo>
                    <a:pt x="1785762" y="312555"/>
                  </a:lnTo>
                  <a:lnTo>
                    <a:pt x="1813177" y="346870"/>
                  </a:lnTo>
                  <a:lnTo>
                    <a:pt x="1837848" y="382540"/>
                  </a:lnTo>
                  <a:lnTo>
                    <a:pt x="1859658" y="419499"/>
                  </a:lnTo>
                  <a:lnTo>
                    <a:pt x="1878493" y="457683"/>
                  </a:lnTo>
                  <a:lnTo>
                    <a:pt x="1894234" y="497024"/>
                  </a:lnTo>
                  <a:lnTo>
                    <a:pt x="2242082" y="497024"/>
                  </a:lnTo>
                  <a:lnTo>
                    <a:pt x="1872233" y="662699"/>
                  </a:lnTo>
                  <a:lnTo>
                    <a:pt x="1444549" y="497024"/>
                  </a:lnTo>
                  <a:lnTo>
                    <a:pt x="1792397" y="497024"/>
                  </a:lnTo>
                  <a:lnTo>
                    <a:pt x="1776655" y="457683"/>
                  </a:lnTo>
                  <a:lnTo>
                    <a:pt x="1757821" y="419499"/>
                  </a:lnTo>
                  <a:lnTo>
                    <a:pt x="1736010" y="382540"/>
                  </a:lnTo>
                  <a:lnTo>
                    <a:pt x="1711339" y="346870"/>
                  </a:lnTo>
                  <a:lnTo>
                    <a:pt x="1683924" y="312555"/>
                  </a:lnTo>
                  <a:lnTo>
                    <a:pt x="1653882" y="279661"/>
                  </a:lnTo>
                  <a:lnTo>
                    <a:pt x="1621327" y="248252"/>
                  </a:lnTo>
                  <a:lnTo>
                    <a:pt x="1586378" y="218395"/>
                  </a:lnTo>
                  <a:lnTo>
                    <a:pt x="1549149" y="190156"/>
                  </a:lnTo>
                  <a:lnTo>
                    <a:pt x="1509757" y="163598"/>
                  </a:lnTo>
                  <a:lnTo>
                    <a:pt x="1468318" y="138789"/>
                  </a:lnTo>
                  <a:lnTo>
                    <a:pt x="1424950" y="115794"/>
                  </a:lnTo>
                  <a:lnTo>
                    <a:pt x="1379767" y="94677"/>
                  </a:lnTo>
                  <a:lnTo>
                    <a:pt x="1332886" y="75505"/>
                  </a:lnTo>
                  <a:lnTo>
                    <a:pt x="1284423" y="58344"/>
                  </a:lnTo>
                  <a:lnTo>
                    <a:pt x="1234494" y="43258"/>
                  </a:lnTo>
                  <a:lnTo>
                    <a:pt x="1183217" y="30313"/>
                  </a:lnTo>
                  <a:lnTo>
                    <a:pt x="1130706" y="19575"/>
                  </a:lnTo>
                  <a:lnTo>
                    <a:pt x="1077079" y="11109"/>
                  </a:lnTo>
                  <a:lnTo>
                    <a:pt x="1022450" y="4981"/>
                  </a:lnTo>
                  <a:lnTo>
                    <a:pt x="966938" y="1256"/>
                  </a:lnTo>
                  <a:lnTo>
                    <a:pt x="910657" y="0"/>
                  </a:lnTo>
                </a:path>
              </a:pathLst>
            </a:custGeom>
            <a:ln w="952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758455" y="5644912"/>
            <a:ext cx="2251710" cy="672465"/>
            <a:chOff x="7758455" y="5644912"/>
            <a:chExt cx="2251710" cy="672465"/>
          </a:xfrm>
        </p:grpSpPr>
        <p:sp>
          <p:nvSpPr>
            <p:cNvPr id="41" name="object 41"/>
            <p:cNvSpPr/>
            <p:nvPr/>
          </p:nvSpPr>
          <p:spPr>
            <a:xfrm>
              <a:off x="7763217" y="5649674"/>
              <a:ext cx="1331595" cy="662940"/>
            </a:xfrm>
            <a:custGeom>
              <a:avLst/>
              <a:gdLst/>
              <a:ahLst/>
              <a:cxnLst/>
              <a:rect l="l" t="t" r="r" b="b"/>
              <a:pathLst>
                <a:path w="1331595" h="662939">
                  <a:moveTo>
                    <a:pt x="797532" y="165674"/>
                  </a:moveTo>
                  <a:lnTo>
                    <a:pt x="0" y="165674"/>
                  </a:lnTo>
                  <a:lnTo>
                    <a:pt x="369848" y="0"/>
                  </a:lnTo>
                  <a:lnTo>
                    <a:pt x="797532" y="165674"/>
                  </a:lnTo>
                  <a:close/>
                </a:path>
                <a:path w="1331595" h="662939">
                  <a:moveTo>
                    <a:pt x="1331424" y="662699"/>
                  </a:moveTo>
                  <a:lnTo>
                    <a:pt x="1229587" y="662699"/>
                  </a:lnTo>
                  <a:lnTo>
                    <a:pt x="1173307" y="661443"/>
                  </a:lnTo>
                  <a:lnTo>
                    <a:pt x="1117794" y="657718"/>
                  </a:lnTo>
                  <a:lnTo>
                    <a:pt x="1063166" y="651590"/>
                  </a:lnTo>
                  <a:lnTo>
                    <a:pt x="1009538" y="643124"/>
                  </a:lnTo>
                  <a:lnTo>
                    <a:pt x="957028" y="632386"/>
                  </a:lnTo>
                  <a:lnTo>
                    <a:pt x="905750" y="619441"/>
                  </a:lnTo>
                  <a:lnTo>
                    <a:pt x="855822" y="604355"/>
                  </a:lnTo>
                  <a:lnTo>
                    <a:pt x="807359" y="587194"/>
                  </a:lnTo>
                  <a:lnTo>
                    <a:pt x="760478" y="568022"/>
                  </a:lnTo>
                  <a:lnTo>
                    <a:pt x="715295" y="546905"/>
                  </a:lnTo>
                  <a:lnTo>
                    <a:pt x="671926" y="523910"/>
                  </a:lnTo>
                  <a:lnTo>
                    <a:pt x="630488" y="499101"/>
                  </a:lnTo>
                  <a:lnTo>
                    <a:pt x="591096" y="472543"/>
                  </a:lnTo>
                  <a:lnTo>
                    <a:pt x="553867" y="444304"/>
                  </a:lnTo>
                  <a:lnTo>
                    <a:pt x="518917" y="414447"/>
                  </a:lnTo>
                  <a:lnTo>
                    <a:pt x="486363" y="383038"/>
                  </a:lnTo>
                  <a:lnTo>
                    <a:pt x="456320" y="350144"/>
                  </a:lnTo>
                  <a:lnTo>
                    <a:pt x="428905" y="315829"/>
                  </a:lnTo>
                  <a:lnTo>
                    <a:pt x="404234" y="280159"/>
                  </a:lnTo>
                  <a:lnTo>
                    <a:pt x="382423" y="243200"/>
                  </a:lnTo>
                  <a:lnTo>
                    <a:pt x="363589" y="205016"/>
                  </a:lnTo>
                  <a:lnTo>
                    <a:pt x="347847" y="165674"/>
                  </a:lnTo>
                  <a:lnTo>
                    <a:pt x="449684" y="165674"/>
                  </a:lnTo>
                  <a:lnTo>
                    <a:pt x="465426" y="205016"/>
                  </a:lnTo>
                  <a:lnTo>
                    <a:pt x="484260" y="243200"/>
                  </a:lnTo>
                  <a:lnTo>
                    <a:pt x="506071" y="280159"/>
                  </a:lnTo>
                  <a:lnTo>
                    <a:pt x="530742" y="315829"/>
                  </a:lnTo>
                  <a:lnTo>
                    <a:pt x="558157" y="350144"/>
                  </a:lnTo>
                  <a:lnTo>
                    <a:pt x="588200" y="383038"/>
                  </a:lnTo>
                  <a:lnTo>
                    <a:pt x="620754" y="414447"/>
                  </a:lnTo>
                  <a:lnTo>
                    <a:pt x="655704" y="444304"/>
                  </a:lnTo>
                  <a:lnTo>
                    <a:pt x="692933" y="472543"/>
                  </a:lnTo>
                  <a:lnTo>
                    <a:pt x="732325" y="499101"/>
                  </a:lnTo>
                  <a:lnTo>
                    <a:pt x="773763" y="523910"/>
                  </a:lnTo>
                  <a:lnTo>
                    <a:pt x="817132" y="546905"/>
                  </a:lnTo>
                  <a:lnTo>
                    <a:pt x="862315" y="568022"/>
                  </a:lnTo>
                  <a:lnTo>
                    <a:pt x="909196" y="587194"/>
                  </a:lnTo>
                  <a:lnTo>
                    <a:pt x="957659" y="604355"/>
                  </a:lnTo>
                  <a:lnTo>
                    <a:pt x="1007587" y="619441"/>
                  </a:lnTo>
                  <a:lnTo>
                    <a:pt x="1058865" y="632386"/>
                  </a:lnTo>
                  <a:lnTo>
                    <a:pt x="1111375" y="643124"/>
                  </a:lnTo>
                  <a:lnTo>
                    <a:pt x="1165003" y="651590"/>
                  </a:lnTo>
                  <a:lnTo>
                    <a:pt x="1219631" y="657718"/>
                  </a:lnTo>
                  <a:lnTo>
                    <a:pt x="1275144" y="661443"/>
                  </a:lnTo>
                  <a:lnTo>
                    <a:pt x="1331424" y="662699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043724" y="5649674"/>
              <a:ext cx="962025" cy="662940"/>
            </a:xfrm>
            <a:custGeom>
              <a:avLst/>
              <a:gdLst/>
              <a:ahLst/>
              <a:cxnLst/>
              <a:rect l="l" t="t" r="r" b="b"/>
              <a:pathLst>
                <a:path w="962025" h="662939">
                  <a:moveTo>
                    <a:pt x="53463" y="662698"/>
                  </a:moveTo>
                  <a:lnTo>
                    <a:pt x="0" y="661663"/>
                  </a:lnTo>
                  <a:lnTo>
                    <a:pt x="55180" y="658205"/>
                  </a:lnTo>
                  <a:lnTo>
                    <a:pt x="109334" y="652415"/>
                  </a:lnTo>
                  <a:lnTo>
                    <a:pt x="162371" y="644366"/>
                  </a:lnTo>
                  <a:lnTo>
                    <a:pt x="214195" y="634128"/>
                  </a:lnTo>
                  <a:lnTo>
                    <a:pt x="264716" y="621773"/>
                  </a:lnTo>
                  <a:lnTo>
                    <a:pt x="313839" y="607373"/>
                  </a:lnTo>
                  <a:lnTo>
                    <a:pt x="361472" y="590999"/>
                  </a:lnTo>
                  <a:lnTo>
                    <a:pt x="407522" y="572723"/>
                  </a:lnTo>
                  <a:lnTo>
                    <a:pt x="451896" y="552616"/>
                  </a:lnTo>
                  <a:lnTo>
                    <a:pt x="494500" y="530749"/>
                  </a:lnTo>
                  <a:lnTo>
                    <a:pt x="535243" y="507195"/>
                  </a:lnTo>
                  <a:lnTo>
                    <a:pt x="574031" y="482025"/>
                  </a:lnTo>
                  <a:lnTo>
                    <a:pt x="610770" y="455310"/>
                  </a:lnTo>
                  <a:lnTo>
                    <a:pt x="645369" y="427122"/>
                  </a:lnTo>
                  <a:lnTo>
                    <a:pt x="677734" y="397532"/>
                  </a:lnTo>
                  <a:lnTo>
                    <a:pt x="707773" y="366613"/>
                  </a:lnTo>
                  <a:lnTo>
                    <a:pt x="735392" y="334435"/>
                  </a:lnTo>
                  <a:lnTo>
                    <a:pt x="760498" y="301069"/>
                  </a:lnTo>
                  <a:lnTo>
                    <a:pt x="782998" y="266589"/>
                  </a:lnTo>
                  <a:lnTo>
                    <a:pt x="802800" y="231064"/>
                  </a:lnTo>
                  <a:lnTo>
                    <a:pt x="819811" y="194567"/>
                  </a:lnTo>
                  <a:lnTo>
                    <a:pt x="833937" y="157169"/>
                  </a:lnTo>
                  <a:lnTo>
                    <a:pt x="845086" y="118942"/>
                  </a:lnTo>
                  <a:lnTo>
                    <a:pt x="853164" y="79957"/>
                  </a:lnTo>
                  <a:lnTo>
                    <a:pt x="858079" y="40286"/>
                  </a:lnTo>
                  <a:lnTo>
                    <a:pt x="859738" y="0"/>
                  </a:lnTo>
                  <a:lnTo>
                    <a:pt x="961575" y="0"/>
                  </a:lnTo>
                  <a:lnTo>
                    <a:pt x="959442" y="45356"/>
                  </a:lnTo>
                  <a:lnTo>
                    <a:pt x="953098" y="90236"/>
                  </a:lnTo>
                  <a:lnTo>
                    <a:pt x="942628" y="134497"/>
                  </a:lnTo>
                  <a:lnTo>
                    <a:pt x="928115" y="177996"/>
                  </a:lnTo>
                  <a:lnTo>
                    <a:pt x="909644" y="220592"/>
                  </a:lnTo>
                  <a:lnTo>
                    <a:pt x="887299" y="262142"/>
                  </a:lnTo>
                  <a:lnTo>
                    <a:pt x="861165" y="302504"/>
                  </a:lnTo>
                  <a:lnTo>
                    <a:pt x="831324" y="341536"/>
                  </a:lnTo>
                  <a:lnTo>
                    <a:pt x="797862" y="379096"/>
                  </a:lnTo>
                  <a:lnTo>
                    <a:pt x="760863" y="415042"/>
                  </a:lnTo>
                  <a:lnTo>
                    <a:pt x="720410" y="449231"/>
                  </a:lnTo>
                  <a:lnTo>
                    <a:pt x="676588" y="481522"/>
                  </a:lnTo>
                  <a:lnTo>
                    <a:pt x="636667" y="507421"/>
                  </a:lnTo>
                  <a:lnTo>
                    <a:pt x="594949" y="531449"/>
                  </a:lnTo>
                  <a:lnTo>
                    <a:pt x="551560" y="553572"/>
                  </a:lnTo>
                  <a:lnTo>
                    <a:pt x="506626" y="573758"/>
                  </a:lnTo>
                  <a:lnTo>
                    <a:pt x="460274" y="591972"/>
                  </a:lnTo>
                  <a:lnTo>
                    <a:pt x="412628" y="608182"/>
                  </a:lnTo>
                  <a:lnTo>
                    <a:pt x="363815" y="622353"/>
                  </a:lnTo>
                  <a:lnTo>
                    <a:pt x="313960" y="634452"/>
                  </a:lnTo>
                  <a:lnTo>
                    <a:pt x="263189" y="644446"/>
                  </a:lnTo>
                  <a:lnTo>
                    <a:pt x="211628" y="652301"/>
                  </a:lnTo>
                  <a:lnTo>
                    <a:pt x="159403" y="657984"/>
                  </a:lnTo>
                  <a:lnTo>
                    <a:pt x="106639" y="661461"/>
                  </a:lnTo>
                  <a:lnTo>
                    <a:pt x="53463" y="662698"/>
                  </a:lnTo>
                  <a:close/>
                </a:path>
              </a:pathLst>
            </a:custGeom>
            <a:solidFill>
              <a:srgbClr val="CB00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63217" y="5649674"/>
              <a:ext cx="2242185" cy="662940"/>
            </a:xfrm>
            <a:custGeom>
              <a:avLst/>
              <a:gdLst/>
              <a:ahLst/>
              <a:cxnLst/>
              <a:rect l="l" t="t" r="r" b="b"/>
              <a:pathLst>
                <a:path w="2242184" h="662939">
                  <a:moveTo>
                    <a:pt x="1280506" y="661663"/>
                  </a:moveTo>
                  <a:lnTo>
                    <a:pt x="1335686" y="658205"/>
                  </a:lnTo>
                  <a:lnTo>
                    <a:pt x="1389841" y="652415"/>
                  </a:lnTo>
                  <a:lnTo>
                    <a:pt x="1442877" y="644366"/>
                  </a:lnTo>
                  <a:lnTo>
                    <a:pt x="1494702" y="634128"/>
                  </a:lnTo>
                  <a:lnTo>
                    <a:pt x="1545223" y="621773"/>
                  </a:lnTo>
                  <a:lnTo>
                    <a:pt x="1594346" y="607373"/>
                  </a:lnTo>
                  <a:lnTo>
                    <a:pt x="1641979" y="590999"/>
                  </a:lnTo>
                  <a:lnTo>
                    <a:pt x="1688029" y="572723"/>
                  </a:lnTo>
                  <a:lnTo>
                    <a:pt x="1732402" y="552616"/>
                  </a:lnTo>
                  <a:lnTo>
                    <a:pt x="1775007" y="530749"/>
                  </a:lnTo>
                  <a:lnTo>
                    <a:pt x="1815750" y="507195"/>
                  </a:lnTo>
                  <a:lnTo>
                    <a:pt x="1854537" y="482025"/>
                  </a:lnTo>
                  <a:lnTo>
                    <a:pt x="1891277" y="455310"/>
                  </a:lnTo>
                  <a:lnTo>
                    <a:pt x="1925876" y="427122"/>
                  </a:lnTo>
                  <a:lnTo>
                    <a:pt x="1958241" y="397532"/>
                  </a:lnTo>
                  <a:lnTo>
                    <a:pt x="1988280" y="366613"/>
                  </a:lnTo>
                  <a:lnTo>
                    <a:pt x="2015898" y="334435"/>
                  </a:lnTo>
                  <a:lnTo>
                    <a:pt x="2041004" y="301069"/>
                  </a:lnTo>
                  <a:lnTo>
                    <a:pt x="2063505" y="266589"/>
                  </a:lnTo>
                  <a:lnTo>
                    <a:pt x="2083307" y="231064"/>
                  </a:lnTo>
                  <a:lnTo>
                    <a:pt x="2100317" y="194567"/>
                  </a:lnTo>
                  <a:lnTo>
                    <a:pt x="2114444" y="157169"/>
                  </a:lnTo>
                  <a:lnTo>
                    <a:pt x="2125592" y="118942"/>
                  </a:lnTo>
                  <a:lnTo>
                    <a:pt x="2133671" y="79957"/>
                  </a:lnTo>
                  <a:lnTo>
                    <a:pt x="2138586" y="40286"/>
                  </a:lnTo>
                  <a:lnTo>
                    <a:pt x="2140245" y="0"/>
                  </a:lnTo>
                  <a:lnTo>
                    <a:pt x="2242082" y="0"/>
                  </a:lnTo>
                  <a:lnTo>
                    <a:pt x="2240420" y="40369"/>
                  </a:lnTo>
                  <a:lnTo>
                    <a:pt x="2235498" y="80100"/>
                  </a:lnTo>
                  <a:lnTo>
                    <a:pt x="2227410" y="119121"/>
                  </a:lnTo>
                  <a:lnTo>
                    <a:pt x="2216253" y="157364"/>
                  </a:lnTo>
                  <a:lnTo>
                    <a:pt x="2202120" y="194759"/>
                  </a:lnTo>
                  <a:lnTo>
                    <a:pt x="2185109" y="231237"/>
                  </a:lnTo>
                  <a:lnTo>
                    <a:pt x="2165313" y="266729"/>
                  </a:lnTo>
                  <a:lnTo>
                    <a:pt x="2142829" y="301165"/>
                  </a:lnTo>
                  <a:lnTo>
                    <a:pt x="2117750" y="334477"/>
                  </a:lnTo>
                  <a:lnTo>
                    <a:pt x="2090174" y="366594"/>
                  </a:lnTo>
                  <a:lnTo>
                    <a:pt x="2060194" y="397448"/>
                  </a:lnTo>
                  <a:lnTo>
                    <a:pt x="2027907" y="426969"/>
                  </a:lnTo>
                  <a:lnTo>
                    <a:pt x="1993407" y="455087"/>
                  </a:lnTo>
                  <a:lnTo>
                    <a:pt x="1956789" y="481735"/>
                  </a:lnTo>
                  <a:lnTo>
                    <a:pt x="1918149" y="506841"/>
                  </a:lnTo>
                  <a:lnTo>
                    <a:pt x="1877583" y="530337"/>
                  </a:lnTo>
                  <a:lnTo>
                    <a:pt x="1835185" y="552154"/>
                  </a:lnTo>
                  <a:lnTo>
                    <a:pt x="1791051" y="572222"/>
                  </a:lnTo>
                  <a:lnTo>
                    <a:pt x="1745275" y="590471"/>
                  </a:lnTo>
                  <a:lnTo>
                    <a:pt x="1697954" y="606834"/>
                  </a:lnTo>
                  <a:lnTo>
                    <a:pt x="1649182" y="621239"/>
                  </a:lnTo>
                  <a:lnTo>
                    <a:pt x="1599055" y="633619"/>
                  </a:lnTo>
                  <a:lnTo>
                    <a:pt x="1547668" y="643903"/>
                  </a:lnTo>
                  <a:lnTo>
                    <a:pt x="1495116" y="652023"/>
                  </a:lnTo>
                  <a:lnTo>
                    <a:pt x="1441495" y="657908"/>
                  </a:lnTo>
                  <a:lnTo>
                    <a:pt x="1386899" y="661490"/>
                  </a:lnTo>
                  <a:lnTo>
                    <a:pt x="1331424" y="662699"/>
                  </a:lnTo>
                  <a:lnTo>
                    <a:pt x="1229587" y="662699"/>
                  </a:lnTo>
                  <a:lnTo>
                    <a:pt x="1173307" y="661443"/>
                  </a:lnTo>
                  <a:lnTo>
                    <a:pt x="1117794" y="657718"/>
                  </a:lnTo>
                  <a:lnTo>
                    <a:pt x="1063166" y="651590"/>
                  </a:lnTo>
                  <a:lnTo>
                    <a:pt x="1009538" y="643124"/>
                  </a:lnTo>
                  <a:lnTo>
                    <a:pt x="957028" y="632386"/>
                  </a:lnTo>
                  <a:lnTo>
                    <a:pt x="905750" y="619441"/>
                  </a:lnTo>
                  <a:lnTo>
                    <a:pt x="855822" y="604355"/>
                  </a:lnTo>
                  <a:lnTo>
                    <a:pt x="807359" y="587194"/>
                  </a:lnTo>
                  <a:lnTo>
                    <a:pt x="760478" y="568022"/>
                  </a:lnTo>
                  <a:lnTo>
                    <a:pt x="715295" y="546905"/>
                  </a:lnTo>
                  <a:lnTo>
                    <a:pt x="671926" y="523910"/>
                  </a:lnTo>
                  <a:lnTo>
                    <a:pt x="630488" y="499101"/>
                  </a:lnTo>
                  <a:lnTo>
                    <a:pt x="591096" y="472543"/>
                  </a:lnTo>
                  <a:lnTo>
                    <a:pt x="553867" y="444304"/>
                  </a:lnTo>
                  <a:lnTo>
                    <a:pt x="518917" y="414447"/>
                  </a:lnTo>
                  <a:lnTo>
                    <a:pt x="486363" y="383038"/>
                  </a:lnTo>
                  <a:lnTo>
                    <a:pt x="456320" y="350144"/>
                  </a:lnTo>
                  <a:lnTo>
                    <a:pt x="428905" y="315829"/>
                  </a:lnTo>
                  <a:lnTo>
                    <a:pt x="404234" y="280159"/>
                  </a:lnTo>
                  <a:lnTo>
                    <a:pt x="382423" y="243200"/>
                  </a:lnTo>
                  <a:lnTo>
                    <a:pt x="363589" y="205016"/>
                  </a:lnTo>
                  <a:lnTo>
                    <a:pt x="347847" y="165674"/>
                  </a:lnTo>
                  <a:lnTo>
                    <a:pt x="0" y="165674"/>
                  </a:lnTo>
                  <a:lnTo>
                    <a:pt x="369848" y="0"/>
                  </a:lnTo>
                  <a:lnTo>
                    <a:pt x="797532" y="165674"/>
                  </a:lnTo>
                  <a:lnTo>
                    <a:pt x="449684" y="165674"/>
                  </a:lnTo>
                  <a:lnTo>
                    <a:pt x="465426" y="205016"/>
                  </a:lnTo>
                  <a:lnTo>
                    <a:pt x="484260" y="243200"/>
                  </a:lnTo>
                  <a:lnTo>
                    <a:pt x="506071" y="280159"/>
                  </a:lnTo>
                  <a:lnTo>
                    <a:pt x="530742" y="315829"/>
                  </a:lnTo>
                  <a:lnTo>
                    <a:pt x="558157" y="350144"/>
                  </a:lnTo>
                  <a:lnTo>
                    <a:pt x="588200" y="383038"/>
                  </a:lnTo>
                  <a:lnTo>
                    <a:pt x="620754" y="414447"/>
                  </a:lnTo>
                  <a:lnTo>
                    <a:pt x="655704" y="444304"/>
                  </a:lnTo>
                  <a:lnTo>
                    <a:pt x="692933" y="472543"/>
                  </a:lnTo>
                  <a:lnTo>
                    <a:pt x="732325" y="499101"/>
                  </a:lnTo>
                  <a:lnTo>
                    <a:pt x="773763" y="523910"/>
                  </a:lnTo>
                  <a:lnTo>
                    <a:pt x="817132" y="546905"/>
                  </a:lnTo>
                  <a:lnTo>
                    <a:pt x="862315" y="568022"/>
                  </a:lnTo>
                  <a:lnTo>
                    <a:pt x="909196" y="587194"/>
                  </a:lnTo>
                  <a:lnTo>
                    <a:pt x="957659" y="604355"/>
                  </a:lnTo>
                  <a:lnTo>
                    <a:pt x="1007587" y="619441"/>
                  </a:lnTo>
                  <a:lnTo>
                    <a:pt x="1058865" y="632386"/>
                  </a:lnTo>
                  <a:lnTo>
                    <a:pt x="1111375" y="643124"/>
                  </a:lnTo>
                  <a:lnTo>
                    <a:pt x="1165003" y="651590"/>
                  </a:lnTo>
                  <a:lnTo>
                    <a:pt x="1219631" y="657718"/>
                  </a:lnTo>
                  <a:lnTo>
                    <a:pt x="1275144" y="661443"/>
                  </a:lnTo>
                  <a:lnTo>
                    <a:pt x="1331424" y="662699"/>
                  </a:lnTo>
                </a:path>
              </a:pathLst>
            </a:custGeom>
            <a:ln w="952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4" name="object 4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Adapt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Prompt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with 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human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Choose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an 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existing </a:t>
            </a:r>
            <a:r>
              <a:rPr sz="2800" spc="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or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pretrain </a:t>
            </a:r>
            <a:r>
              <a:rPr sz="2800" spc="4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y</a:t>
            </a: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our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13" name="object 13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41237" y="2558062"/>
            <a:ext cx="11744960" cy="5293995"/>
            <a:chOff x="2041237" y="2558062"/>
            <a:chExt cx="11744960" cy="5293995"/>
          </a:xfrm>
        </p:grpSpPr>
        <p:sp>
          <p:nvSpPr>
            <p:cNvPr id="17" name="object 17"/>
            <p:cNvSpPr/>
            <p:nvPr/>
          </p:nvSpPr>
          <p:spPr>
            <a:xfrm>
              <a:off x="11495696" y="3044640"/>
              <a:ext cx="2271395" cy="4788535"/>
            </a:xfrm>
            <a:custGeom>
              <a:avLst/>
              <a:gdLst/>
              <a:ahLst/>
              <a:cxnLst/>
              <a:rect l="l" t="t" r="r" b="b"/>
              <a:pathLst>
                <a:path w="2271394" h="4788534">
                  <a:moveTo>
                    <a:pt x="0" y="0"/>
                  </a:moveTo>
                  <a:lnTo>
                    <a:pt x="2271000" y="0"/>
                  </a:lnTo>
                  <a:lnTo>
                    <a:pt x="2271000" y="4787999"/>
                  </a:lnTo>
                  <a:lnTo>
                    <a:pt x="0" y="47879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Deﬁne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the 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use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666666"/>
                </a:solidFill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23" name="object 23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latin typeface="Tahoma"/>
                <a:cs typeface="Tahoma"/>
              </a:rPr>
              <a:t>Application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integ</a:t>
            </a:r>
            <a:r>
              <a:rPr sz="2800" spc="-35" dirty="0">
                <a:latin typeface="Tahoma"/>
                <a:cs typeface="Tahoma"/>
              </a:rPr>
              <a:t>r</a:t>
            </a:r>
            <a:r>
              <a:rPr sz="2800" spc="30" dirty="0"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B6D7A8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latin typeface="Tahoma"/>
                <a:cs typeface="Tahoma"/>
              </a:rPr>
              <a:t>Optimize 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depl</a:t>
            </a:r>
            <a:r>
              <a:rPr sz="2800" spc="-15" dirty="0">
                <a:latin typeface="Tahoma"/>
                <a:cs typeface="Tahoma"/>
              </a:rPr>
              <a:t>o</a:t>
            </a:r>
            <a:r>
              <a:rPr sz="2800" spc="25" dirty="0">
                <a:latin typeface="Tahoma"/>
                <a:cs typeface="Tahoma"/>
              </a:rPr>
              <a:t>y 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for  </a:t>
            </a:r>
            <a:r>
              <a:rPr sz="2800" spc="25" dirty="0"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B6D7A8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latin typeface="Tahoma"/>
                <a:cs typeface="Tahoma"/>
              </a:rPr>
              <a:t>Augment 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and  </a:t>
            </a:r>
            <a:r>
              <a:rPr sz="2800" spc="35" dirty="0">
                <a:latin typeface="Tahoma"/>
                <a:cs typeface="Tahoma"/>
              </a:rPr>
              <a:t>build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LLM-  </a:t>
            </a:r>
            <a:r>
              <a:rPr sz="2800" spc="30" dirty="0">
                <a:latin typeface="Tahoma"/>
                <a:cs typeface="Tahoma"/>
              </a:rPr>
              <a:t>powered 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20" dirty="0"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791221" y="3044640"/>
            <a:ext cx="2271395" cy="4788535"/>
          </a:xfrm>
          <a:custGeom>
            <a:avLst/>
            <a:gdLst/>
            <a:ahLst/>
            <a:cxnLst/>
            <a:rect l="l" t="t" r="r" b="b"/>
            <a:pathLst>
              <a:path w="2271394" h="4788534">
                <a:moveTo>
                  <a:pt x="0" y="0"/>
                </a:moveTo>
                <a:lnTo>
                  <a:pt x="2270999" y="0"/>
                </a:lnTo>
                <a:lnTo>
                  <a:pt x="2270999" y="4787999"/>
                </a:lnTo>
                <a:lnTo>
                  <a:pt x="0" y="47879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9386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Gene</a:t>
            </a:r>
            <a:r>
              <a:rPr spc="125" dirty="0"/>
              <a:t>r</a:t>
            </a:r>
            <a:r>
              <a:rPr spc="75" dirty="0"/>
              <a:t>ati</a:t>
            </a:r>
            <a:r>
              <a:rPr spc="30" dirty="0"/>
              <a:t>v</a:t>
            </a:r>
            <a:r>
              <a:rPr spc="-15" dirty="0"/>
              <a:t>e</a:t>
            </a:r>
            <a:r>
              <a:rPr spc="-670" dirty="0"/>
              <a:t> </a:t>
            </a:r>
            <a:r>
              <a:rPr spc="40" dirty="0"/>
              <a:t>AI</a:t>
            </a:r>
            <a:r>
              <a:rPr spc="-670" dirty="0"/>
              <a:t> </a:t>
            </a:r>
            <a:r>
              <a:rPr spc="55" dirty="0"/>
              <a:t>project</a:t>
            </a:r>
            <a:r>
              <a:rPr spc="-670" dirty="0"/>
              <a:t> </a:t>
            </a:r>
            <a:r>
              <a:rPr spc="75" dirty="0"/>
              <a:t>lifec</a:t>
            </a:r>
            <a:r>
              <a:rPr spc="35" dirty="0"/>
              <a:t>y</a:t>
            </a:r>
            <a:r>
              <a:rPr spc="55" dirty="0"/>
              <a:t>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999" y="3138975"/>
            <a:ext cx="2029460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80975" marR="213995">
              <a:lnSpc>
                <a:spcPct val="100400"/>
              </a:lnSpc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Deﬁne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the 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use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case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12237" y="2565012"/>
            <a:ext cx="4848860" cy="488950"/>
            <a:chOff x="6712237" y="2565012"/>
            <a:chExt cx="4848860" cy="488950"/>
          </a:xfrm>
        </p:grpSpPr>
        <p:sp>
          <p:nvSpPr>
            <p:cNvPr id="5" name="object 5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4599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17000" y="2569774"/>
              <a:ext cx="4839335" cy="479425"/>
            </a:xfrm>
            <a:custGeom>
              <a:avLst/>
              <a:gdLst/>
              <a:ahLst/>
              <a:cxnLst/>
              <a:rect l="l" t="t" r="r" b="b"/>
              <a:pathLst>
                <a:path w="4839334" h="479425">
                  <a:moveTo>
                    <a:pt x="0" y="0"/>
                  </a:moveTo>
                  <a:lnTo>
                    <a:pt x="4599599" y="0"/>
                  </a:lnTo>
                  <a:lnTo>
                    <a:pt x="4838999" y="239399"/>
                  </a:lnTo>
                  <a:lnTo>
                    <a:pt x="4599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403997" y="2567938"/>
            <a:ext cx="3465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Adapt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51237" y="2558062"/>
            <a:ext cx="4695825" cy="488950"/>
            <a:chOff x="11551237" y="2558062"/>
            <a:chExt cx="4695825" cy="488950"/>
          </a:xfrm>
        </p:grpSpPr>
        <p:sp>
          <p:nvSpPr>
            <p:cNvPr id="9" name="object 9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4446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56000" y="2562824"/>
              <a:ext cx="4686300" cy="479425"/>
            </a:xfrm>
            <a:custGeom>
              <a:avLst/>
              <a:gdLst/>
              <a:ahLst/>
              <a:cxnLst/>
              <a:rect l="l" t="t" r="r" b="b"/>
              <a:pathLst>
                <a:path w="4686300" h="479425">
                  <a:moveTo>
                    <a:pt x="0" y="0"/>
                  </a:moveTo>
                  <a:lnTo>
                    <a:pt x="4446599" y="0"/>
                  </a:lnTo>
                  <a:lnTo>
                    <a:pt x="4685999" y="239399"/>
                  </a:lnTo>
                  <a:lnTo>
                    <a:pt x="4446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098587" y="2560988"/>
            <a:ext cx="3601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Application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integ</a:t>
            </a:r>
            <a:r>
              <a:rPr sz="2800" spc="-35" dirty="0">
                <a:solidFill>
                  <a:srgbClr val="666666"/>
                </a:solidFill>
                <a:latin typeface="Tahoma"/>
                <a:cs typeface="Tahoma"/>
              </a:rPr>
              <a:t>r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ation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000" y="3138975"/>
            <a:ext cx="2157095" cy="4585335"/>
          </a:xfrm>
          <a:prstGeom prst="rect">
            <a:avLst/>
          </a:prstGeom>
          <a:solidFill>
            <a:srgbClr val="F4CCCC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344170">
              <a:lnSpc>
                <a:spcPct val="100400"/>
              </a:lnSpc>
              <a:spcBef>
                <a:spcPts val="1900"/>
              </a:spcBef>
            </a:pPr>
            <a:r>
              <a:rPr sz="2800" spc="40" dirty="0">
                <a:latin typeface="Tahoma"/>
                <a:cs typeface="Tahoma"/>
              </a:rPr>
              <a:t>Choose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an  </a:t>
            </a:r>
            <a:r>
              <a:rPr sz="2800" dirty="0">
                <a:latin typeface="Tahoma"/>
                <a:cs typeface="Tahoma"/>
              </a:rPr>
              <a:t>existing 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10" dirty="0">
                <a:latin typeface="Tahoma"/>
                <a:cs typeface="Tahoma"/>
              </a:rPr>
              <a:t>model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or  </a:t>
            </a:r>
            <a:r>
              <a:rPr sz="2800" spc="35" dirty="0">
                <a:latin typeface="Tahoma"/>
                <a:cs typeface="Tahoma"/>
              </a:rPr>
              <a:t>pretrain 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50" dirty="0">
                <a:latin typeface="Tahoma"/>
                <a:cs typeface="Tahoma"/>
              </a:rPr>
              <a:t>our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30" dirty="0">
                <a:latin typeface="Tahoma"/>
                <a:cs typeface="Tahoma"/>
              </a:rPr>
              <a:t>own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7049" y="3138977"/>
            <a:ext cx="2310765" cy="127127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80975" marR="280670">
              <a:lnSpc>
                <a:spcPct val="100400"/>
              </a:lnSpc>
              <a:spcBef>
                <a:spcPts val="1500"/>
              </a:spcBef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Prompt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666666"/>
                </a:solidFill>
                <a:latin typeface="Tahoma"/>
                <a:cs typeface="Tahoma"/>
              </a:rPr>
              <a:t>engineering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560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imes New Roman"/>
              <a:cs typeface="Times New Roman"/>
            </a:endParaRPr>
          </a:p>
          <a:p>
            <a:pPr marL="180975" marR="274955">
              <a:lnSpc>
                <a:spcPct val="100400"/>
              </a:lnSpc>
            </a:pP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Optimize </a:t>
            </a:r>
            <a:r>
              <a:rPr sz="2800" spc="6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depl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o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y 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666666"/>
                </a:solidFill>
                <a:latin typeface="Tahoma"/>
                <a:cs typeface="Tahoma"/>
              </a:rPr>
              <a:t>for 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inference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49700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 marL="180975" marR="93345">
              <a:lnSpc>
                <a:spcPct val="100400"/>
              </a:lnSpc>
              <a:spcBef>
                <a:spcPts val="1900"/>
              </a:spcBef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Augment </a:t>
            </a:r>
            <a:r>
              <a:rPr sz="2800" spc="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model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-15" dirty="0">
                <a:solidFill>
                  <a:srgbClr val="666666"/>
                </a:solidFill>
                <a:latin typeface="Tahoma"/>
                <a:cs typeface="Tahoma"/>
              </a:rPr>
              <a:t>and 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build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666666"/>
                </a:solidFill>
                <a:latin typeface="Tahoma"/>
                <a:cs typeface="Tahoma"/>
              </a:rPr>
              <a:t>LLM-  </a:t>
            </a:r>
            <a:r>
              <a:rPr sz="2800" spc="30" dirty="0">
                <a:solidFill>
                  <a:srgbClr val="666666"/>
                </a:solidFill>
                <a:latin typeface="Tahoma"/>
                <a:cs typeface="Tahoma"/>
              </a:rPr>
              <a:t>powered </a:t>
            </a:r>
            <a:r>
              <a:rPr sz="2800" spc="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applications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15800" y="4511422"/>
            <a:ext cx="2310765" cy="147828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15" dirty="0">
                <a:solidFill>
                  <a:srgbClr val="666666"/>
                </a:solidFill>
                <a:latin typeface="Tahoma"/>
                <a:cs typeface="Tahoma"/>
              </a:rPr>
              <a:t>Fine-tuning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15775" y="6098175"/>
            <a:ext cx="2310765" cy="16262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0975" marR="556260">
              <a:lnSpc>
                <a:spcPct val="100400"/>
              </a:lnSpc>
              <a:spcBef>
                <a:spcPts val="1210"/>
              </a:spcBef>
            </a:pPr>
            <a:r>
              <a:rPr sz="2800" spc="50" dirty="0">
                <a:solidFill>
                  <a:srgbClr val="666666"/>
                </a:solidFill>
                <a:latin typeface="Tahoma"/>
                <a:cs typeface="Tahoma"/>
              </a:rPr>
              <a:t>Align</a:t>
            </a:r>
            <a:r>
              <a:rPr sz="2800" spc="-3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666666"/>
                </a:solidFill>
                <a:latin typeface="Tahoma"/>
                <a:cs typeface="Tahoma"/>
              </a:rPr>
              <a:t>with  </a:t>
            </a:r>
            <a:r>
              <a:rPr sz="2800" spc="-25" dirty="0">
                <a:solidFill>
                  <a:srgbClr val="666666"/>
                </a:solidFill>
                <a:latin typeface="Tahoma"/>
                <a:cs typeface="Tahoma"/>
              </a:rPr>
              <a:t>human </a:t>
            </a:r>
            <a:r>
              <a:rPr sz="2800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2800" spc="10" dirty="0">
                <a:solidFill>
                  <a:srgbClr val="666666"/>
                </a:solidFill>
                <a:latin typeface="Tahoma"/>
                <a:cs typeface="Tahoma"/>
              </a:rPr>
              <a:t>feedback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1299" y="3138975"/>
            <a:ext cx="2157095" cy="458533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2800" spc="20" dirty="0">
                <a:solidFill>
                  <a:srgbClr val="666666"/>
                </a:solidFill>
                <a:latin typeface="Tahoma"/>
                <a:cs typeface="Tahoma"/>
              </a:rPr>
              <a:t>Evaluate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41237" y="2558062"/>
            <a:ext cx="2280920" cy="488950"/>
            <a:chOff x="2041237" y="2558062"/>
            <a:chExt cx="2280920" cy="488950"/>
          </a:xfrm>
        </p:grpSpPr>
        <p:sp>
          <p:nvSpPr>
            <p:cNvPr id="20" name="object 20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2031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45999" y="2562824"/>
              <a:ext cx="2271395" cy="479425"/>
            </a:xfrm>
            <a:custGeom>
              <a:avLst/>
              <a:gdLst/>
              <a:ahLst/>
              <a:cxnLst/>
              <a:rect l="l" t="t" r="r" b="b"/>
              <a:pathLst>
                <a:path w="2271395" h="479425">
                  <a:moveTo>
                    <a:pt x="0" y="0"/>
                  </a:moveTo>
                  <a:lnTo>
                    <a:pt x="2031599" y="0"/>
                  </a:lnTo>
                  <a:lnTo>
                    <a:pt x="2270999" y="239399"/>
                  </a:lnTo>
                  <a:lnTo>
                    <a:pt x="2031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01427" y="2560988"/>
            <a:ext cx="960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666666"/>
                </a:solidFill>
                <a:latin typeface="Tahoma"/>
                <a:cs typeface="Tahoma"/>
              </a:rPr>
              <a:t>Scope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12237" y="2558062"/>
            <a:ext cx="2409825" cy="488950"/>
            <a:chOff x="4312237" y="2558062"/>
            <a:chExt cx="2409825" cy="488950"/>
          </a:xfrm>
        </p:grpSpPr>
        <p:sp>
          <p:nvSpPr>
            <p:cNvPr id="24" name="object 24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2160599" y="478799"/>
                  </a:move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00" y="2562824"/>
              <a:ext cx="2400300" cy="479425"/>
            </a:xfrm>
            <a:custGeom>
              <a:avLst/>
              <a:gdLst/>
              <a:ahLst/>
              <a:cxnLst/>
              <a:rect l="l" t="t" r="r" b="b"/>
              <a:pathLst>
                <a:path w="2400300" h="479425">
                  <a:moveTo>
                    <a:pt x="0" y="0"/>
                  </a:moveTo>
                  <a:lnTo>
                    <a:pt x="2160599" y="0"/>
                  </a:lnTo>
                  <a:lnTo>
                    <a:pt x="2399999" y="239399"/>
                  </a:lnTo>
                  <a:lnTo>
                    <a:pt x="2160599" y="478799"/>
                  </a:lnTo>
                  <a:lnTo>
                    <a:pt x="0" y="478799"/>
                  </a:lnTo>
                  <a:lnTo>
                    <a:pt x="239399" y="23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28927" y="2560988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" dirty="0">
                <a:latin typeface="Tahoma"/>
                <a:cs typeface="Tahoma"/>
              </a:rPr>
              <a:t>Select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2769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Considerations</a:t>
            </a:r>
            <a:r>
              <a:rPr spc="-670" dirty="0"/>
              <a:t> </a:t>
            </a:r>
            <a:r>
              <a:rPr spc="135" dirty="0"/>
              <a:t>for</a:t>
            </a:r>
            <a:r>
              <a:rPr spc="-670" dirty="0"/>
              <a:t> </a:t>
            </a:r>
            <a:r>
              <a:rPr dirty="0"/>
              <a:t>choosing</a:t>
            </a:r>
            <a:r>
              <a:rPr spc="-670" dirty="0"/>
              <a:t> </a:t>
            </a:r>
            <a:r>
              <a:rPr spc="-105" dirty="0"/>
              <a:t>a</a:t>
            </a:r>
            <a:r>
              <a:rPr spc="-665" dirty="0"/>
              <a:t> </a:t>
            </a:r>
            <a:r>
              <a:rPr spc="25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05048" y="3898112"/>
            <a:ext cx="2752725" cy="2752725"/>
            <a:chOff x="3705048" y="3898112"/>
            <a:chExt cx="2752725" cy="2752725"/>
          </a:xfrm>
        </p:grpSpPr>
        <p:sp>
          <p:nvSpPr>
            <p:cNvPr id="4" name="object 4"/>
            <p:cNvSpPr/>
            <p:nvPr/>
          </p:nvSpPr>
          <p:spPr>
            <a:xfrm>
              <a:off x="3709811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599" y="2743199"/>
                  </a:move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90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2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4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4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2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90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6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0" y="334398"/>
                  </a:lnTo>
                  <a:lnTo>
                    <a:pt x="2305830" y="367358"/>
                  </a:lnTo>
                  <a:lnTo>
                    <a:pt x="2341467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7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7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4" y="937888"/>
                  </a:lnTo>
                  <a:lnTo>
                    <a:pt x="2687403" y="984359"/>
                  </a:lnTo>
                  <a:lnTo>
                    <a:pt x="2700334" y="1031361"/>
                  </a:lnTo>
                  <a:lnTo>
                    <a:pt x="2711599" y="1078850"/>
                  </a:lnTo>
                  <a:lnTo>
                    <a:pt x="2721180" y="1126784"/>
                  </a:lnTo>
                  <a:lnTo>
                    <a:pt x="2729059" y="1175118"/>
                  </a:lnTo>
                  <a:lnTo>
                    <a:pt x="2735219" y="1223810"/>
                  </a:lnTo>
                  <a:lnTo>
                    <a:pt x="2739641" y="1272816"/>
                  </a:lnTo>
                  <a:lnTo>
                    <a:pt x="2742307" y="1322094"/>
                  </a:lnTo>
                  <a:lnTo>
                    <a:pt x="2743199" y="1371599"/>
                  </a:lnTo>
                  <a:lnTo>
                    <a:pt x="2742370" y="1419752"/>
                  </a:lnTo>
                  <a:lnTo>
                    <a:pt x="2739900" y="1467488"/>
                  </a:lnTo>
                  <a:lnTo>
                    <a:pt x="2735816" y="1514780"/>
                  </a:lnTo>
                  <a:lnTo>
                    <a:pt x="2730146" y="1561601"/>
                  </a:lnTo>
                  <a:lnTo>
                    <a:pt x="2722917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6" y="1743628"/>
                  </a:lnTo>
                  <a:lnTo>
                    <a:pt x="2678952" y="1787685"/>
                  </a:lnTo>
                  <a:lnTo>
                    <a:pt x="2664335" y="1831107"/>
                  </a:lnTo>
                  <a:lnTo>
                    <a:pt x="2648322" y="1873868"/>
                  </a:lnTo>
                  <a:lnTo>
                    <a:pt x="2630940" y="1915940"/>
                  </a:lnTo>
                  <a:lnTo>
                    <a:pt x="2612217" y="1957296"/>
                  </a:lnTo>
                  <a:lnTo>
                    <a:pt x="2592179" y="1997909"/>
                  </a:lnTo>
                  <a:lnTo>
                    <a:pt x="2570854" y="2037752"/>
                  </a:lnTo>
                  <a:lnTo>
                    <a:pt x="2548269" y="2076797"/>
                  </a:lnTo>
                  <a:lnTo>
                    <a:pt x="2524452" y="2115017"/>
                  </a:lnTo>
                  <a:lnTo>
                    <a:pt x="2499429" y="2152386"/>
                  </a:lnTo>
                  <a:lnTo>
                    <a:pt x="2473227" y="2188875"/>
                  </a:lnTo>
                  <a:lnTo>
                    <a:pt x="2445874" y="2224458"/>
                  </a:lnTo>
                  <a:lnTo>
                    <a:pt x="2417398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6" y="2357181"/>
                  </a:lnTo>
                  <a:lnTo>
                    <a:pt x="2292795" y="2387824"/>
                  </a:lnTo>
                  <a:lnTo>
                    <a:pt x="2259107" y="2417398"/>
                  </a:lnTo>
                  <a:lnTo>
                    <a:pt x="2224458" y="2445874"/>
                  </a:lnTo>
                  <a:lnTo>
                    <a:pt x="2188875" y="2473227"/>
                  </a:lnTo>
                  <a:lnTo>
                    <a:pt x="2152386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5" y="2678952"/>
                  </a:lnTo>
                  <a:lnTo>
                    <a:pt x="1743628" y="2692146"/>
                  </a:lnTo>
                  <a:lnTo>
                    <a:pt x="1698964" y="2703889"/>
                  </a:lnTo>
                  <a:lnTo>
                    <a:pt x="1653720" y="2714155"/>
                  </a:lnTo>
                  <a:lnTo>
                    <a:pt x="1607923" y="2722917"/>
                  </a:lnTo>
                  <a:lnTo>
                    <a:pt x="1561601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09811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599"/>
                  </a:move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4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2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90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6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0" y="334398"/>
                  </a:lnTo>
                  <a:lnTo>
                    <a:pt x="2305830" y="367358"/>
                  </a:lnTo>
                  <a:lnTo>
                    <a:pt x="2341467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7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7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4" y="937888"/>
                  </a:lnTo>
                  <a:lnTo>
                    <a:pt x="2687403" y="984359"/>
                  </a:lnTo>
                  <a:lnTo>
                    <a:pt x="2700334" y="1031361"/>
                  </a:lnTo>
                  <a:lnTo>
                    <a:pt x="2711599" y="1078850"/>
                  </a:lnTo>
                  <a:lnTo>
                    <a:pt x="2721180" y="1126784"/>
                  </a:lnTo>
                  <a:lnTo>
                    <a:pt x="2729059" y="1175118"/>
                  </a:lnTo>
                  <a:lnTo>
                    <a:pt x="2735219" y="1223810"/>
                  </a:lnTo>
                  <a:lnTo>
                    <a:pt x="2739641" y="1272816"/>
                  </a:lnTo>
                  <a:lnTo>
                    <a:pt x="2742307" y="1322094"/>
                  </a:lnTo>
                  <a:lnTo>
                    <a:pt x="2743199" y="1371599"/>
                  </a:lnTo>
                  <a:lnTo>
                    <a:pt x="2742370" y="1419752"/>
                  </a:lnTo>
                  <a:lnTo>
                    <a:pt x="2739900" y="1467488"/>
                  </a:lnTo>
                  <a:lnTo>
                    <a:pt x="2735816" y="1514780"/>
                  </a:lnTo>
                  <a:lnTo>
                    <a:pt x="2730146" y="1561601"/>
                  </a:lnTo>
                  <a:lnTo>
                    <a:pt x="2722917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6" y="1743628"/>
                  </a:lnTo>
                  <a:lnTo>
                    <a:pt x="2678952" y="1787685"/>
                  </a:lnTo>
                  <a:lnTo>
                    <a:pt x="2664335" y="1831107"/>
                  </a:lnTo>
                  <a:lnTo>
                    <a:pt x="2648322" y="1873868"/>
                  </a:lnTo>
                  <a:lnTo>
                    <a:pt x="2630940" y="1915940"/>
                  </a:lnTo>
                  <a:lnTo>
                    <a:pt x="2612217" y="1957296"/>
                  </a:lnTo>
                  <a:lnTo>
                    <a:pt x="2592179" y="1997909"/>
                  </a:lnTo>
                  <a:lnTo>
                    <a:pt x="2570854" y="2037752"/>
                  </a:lnTo>
                  <a:lnTo>
                    <a:pt x="2548269" y="2076797"/>
                  </a:lnTo>
                  <a:lnTo>
                    <a:pt x="2524452" y="2115017"/>
                  </a:lnTo>
                  <a:lnTo>
                    <a:pt x="2499429" y="2152386"/>
                  </a:lnTo>
                  <a:lnTo>
                    <a:pt x="2473227" y="2188875"/>
                  </a:lnTo>
                  <a:lnTo>
                    <a:pt x="2445874" y="2224458"/>
                  </a:lnTo>
                  <a:lnTo>
                    <a:pt x="2417398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6" y="2357181"/>
                  </a:lnTo>
                  <a:lnTo>
                    <a:pt x="2292795" y="2387824"/>
                  </a:lnTo>
                  <a:lnTo>
                    <a:pt x="2259107" y="2417398"/>
                  </a:lnTo>
                  <a:lnTo>
                    <a:pt x="2224458" y="2445874"/>
                  </a:lnTo>
                  <a:lnTo>
                    <a:pt x="2188875" y="2473227"/>
                  </a:lnTo>
                  <a:lnTo>
                    <a:pt x="2152386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5" y="2678952"/>
                  </a:lnTo>
                  <a:lnTo>
                    <a:pt x="1743628" y="2692146"/>
                  </a:lnTo>
                  <a:lnTo>
                    <a:pt x="1698964" y="2703889"/>
                  </a:lnTo>
                  <a:lnTo>
                    <a:pt x="1653720" y="2714155"/>
                  </a:lnTo>
                  <a:lnTo>
                    <a:pt x="1607923" y="2722917"/>
                  </a:lnTo>
                  <a:lnTo>
                    <a:pt x="1561601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90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2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4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01811" y="4788318"/>
            <a:ext cx="19348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spc="55" dirty="0">
                <a:latin typeface="Tahoma"/>
                <a:cs typeface="Tahoma"/>
              </a:rPr>
              <a:t>Pretrained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94924" y="3898112"/>
            <a:ext cx="2752725" cy="2752725"/>
            <a:chOff x="11294924" y="3898112"/>
            <a:chExt cx="2752725" cy="2752725"/>
          </a:xfrm>
        </p:grpSpPr>
        <p:sp>
          <p:nvSpPr>
            <p:cNvPr id="8" name="object 8"/>
            <p:cNvSpPr/>
            <p:nvPr/>
          </p:nvSpPr>
          <p:spPr>
            <a:xfrm>
              <a:off x="11299686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599" y="2743199"/>
                  </a:move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89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1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3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3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1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89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5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1" y="334398"/>
                  </a:lnTo>
                  <a:lnTo>
                    <a:pt x="2305831" y="367358"/>
                  </a:lnTo>
                  <a:lnTo>
                    <a:pt x="2341468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7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8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3" y="937888"/>
                  </a:lnTo>
                  <a:lnTo>
                    <a:pt x="2687402" y="984359"/>
                  </a:lnTo>
                  <a:lnTo>
                    <a:pt x="2700333" y="1031361"/>
                  </a:lnTo>
                  <a:lnTo>
                    <a:pt x="2711598" y="1078850"/>
                  </a:lnTo>
                  <a:lnTo>
                    <a:pt x="2721179" y="1126784"/>
                  </a:lnTo>
                  <a:lnTo>
                    <a:pt x="2729059" y="1175118"/>
                  </a:lnTo>
                  <a:lnTo>
                    <a:pt x="2735218" y="1223810"/>
                  </a:lnTo>
                  <a:lnTo>
                    <a:pt x="2739640" y="1272816"/>
                  </a:lnTo>
                  <a:lnTo>
                    <a:pt x="2742306" y="1322094"/>
                  </a:lnTo>
                  <a:lnTo>
                    <a:pt x="2743199" y="1371599"/>
                  </a:lnTo>
                  <a:lnTo>
                    <a:pt x="2742369" y="1419752"/>
                  </a:lnTo>
                  <a:lnTo>
                    <a:pt x="2739899" y="1467488"/>
                  </a:lnTo>
                  <a:lnTo>
                    <a:pt x="2735815" y="1514780"/>
                  </a:lnTo>
                  <a:lnTo>
                    <a:pt x="2730145" y="1561601"/>
                  </a:lnTo>
                  <a:lnTo>
                    <a:pt x="2722916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5" y="1743628"/>
                  </a:lnTo>
                  <a:lnTo>
                    <a:pt x="2678951" y="1787685"/>
                  </a:lnTo>
                  <a:lnTo>
                    <a:pt x="2664334" y="1831107"/>
                  </a:lnTo>
                  <a:lnTo>
                    <a:pt x="2648321" y="1873868"/>
                  </a:lnTo>
                  <a:lnTo>
                    <a:pt x="2630939" y="1915940"/>
                  </a:lnTo>
                  <a:lnTo>
                    <a:pt x="2612216" y="1957296"/>
                  </a:lnTo>
                  <a:lnTo>
                    <a:pt x="2592178" y="1997909"/>
                  </a:lnTo>
                  <a:lnTo>
                    <a:pt x="2570853" y="2037752"/>
                  </a:lnTo>
                  <a:lnTo>
                    <a:pt x="2548269" y="2076797"/>
                  </a:lnTo>
                  <a:lnTo>
                    <a:pt x="2524451" y="2115017"/>
                  </a:lnTo>
                  <a:lnTo>
                    <a:pt x="2499428" y="2152386"/>
                  </a:lnTo>
                  <a:lnTo>
                    <a:pt x="2473226" y="2188875"/>
                  </a:lnTo>
                  <a:lnTo>
                    <a:pt x="2445874" y="2224458"/>
                  </a:lnTo>
                  <a:lnTo>
                    <a:pt x="2417397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5" y="2357181"/>
                  </a:lnTo>
                  <a:lnTo>
                    <a:pt x="2292795" y="2387824"/>
                  </a:lnTo>
                  <a:lnTo>
                    <a:pt x="2259106" y="2417398"/>
                  </a:lnTo>
                  <a:lnTo>
                    <a:pt x="2224457" y="2445874"/>
                  </a:lnTo>
                  <a:lnTo>
                    <a:pt x="2188874" y="2473227"/>
                  </a:lnTo>
                  <a:lnTo>
                    <a:pt x="2152385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4" y="2678952"/>
                  </a:lnTo>
                  <a:lnTo>
                    <a:pt x="1743627" y="2692146"/>
                  </a:lnTo>
                  <a:lnTo>
                    <a:pt x="1698963" y="2703889"/>
                  </a:lnTo>
                  <a:lnTo>
                    <a:pt x="1653719" y="2714155"/>
                  </a:lnTo>
                  <a:lnTo>
                    <a:pt x="1607923" y="2722917"/>
                  </a:lnTo>
                  <a:lnTo>
                    <a:pt x="1561600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99687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599"/>
                  </a:move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3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1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89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5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1" y="334398"/>
                  </a:lnTo>
                  <a:lnTo>
                    <a:pt x="2305831" y="367358"/>
                  </a:lnTo>
                  <a:lnTo>
                    <a:pt x="2341468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8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8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3" y="937888"/>
                  </a:lnTo>
                  <a:lnTo>
                    <a:pt x="2687402" y="984359"/>
                  </a:lnTo>
                  <a:lnTo>
                    <a:pt x="2700333" y="1031361"/>
                  </a:lnTo>
                  <a:lnTo>
                    <a:pt x="2711598" y="1078850"/>
                  </a:lnTo>
                  <a:lnTo>
                    <a:pt x="2721179" y="1126784"/>
                  </a:lnTo>
                  <a:lnTo>
                    <a:pt x="2729059" y="1175118"/>
                  </a:lnTo>
                  <a:lnTo>
                    <a:pt x="2735218" y="1223810"/>
                  </a:lnTo>
                  <a:lnTo>
                    <a:pt x="2739640" y="1272816"/>
                  </a:lnTo>
                  <a:lnTo>
                    <a:pt x="2742306" y="1322094"/>
                  </a:lnTo>
                  <a:lnTo>
                    <a:pt x="2743199" y="1371599"/>
                  </a:lnTo>
                  <a:lnTo>
                    <a:pt x="2742369" y="1419752"/>
                  </a:lnTo>
                  <a:lnTo>
                    <a:pt x="2739899" y="1467488"/>
                  </a:lnTo>
                  <a:lnTo>
                    <a:pt x="2735815" y="1514780"/>
                  </a:lnTo>
                  <a:lnTo>
                    <a:pt x="2730145" y="1561601"/>
                  </a:lnTo>
                  <a:lnTo>
                    <a:pt x="2722916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5" y="1743628"/>
                  </a:lnTo>
                  <a:lnTo>
                    <a:pt x="2678951" y="1787685"/>
                  </a:lnTo>
                  <a:lnTo>
                    <a:pt x="2664334" y="1831107"/>
                  </a:lnTo>
                  <a:lnTo>
                    <a:pt x="2648321" y="1873868"/>
                  </a:lnTo>
                  <a:lnTo>
                    <a:pt x="2630939" y="1915940"/>
                  </a:lnTo>
                  <a:lnTo>
                    <a:pt x="2612216" y="1957296"/>
                  </a:lnTo>
                  <a:lnTo>
                    <a:pt x="2592178" y="1997909"/>
                  </a:lnTo>
                  <a:lnTo>
                    <a:pt x="2570853" y="2037752"/>
                  </a:lnTo>
                  <a:lnTo>
                    <a:pt x="2548269" y="2076797"/>
                  </a:lnTo>
                  <a:lnTo>
                    <a:pt x="2524451" y="2115017"/>
                  </a:lnTo>
                  <a:lnTo>
                    <a:pt x="2499428" y="2152386"/>
                  </a:lnTo>
                  <a:lnTo>
                    <a:pt x="2473226" y="2188875"/>
                  </a:lnTo>
                  <a:lnTo>
                    <a:pt x="2445874" y="2224458"/>
                  </a:lnTo>
                  <a:lnTo>
                    <a:pt x="2417397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5" y="2357181"/>
                  </a:lnTo>
                  <a:lnTo>
                    <a:pt x="2292795" y="2387824"/>
                  </a:lnTo>
                  <a:lnTo>
                    <a:pt x="2259106" y="2417398"/>
                  </a:lnTo>
                  <a:lnTo>
                    <a:pt x="2224457" y="2445874"/>
                  </a:lnTo>
                  <a:lnTo>
                    <a:pt x="2188874" y="2473227"/>
                  </a:lnTo>
                  <a:lnTo>
                    <a:pt x="2152385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4" y="2678952"/>
                  </a:lnTo>
                  <a:lnTo>
                    <a:pt x="1743627" y="2692146"/>
                  </a:lnTo>
                  <a:lnTo>
                    <a:pt x="1698963" y="2703889"/>
                  </a:lnTo>
                  <a:lnTo>
                    <a:pt x="1653719" y="2714155"/>
                  </a:lnTo>
                  <a:lnTo>
                    <a:pt x="1607923" y="2722917"/>
                  </a:lnTo>
                  <a:lnTo>
                    <a:pt x="1561600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89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1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3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45949" y="2569374"/>
            <a:ext cx="4759960" cy="4555490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415290" rIns="0" bIns="0" rtlCol="0">
            <a:spAutoFit/>
          </a:bodyPr>
          <a:lstStyle/>
          <a:p>
            <a:pPr marR="43815" algn="ctr">
              <a:lnSpc>
                <a:spcPct val="100000"/>
              </a:lnSpc>
              <a:spcBef>
                <a:spcPts val="3270"/>
              </a:spcBef>
            </a:pPr>
            <a:r>
              <a:rPr sz="3800" spc="-285" dirty="0">
                <a:latin typeface="Tahoma"/>
                <a:cs typeface="Tahoma"/>
              </a:rPr>
              <a:t>T</a:t>
            </a:r>
            <a:r>
              <a:rPr sz="3800" spc="85" dirty="0">
                <a:latin typeface="Tahoma"/>
                <a:cs typeface="Tahoma"/>
              </a:rPr>
              <a:t>r</a:t>
            </a:r>
            <a:r>
              <a:rPr sz="3800" spc="10" dirty="0">
                <a:latin typeface="Tahoma"/>
                <a:cs typeface="Tahoma"/>
              </a:rPr>
              <a:t>ain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y</a:t>
            </a:r>
            <a:r>
              <a:rPr sz="3800" spc="65" dirty="0">
                <a:latin typeface="Tahoma"/>
                <a:cs typeface="Tahoma"/>
              </a:rPr>
              <a:t>our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40" dirty="0">
                <a:latin typeface="Tahoma"/>
                <a:cs typeface="Tahoma"/>
              </a:rPr>
              <a:t>own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5" dirty="0">
                <a:latin typeface="Tahoma"/>
                <a:cs typeface="Tahoma"/>
              </a:rPr>
              <a:t>model</a:t>
            </a:r>
            <a:endParaRPr sz="3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50">
              <a:latin typeface="Tahoma"/>
              <a:cs typeface="Tahoma"/>
            </a:endParaRPr>
          </a:p>
          <a:p>
            <a:pPr marL="65405" algn="ctr">
              <a:lnSpc>
                <a:spcPct val="100000"/>
              </a:lnSpc>
            </a:pPr>
            <a:r>
              <a:rPr sz="3200" spc="55" dirty="0">
                <a:latin typeface="Tahoma"/>
                <a:cs typeface="Tahoma"/>
              </a:rPr>
              <a:t>Custom</a:t>
            </a:r>
            <a:endParaRPr sz="3200">
              <a:latin typeface="Tahoma"/>
              <a:cs typeface="Tahoma"/>
            </a:endParaRPr>
          </a:p>
          <a:p>
            <a:pPr marL="64769" algn="ctr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4871" y="2972046"/>
            <a:ext cx="384556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30" dirty="0">
                <a:latin typeface="Tahoma"/>
                <a:cs typeface="Tahoma"/>
              </a:rPr>
              <a:t>Foundation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5" dirty="0">
                <a:latin typeface="Tahoma"/>
                <a:cs typeface="Tahoma"/>
              </a:rPr>
              <a:t>model</a:t>
            </a:r>
            <a:endParaRPr sz="3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112769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Considerations</a:t>
            </a:r>
            <a:r>
              <a:rPr spc="-670" dirty="0"/>
              <a:t> </a:t>
            </a:r>
            <a:r>
              <a:rPr spc="135" dirty="0"/>
              <a:t>for</a:t>
            </a:r>
            <a:r>
              <a:rPr spc="-670" dirty="0"/>
              <a:t> </a:t>
            </a:r>
            <a:r>
              <a:rPr dirty="0"/>
              <a:t>choosing</a:t>
            </a:r>
            <a:r>
              <a:rPr spc="-670" dirty="0"/>
              <a:t> </a:t>
            </a:r>
            <a:r>
              <a:rPr spc="-105" dirty="0"/>
              <a:t>a</a:t>
            </a:r>
            <a:r>
              <a:rPr spc="-665" dirty="0"/>
              <a:t> </a:t>
            </a:r>
            <a:r>
              <a:rPr spc="25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05048" y="3898112"/>
            <a:ext cx="2752725" cy="2752725"/>
            <a:chOff x="3705048" y="3898112"/>
            <a:chExt cx="2752725" cy="2752725"/>
          </a:xfrm>
        </p:grpSpPr>
        <p:sp>
          <p:nvSpPr>
            <p:cNvPr id="4" name="object 4"/>
            <p:cNvSpPr/>
            <p:nvPr/>
          </p:nvSpPr>
          <p:spPr>
            <a:xfrm>
              <a:off x="3709811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599" y="2743199"/>
                  </a:move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90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2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4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4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2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90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6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0" y="334398"/>
                  </a:lnTo>
                  <a:lnTo>
                    <a:pt x="2305830" y="367358"/>
                  </a:lnTo>
                  <a:lnTo>
                    <a:pt x="2341467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7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7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4" y="937888"/>
                  </a:lnTo>
                  <a:lnTo>
                    <a:pt x="2687403" y="984359"/>
                  </a:lnTo>
                  <a:lnTo>
                    <a:pt x="2700334" y="1031361"/>
                  </a:lnTo>
                  <a:lnTo>
                    <a:pt x="2711599" y="1078850"/>
                  </a:lnTo>
                  <a:lnTo>
                    <a:pt x="2721180" y="1126784"/>
                  </a:lnTo>
                  <a:lnTo>
                    <a:pt x="2729059" y="1175118"/>
                  </a:lnTo>
                  <a:lnTo>
                    <a:pt x="2735219" y="1223810"/>
                  </a:lnTo>
                  <a:lnTo>
                    <a:pt x="2739641" y="1272816"/>
                  </a:lnTo>
                  <a:lnTo>
                    <a:pt x="2742307" y="1322094"/>
                  </a:lnTo>
                  <a:lnTo>
                    <a:pt x="2743199" y="1371599"/>
                  </a:lnTo>
                  <a:lnTo>
                    <a:pt x="2742370" y="1419752"/>
                  </a:lnTo>
                  <a:lnTo>
                    <a:pt x="2739900" y="1467488"/>
                  </a:lnTo>
                  <a:lnTo>
                    <a:pt x="2735816" y="1514780"/>
                  </a:lnTo>
                  <a:lnTo>
                    <a:pt x="2730146" y="1561601"/>
                  </a:lnTo>
                  <a:lnTo>
                    <a:pt x="2722917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6" y="1743628"/>
                  </a:lnTo>
                  <a:lnTo>
                    <a:pt x="2678952" y="1787685"/>
                  </a:lnTo>
                  <a:lnTo>
                    <a:pt x="2664335" y="1831107"/>
                  </a:lnTo>
                  <a:lnTo>
                    <a:pt x="2648322" y="1873868"/>
                  </a:lnTo>
                  <a:lnTo>
                    <a:pt x="2630940" y="1915940"/>
                  </a:lnTo>
                  <a:lnTo>
                    <a:pt x="2612217" y="1957296"/>
                  </a:lnTo>
                  <a:lnTo>
                    <a:pt x="2592179" y="1997909"/>
                  </a:lnTo>
                  <a:lnTo>
                    <a:pt x="2570854" y="2037752"/>
                  </a:lnTo>
                  <a:lnTo>
                    <a:pt x="2548269" y="2076797"/>
                  </a:lnTo>
                  <a:lnTo>
                    <a:pt x="2524452" y="2115017"/>
                  </a:lnTo>
                  <a:lnTo>
                    <a:pt x="2499429" y="2152386"/>
                  </a:lnTo>
                  <a:lnTo>
                    <a:pt x="2473227" y="2188875"/>
                  </a:lnTo>
                  <a:lnTo>
                    <a:pt x="2445874" y="2224458"/>
                  </a:lnTo>
                  <a:lnTo>
                    <a:pt x="2417398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6" y="2357181"/>
                  </a:lnTo>
                  <a:lnTo>
                    <a:pt x="2292795" y="2387824"/>
                  </a:lnTo>
                  <a:lnTo>
                    <a:pt x="2259107" y="2417398"/>
                  </a:lnTo>
                  <a:lnTo>
                    <a:pt x="2224458" y="2445874"/>
                  </a:lnTo>
                  <a:lnTo>
                    <a:pt x="2188875" y="2473227"/>
                  </a:lnTo>
                  <a:lnTo>
                    <a:pt x="2152386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5" y="2678952"/>
                  </a:lnTo>
                  <a:lnTo>
                    <a:pt x="1743628" y="2692146"/>
                  </a:lnTo>
                  <a:lnTo>
                    <a:pt x="1698964" y="2703889"/>
                  </a:lnTo>
                  <a:lnTo>
                    <a:pt x="1653720" y="2714155"/>
                  </a:lnTo>
                  <a:lnTo>
                    <a:pt x="1607923" y="2722917"/>
                  </a:lnTo>
                  <a:lnTo>
                    <a:pt x="1561601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09811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599"/>
                  </a:move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4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2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90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6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0" y="334398"/>
                  </a:lnTo>
                  <a:lnTo>
                    <a:pt x="2305830" y="367358"/>
                  </a:lnTo>
                  <a:lnTo>
                    <a:pt x="2341467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7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7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4" y="937888"/>
                  </a:lnTo>
                  <a:lnTo>
                    <a:pt x="2687403" y="984359"/>
                  </a:lnTo>
                  <a:lnTo>
                    <a:pt x="2700334" y="1031361"/>
                  </a:lnTo>
                  <a:lnTo>
                    <a:pt x="2711599" y="1078850"/>
                  </a:lnTo>
                  <a:lnTo>
                    <a:pt x="2721180" y="1126784"/>
                  </a:lnTo>
                  <a:lnTo>
                    <a:pt x="2729059" y="1175118"/>
                  </a:lnTo>
                  <a:lnTo>
                    <a:pt x="2735219" y="1223810"/>
                  </a:lnTo>
                  <a:lnTo>
                    <a:pt x="2739641" y="1272816"/>
                  </a:lnTo>
                  <a:lnTo>
                    <a:pt x="2742307" y="1322094"/>
                  </a:lnTo>
                  <a:lnTo>
                    <a:pt x="2743199" y="1371599"/>
                  </a:lnTo>
                  <a:lnTo>
                    <a:pt x="2742370" y="1419752"/>
                  </a:lnTo>
                  <a:lnTo>
                    <a:pt x="2739900" y="1467488"/>
                  </a:lnTo>
                  <a:lnTo>
                    <a:pt x="2735816" y="1514780"/>
                  </a:lnTo>
                  <a:lnTo>
                    <a:pt x="2730146" y="1561601"/>
                  </a:lnTo>
                  <a:lnTo>
                    <a:pt x="2722917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6" y="1743628"/>
                  </a:lnTo>
                  <a:lnTo>
                    <a:pt x="2678952" y="1787685"/>
                  </a:lnTo>
                  <a:lnTo>
                    <a:pt x="2664335" y="1831107"/>
                  </a:lnTo>
                  <a:lnTo>
                    <a:pt x="2648322" y="1873868"/>
                  </a:lnTo>
                  <a:lnTo>
                    <a:pt x="2630940" y="1915940"/>
                  </a:lnTo>
                  <a:lnTo>
                    <a:pt x="2612217" y="1957296"/>
                  </a:lnTo>
                  <a:lnTo>
                    <a:pt x="2592179" y="1997909"/>
                  </a:lnTo>
                  <a:lnTo>
                    <a:pt x="2570854" y="2037752"/>
                  </a:lnTo>
                  <a:lnTo>
                    <a:pt x="2548269" y="2076797"/>
                  </a:lnTo>
                  <a:lnTo>
                    <a:pt x="2524452" y="2115017"/>
                  </a:lnTo>
                  <a:lnTo>
                    <a:pt x="2499429" y="2152386"/>
                  </a:lnTo>
                  <a:lnTo>
                    <a:pt x="2473227" y="2188875"/>
                  </a:lnTo>
                  <a:lnTo>
                    <a:pt x="2445874" y="2224458"/>
                  </a:lnTo>
                  <a:lnTo>
                    <a:pt x="2417398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6" y="2357181"/>
                  </a:lnTo>
                  <a:lnTo>
                    <a:pt x="2292795" y="2387824"/>
                  </a:lnTo>
                  <a:lnTo>
                    <a:pt x="2259107" y="2417398"/>
                  </a:lnTo>
                  <a:lnTo>
                    <a:pt x="2224458" y="2445874"/>
                  </a:lnTo>
                  <a:lnTo>
                    <a:pt x="2188875" y="2473227"/>
                  </a:lnTo>
                  <a:lnTo>
                    <a:pt x="2152386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5" y="2678952"/>
                  </a:lnTo>
                  <a:lnTo>
                    <a:pt x="1743628" y="2692146"/>
                  </a:lnTo>
                  <a:lnTo>
                    <a:pt x="1698964" y="2703889"/>
                  </a:lnTo>
                  <a:lnTo>
                    <a:pt x="1653720" y="2714155"/>
                  </a:lnTo>
                  <a:lnTo>
                    <a:pt x="1607923" y="2722917"/>
                  </a:lnTo>
                  <a:lnTo>
                    <a:pt x="1561601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90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2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4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38074" y="2610124"/>
            <a:ext cx="4759960" cy="4555490"/>
          </a:xfrm>
          <a:prstGeom prst="rect">
            <a:avLst/>
          </a:prstGeom>
          <a:ln w="38099">
            <a:solidFill>
              <a:srgbClr val="FF00FF"/>
            </a:solidFill>
          </a:ln>
        </p:spPr>
        <p:txBody>
          <a:bodyPr vert="horz" wrap="square" lIns="0" tIns="374650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2950"/>
              </a:spcBef>
            </a:pPr>
            <a:r>
              <a:rPr sz="3800" b="1" spc="-200" dirty="0">
                <a:latin typeface="Tahoma"/>
                <a:cs typeface="Tahoma"/>
              </a:rPr>
              <a:t>F</a:t>
            </a:r>
            <a:r>
              <a:rPr sz="3800" b="1" spc="-220" dirty="0">
                <a:latin typeface="Tahoma"/>
                <a:cs typeface="Tahoma"/>
              </a:rPr>
              <a:t>oundatio</a:t>
            </a:r>
            <a:r>
              <a:rPr sz="3800" b="1" spc="-245" dirty="0">
                <a:latin typeface="Tahoma"/>
                <a:cs typeface="Tahoma"/>
              </a:rPr>
              <a:t>n</a:t>
            </a:r>
            <a:r>
              <a:rPr sz="3800" b="1" spc="-385" dirty="0">
                <a:latin typeface="Tahoma"/>
                <a:cs typeface="Tahoma"/>
              </a:rPr>
              <a:t> </a:t>
            </a:r>
            <a:r>
              <a:rPr sz="3800" b="1" spc="-240" dirty="0">
                <a:latin typeface="Tahoma"/>
                <a:cs typeface="Tahoma"/>
              </a:rPr>
              <a:t>model</a:t>
            </a:r>
            <a:endParaRPr sz="3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50">
              <a:latin typeface="Tahoma"/>
              <a:cs typeface="Tahoma"/>
            </a:endParaRPr>
          </a:p>
          <a:p>
            <a:pPr marR="90170" algn="ctr">
              <a:lnSpc>
                <a:spcPct val="100000"/>
              </a:lnSpc>
              <a:spcBef>
                <a:spcPts val="5"/>
              </a:spcBef>
            </a:pPr>
            <a:r>
              <a:rPr sz="3200" spc="55" dirty="0">
                <a:latin typeface="Tahoma"/>
                <a:cs typeface="Tahoma"/>
              </a:rPr>
              <a:t>Pretrained</a:t>
            </a:r>
            <a:endParaRPr sz="3200">
              <a:latin typeface="Tahoma"/>
              <a:cs typeface="Tahoma"/>
            </a:endParaRPr>
          </a:p>
          <a:p>
            <a:pPr marR="90805" algn="ctr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94924" y="3898112"/>
            <a:ext cx="2752725" cy="2752725"/>
            <a:chOff x="11294924" y="3898112"/>
            <a:chExt cx="2752725" cy="2752725"/>
          </a:xfrm>
        </p:grpSpPr>
        <p:sp>
          <p:nvSpPr>
            <p:cNvPr id="8" name="object 8"/>
            <p:cNvSpPr/>
            <p:nvPr/>
          </p:nvSpPr>
          <p:spPr>
            <a:xfrm>
              <a:off x="11299686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1371599" y="2743199"/>
                  </a:move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89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1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3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3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1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89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5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1" y="334398"/>
                  </a:lnTo>
                  <a:lnTo>
                    <a:pt x="2305831" y="367358"/>
                  </a:lnTo>
                  <a:lnTo>
                    <a:pt x="2341468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7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8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3" y="937888"/>
                  </a:lnTo>
                  <a:lnTo>
                    <a:pt x="2687402" y="984359"/>
                  </a:lnTo>
                  <a:lnTo>
                    <a:pt x="2700333" y="1031361"/>
                  </a:lnTo>
                  <a:lnTo>
                    <a:pt x="2711598" y="1078850"/>
                  </a:lnTo>
                  <a:lnTo>
                    <a:pt x="2721179" y="1126784"/>
                  </a:lnTo>
                  <a:lnTo>
                    <a:pt x="2729059" y="1175118"/>
                  </a:lnTo>
                  <a:lnTo>
                    <a:pt x="2735218" y="1223810"/>
                  </a:lnTo>
                  <a:lnTo>
                    <a:pt x="2739640" y="1272816"/>
                  </a:lnTo>
                  <a:lnTo>
                    <a:pt x="2742306" y="1322094"/>
                  </a:lnTo>
                  <a:lnTo>
                    <a:pt x="2743199" y="1371599"/>
                  </a:lnTo>
                  <a:lnTo>
                    <a:pt x="2742369" y="1419752"/>
                  </a:lnTo>
                  <a:lnTo>
                    <a:pt x="2739899" y="1467488"/>
                  </a:lnTo>
                  <a:lnTo>
                    <a:pt x="2735815" y="1514780"/>
                  </a:lnTo>
                  <a:lnTo>
                    <a:pt x="2730145" y="1561601"/>
                  </a:lnTo>
                  <a:lnTo>
                    <a:pt x="2722916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5" y="1743628"/>
                  </a:lnTo>
                  <a:lnTo>
                    <a:pt x="2678951" y="1787685"/>
                  </a:lnTo>
                  <a:lnTo>
                    <a:pt x="2664334" y="1831107"/>
                  </a:lnTo>
                  <a:lnTo>
                    <a:pt x="2648321" y="1873868"/>
                  </a:lnTo>
                  <a:lnTo>
                    <a:pt x="2630939" y="1915940"/>
                  </a:lnTo>
                  <a:lnTo>
                    <a:pt x="2612216" y="1957296"/>
                  </a:lnTo>
                  <a:lnTo>
                    <a:pt x="2592178" y="1997909"/>
                  </a:lnTo>
                  <a:lnTo>
                    <a:pt x="2570853" y="2037752"/>
                  </a:lnTo>
                  <a:lnTo>
                    <a:pt x="2548269" y="2076797"/>
                  </a:lnTo>
                  <a:lnTo>
                    <a:pt x="2524451" y="2115017"/>
                  </a:lnTo>
                  <a:lnTo>
                    <a:pt x="2499428" y="2152386"/>
                  </a:lnTo>
                  <a:lnTo>
                    <a:pt x="2473226" y="2188875"/>
                  </a:lnTo>
                  <a:lnTo>
                    <a:pt x="2445874" y="2224458"/>
                  </a:lnTo>
                  <a:lnTo>
                    <a:pt x="2417397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5" y="2357181"/>
                  </a:lnTo>
                  <a:lnTo>
                    <a:pt x="2292795" y="2387824"/>
                  </a:lnTo>
                  <a:lnTo>
                    <a:pt x="2259106" y="2417398"/>
                  </a:lnTo>
                  <a:lnTo>
                    <a:pt x="2224457" y="2445874"/>
                  </a:lnTo>
                  <a:lnTo>
                    <a:pt x="2188874" y="2473227"/>
                  </a:lnTo>
                  <a:lnTo>
                    <a:pt x="2152385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4" y="2678952"/>
                  </a:lnTo>
                  <a:lnTo>
                    <a:pt x="1743627" y="2692146"/>
                  </a:lnTo>
                  <a:lnTo>
                    <a:pt x="1698963" y="2703889"/>
                  </a:lnTo>
                  <a:lnTo>
                    <a:pt x="1653719" y="2714155"/>
                  </a:lnTo>
                  <a:lnTo>
                    <a:pt x="1607923" y="2722917"/>
                  </a:lnTo>
                  <a:lnTo>
                    <a:pt x="1561600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299687" y="390287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0" y="1371599"/>
                  </a:moveTo>
                  <a:lnTo>
                    <a:pt x="829" y="1323447"/>
                  </a:lnTo>
                  <a:lnTo>
                    <a:pt x="3299" y="1275711"/>
                  </a:lnTo>
                  <a:lnTo>
                    <a:pt x="7383" y="1228419"/>
                  </a:lnTo>
                  <a:lnTo>
                    <a:pt x="13053" y="1181598"/>
                  </a:lnTo>
                  <a:lnTo>
                    <a:pt x="20282" y="1135276"/>
                  </a:lnTo>
                  <a:lnTo>
                    <a:pt x="29044" y="1089479"/>
                  </a:lnTo>
                  <a:lnTo>
                    <a:pt x="39310" y="1044235"/>
                  </a:lnTo>
                  <a:lnTo>
                    <a:pt x="51053" y="999571"/>
                  </a:lnTo>
                  <a:lnTo>
                    <a:pt x="64247" y="955514"/>
                  </a:lnTo>
                  <a:lnTo>
                    <a:pt x="78864" y="912092"/>
                  </a:lnTo>
                  <a:lnTo>
                    <a:pt x="94877" y="869331"/>
                  </a:lnTo>
                  <a:lnTo>
                    <a:pt x="112259" y="827259"/>
                  </a:lnTo>
                  <a:lnTo>
                    <a:pt x="130982" y="785903"/>
                  </a:lnTo>
                  <a:lnTo>
                    <a:pt x="151020" y="745290"/>
                  </a:lnTo>
                  <a:lnTo>
                    <a:pt x="172345" y="705447"/>
                  </a:lnTo>
                  <a:lnTo>
                    <a:pt x="194930" y="666402"/>
                  </a:lnTo>
                  <a:lnTo>
                    <a:pt x="218747" y="628182"/>
                  </a:lnTo>
                  <a:lnTo>
                    <a:pt x="243770" y="590813"/>
                  </a:lnTo>
                  <a:lnTo>
                    <a:pt x="269972" y="554324"/>
                  </a:lnTo>
                  <a:lnTo>
                    <a:pt x="297325" y="518741"/>
                  </a:lnTo>
                  <a:lnTo>
                    <a:pt x="325801" y="484092"/>
                  </a:lnTo>
                  <a:lnTo>
                    <a:pt x="355375" y="450404"/>
                  </a:lnTo>
                  <a:lnTo>
                    <a:pt x="386018" y="417703"/>
                  </a:lnTo>
                  <a:lnTo>
                    <a:pt x="417703" y="386018"/>
                  </a:lnTo>
                  <a:lnTo>
                    <a:pt x="450403" y="355375"/>
                  </a:lnTo>
                  <a:lnTo>
                    <a:pt x="484092" y="325801"/>
                  </a:lnTo>
                  <a:lnTo>
                    <a:pt x="518741" y="297325"/>
                  </a:lnTo>
                  <a:lnTo>
                    <a:pt x="554324" y="269972"/>
                  </a:lnTo>
                  <a:lnTo>
                    <a:pt x="590813" y="243770"/>
                  </a:lnTo>
                  <a:lnTo>
                    <a:pt x="628181" y="218747"/>
                  </a:lnTo>
                  <a:lnTo>
                    <a:pt x="666402" y="194930"/>
                  </a:lnTo>
                  <a:lnTo>
                    <a:pt x="705447" y="172345"/>
                  </a:lnTo>
                  <a:lnTo>
                    <a:pt x="745289" y="151020"/>
                  </a:lnTo>
                  <a:lnTo>
                    <a:pt x="785903" y="130982"/>
                  </a:lnTo>
                  <a:lnTo>
                    <a:pt x="827259" y="112259"/>
                  </a:lnTo>
                  <a:lnTo>
                    <a:pt x="869331" y="94877"/>
                  </a:lnTo>
                  <a:lnTo>
                    <a:pt x="912092" y="78864"/>
                  </a:lnTo>
                  <a:lnTo>
                    <a:pt x="955514" y="64247"/>
                  </a:lnTo>
                  <a:lnTo>
                    <a:pt x="999571" y="51053"/>
                  </a:lnTo>
                  <a:lnTo>
                    <a:pt x="1044235" y="39310"/>
                  </a:lnTo>
                  <a:lnTo>
                    <a:pt x="1089479" y="29044"/>
                  </a:lnTo>
                  <a:lnTo>
                    <a:pt x="1135276" y="20282"/>
                  </a:lnTo>
                  <a:lnTo>
                    <a:pt x="1181598" y="13053"/>
                  </a:lnTo>
                  <a:lnTo>
                    <a:pt x="1228419" y="7383"/>
                  </a:lnTo>
                  <a:lnTo>
                    <a:pt x="1275711" y="3299"/>
                  </a:lnTo>
                  <a:lnTo>
                    <a:pt x="1323447" y="829"/>
                  </a:lnTo>
                  <a:lnTo>
                    <a:pt x="1371599" y="0"/>
                  </a:lnTo>
                  <a:lnTo>
                    <a:pt x="1421105" y="892"/>
                  </a:lnTo>
                  <a:lnTo>
                    <a:pt x="1470383" y="3558"/>
                  </a:lnTo>
                  <a:lnTo>
                    <a:pt x="1519389" y="7980"/>
                  </a:lnTo>
                  <a:lnTo>
                    <a:pt x="1568081" y="14140"/>
                  </a:lnTo>
                  <a:lnTo>
                    <a:pt x="1616415" y="22019"/>
                  </a:lnTo>
                  <a:lnTo>
                    <a:pt x="1664349" y="31600"/>
                  </a:lnTo>
                  <a:lnTo>
                    <a:pt x="1711838" y="42865"/>
                  </a:lnTo>
                  <a:lnTo>
                    <a:pt x="1758840" y="55796"/>
                  </a:lnTo>
                  <a:lnTo>
                    <a:pt x="1805311" y="70375"/>
                  </a:lnTo>
                  <a:lnTo>
                    <a:pt x="1851208" y="86585"/>
                  </a:lnTo>
                  <a:lnTo>
                    <a:pt x="1896488" y="104406"/>
                  </a:lnTo>
                  <a:lnTo>
                    <a:pt x="1941108" y="123822"/>
                  </a:lnTo>
                  <a:lnTo>
                    <a:pt x="1985024" y="144815"/>
                  </a:lnTo>
                  <a:lnTo>
                    <a:pt x="2028193" y="167366"/>
                  </a:lnTo>
                  <a:lnTo>
                    <a:pt x="2070572" y="191458"/>
                  </a:lnTo>
                  <a:lnTo>
                    <a:pt x="2112117" y="217072"/>
                  </a:lnTo>
                  <a:lnTo>
                    <a:pt x="2152786" y="244191"/>
                  </a:lnTo>
                  <a:lnTo>
                    <a:pt x="2192535" y="272797"/>
                  </a:lnTo>
                  <a:lnTo>
                    <a:pt x="2231321" y="302872"/>
                  </a:lnTo>
                  <a:lnTo>
                    <a:pt x="2269101" y="334398"/>
                  </a:lnTo>
                  <a:lnTo>
                    <a:pt x="2305831" y="367358"/>
                  </a:lnTo>
                  <a:lnTo>
                    <a:pt x="2341468" y="401732"/>
                  </a:lnTo>
                  <a:lnTo>
                    <a:pt x="2375842" y="437369"/>
                  </a:lnTo>
                  <a:lnTo>
                    <a:pt x="2408801" y="474099"/>
                  </a:lnTo>
                  <a:lnTo>
                    <a:pt x="2440328" y="511878"/>
                  </a:lnTo>
                  <a:lnTo>
                    <a:pt x="2470402" y="550664"/>
                  </a:lnTo>
                  <a:lnTo>
                    <a:pt x="2499008" y="590413"/>
                  </a:lnTo>
                  <a:lnTo>
                    <a:pt x="2526128" y="631082"/>
                  </a:lnTo>
                  <a:lnTo>
                    <a:pt x="2551742" y="672628"/>
                  </a:lnTo>
                  <a:lnTo>
                    <a:pt x="2575833" y="715006"/>
                  </a:lnTo>
                  <a:lnTo>
                    <a:pt x="2598384" y="758176"/>
                  </a:lnTo>
                  <a:lnTo>
                    <a:pt x="2619377" y="802091"/>
                  </a:lnTo>
                  <a:lnTo>
                    <a:pt x="2638793" y="846711"/>
                  </a:lnTo>
                  <a:lnTo>
                    <a:pt x="2656614" y="891991"/>
                  </a:lnTo>
                  <a:lnTo>
                    <a:pt x="2672823" y="937888"/>
                  </a:lnTo>
                  <a:lnTo>
                    <a:pt x="2687402" y="984359"/>
                  </a:lnTo>
                  <a:lnTo>
                    <a:pt x="2700333" y="1031361"/>
                  </a:lnTo>
                  <a:lnTo>
                    <a:pt x="2711598" y="1078850"/>
                  </a:lnTo>
                  <a:lnTo>
                    <a:pt x="2721179" y="1126784"/>
                  </a:lnTo>
                  <a:lnTo>
                    <a:pt x="2729059" y="1175118"/>
                  </a:lnTo>
                  <a:lnTo>
                    <a:pt x="2735218" y="1223810"/>
                  </a:lnTo>
                  <a:lnTo>
                    <a:pt x="2739640" y="1272816"/>
                  </a:lnTo>
                  <a:lnTo>
                    <a:pt x="2742306" y="1322094"/>
                  </a:lnTo>
                  <a:lnTo>
                    <a:pt x="2743199" y="1371599"/>
                  </a:lnTo>
                  <a:lnTo>
                    <a:pt x="2742369" y="1419752"/>
                  </a:lnTo>
                  <a:lnTo>
                    <a:pt x="2739899" y="1467488"/>
                  </a:lnTo>
                  <a:lnTo>
                    <a:pt x="2735815" y="1514780"/>
                  </a:lnTo>
                  <a:lnTo>
                    <a:pt x="2730145" y="1561601"/>
                  </a:lnTo>
                  <a:lnTo>
                    <a:pt x="2722916" y="1607923"/>
                  </a:lnTo>
                  <a:lnTo>
                    <a:pt x="2714155" y="1653720"/>
                  </a:lnTo>
                  <a:lnTo>
                    <a:pt x="2703889" y="1698964"/>
                  </a:lnTo>
                  <a:lnTo>
                    <a:pt x="2692145" y="1743628"/>
                  </a:lnTo>
                  <a:lnTo>
                    <a:pt x="2678951" y="1787685"/>
                  </a:lnTo>
                  <a:lnTo>
                    <a:pt x="2664334" y="1831107"/>
                  </a:lnTo>
                  <a:lnTo>
                    <a:pt x="2648321" y="1873868"/>
                  </a:lnTo>
                  <a:lnTo>
                    <a:pt x="2630939" y="1915940"/>
                  </a:lnTo>
                  <a:lnTo>
                    <a:pt x="2612216" y="1957296"/>
                  </a:lnTo>
                  <a:lnTo>
                    <a:pt x="2592178" y="1997909"/>
                  </a:lnTo>
                  <a:lnTo>
                    <a:pt x="2570853" y="2037752"/>
                  </a:lnTo>
                  <a:lnTo>
                    <a:pt x="2548269" y="2076797"/>
                  </a:lnTo>
                  <a:lnTo>
                    <a:pt x="2524451" y="2115017"/>
                  </a:lnTo>
                  <a:lnTo>
                    <a:pt x="2499428" y="2152386"/>
                  </a:lnTo>
                  <a:lnTo>
                    <a:pt x="2473226" y="2188875"/>
                  </a:lnTo>
                  <a:lnTo>
                    <a:pt x="2445874" y="2224458"/>
                  </a:lnTo>
                  <a:lnTo>
                    <a:pt x="2417397" y="2259107"/>
                  </a:lnTo>
                  <a:lnTo>
                    <a:pt x="2387824" y="2292795"/>
                  </a:lnTo>
                  <a:lnTo>
                    <a:pt x="2357181" y="2325496"/>
                  </a:lnTo>
                  <a:lnTo>
                    <a:pt x="2325495" y="2357181"/>
                  </a:lnTo>
                  <a:lnTo>
                    <a:pt x="2292795" y="2387824"/>
                  </a:lnTo>
                  <a:lnTo>
                    <a:pt x="2259106" y="2417398"/>
                  </a:lnTo>
                  <a:lnTo>
                    <a:pt x="2224457" y="2445874"/>
                  </a:lnTo>
                  <a:lnTo>
                    <a:pt x="2188874" y="2473227"/>
                  </a:lnTo>
                  <a:lnTo>
                    <a:pt x="2152385" y="2499429"/>
                  </a:lnTo>
                  <a:lnTo>
                    <a:pt x="2115017" y="2524452"/>
                  </a:lnTo>
                  <a:lnTo>
                    <a:pt x="2076797" y="2548269"/>
                  </a:lnTo>
                  <a:lnTo>
                    <a:pt x="2037752" y="2570854"/>
                  </a:lnTo>
                  <a:lnTo>
                    <a:pt x="1997909" y="2592179"/>
                  </a:lnTo>
                  <a:lnTo>
                    <a:pt x="1957296" y="2612217"/>
                  </a:lnTo>
                  <a:lnTo>
                    <a:pt x="1915940" y="2630940"/>
                  </a:lnTo>
                  <a:lnTo>
                    <a:pt x="1873868" y="2648322"/>
                  </a:lnTo>
                  <a:lnTo>
                    <a:pt x="1831107" y="2664335"/>
                  </a:lnTo>
                  <a:lnTo>
                    <a:pt x="1787684" y="2678952"/>
                  </a:lnTo>
                  <a:lnTo>
                    <a:pt x="1743627" y="2692146"/>
                  </a:lnTo>
                  <a:lnTo>
                    <a:pt x="1698963" y="2703889"/>
                  </a:lnTo>
                  <a:lnTo>
                    <a:pt x="1653719" y="2714155"/>
                  </a:lnTo>
                  <a:lnTo>
                    <a:pt x="1607923" y="2722917"/>
                  </a:lnTo>
                  <a:lnTo>
                    <a:pt x="1561600" y="2730146"/>
                  </a:lnTo>
                  <a:lnTo>
                    <a:pt x="1514780" y="2735816"/>
                  </a:lnTo>
                  <a:lnTo>
                    <a:pt x="1467488" y="2739900"/>
                  </a:lnTo>
                  <a:lnTo>
                    <a:pt x="1419752" y="2742370"/>
                  </a:lnTo>
                  <a:lnTo>
                    <a:pt x="1371599" y="2743199"/>
                  </a:lnTo>
                  <a:lnTo>
                    <a:pt x="1323447" y="2742370"/>
                  </a:lnTo>
                  <a:lnTo>
                    <a:pt x="1275711" y="2739900"/>
                  </a:lnTo>
                  <a:lnTo>
                    <a:pt x="1228419" y="2735816"/>
                  </a:lnTo>
                  <a:lnTo>
                    <a:pt x="1181598" y="2730146"/>
                  </a:lnTo>
                  <a:lnTo>
                    <a:pt x="1135276" y="2722917"/>
                  </a:lnTo>
                  <a:lnTo>
                    <a:pt x="1089479" y="2714155"/>
                  </a:lnTo>
                  <a:lnTo>
                    <a:pt x="1044235" y="2703889"/>
                  </a:lnTo>
                  <a:lnTo>
                    <a:pt x="999571" y="2692146"/>
                  </a:lnTo>
                  <a:lnTo>
                    <a:pt x="955514" y="2678952"/>
                  </a:lnTo>
                  <a:lnTo>
                    <a:pt x="912092" y="2664335"/>
                  </a:lnTo>
                  <a:lnTo>
                    <a:pt x="869331" y="2648322"/>
                  </a:lnTo>
                  <a:lnTo>
                    <a:pt x="827259" y="2630940"/>
                  </a:lnTo>
                  <a:lnTo>
                    <a:pt x="785903" y="2612217"/>
                  </a:lnTo>
                  <a:lnTo>
                    <a:pt x="745289" y="2592179"/>
                  </a:lnTo>
                  <a:lnTo>
                    <a:pt x="705447" y="2570854"/>
                  </a:lnTo>
                  <a:lnTo>
                    <a:pt x="666402" y="2548269"/>
                  </a:lnTo>
                  <a:lnTo>
                    <a:pt x="628181" y="2524452"/>
                  </a:lnTo>
                  <a:lnTo>
                    <a:pt x="590813" y="2499429"/>
                  </a:lnTo>
                  <a:lnTo>
                    <a:pt x="554324" y="2473227"/>
                  </a:lnTo>
                  <a:lnTo>
                    <a:pt x="518741" y="2445874"/>
                  </a:lnTo>
                  <a:lnTo>
                    <a:pt x="484092" y="2417398"/>
                  </a:lnTo>
                  <a:lnTo>
                    <a:pt x="450403" y="2387824"/>
                  </a:lnTo>
                  <a:lnTo>
                    <a:pt x="417703" y="2357181"/>
                  </a:lnTo>
                  <a:lnTo>
                    <a:pt x="386018" y="2325496"/>
                  </a:lnTo>
                  <a:lnTo>
                    <a:pt x="355375" y="2292795"/>
                  </a:lnTo>
                  <a:lnTo>
                    <a:pt x="325801" y="2259107"/>
                  </a:lnTo>
                  <a:lnTo>
                    <a:pt x="297325" y="2224458"/>
                  </a:lnTo>
                  <a:lnTo>
                    <a:pt x="269972" y="2188875"/>
                  </a:lnTo>
                  <a:lnTo>
                    <a:pt x="243770" y="2152386"/>
                  </a:lnTo>
                  <a:lnTo>
                    <a:pt x="218747" y="2115017"/>
                  </a:lnTo>
                  <a:lnTo>
                    <a:pt x="194930" y="2076797"/>
                  </a:lnTo>
                  <a:lnTo>
                    <a:pt x="172345" y="2037752"/>
                  </a:lnTo>
                  <a:lnTo>
                    <a:pt x="151020" y="1997909"/>
                  </a:lnTo>
                  <a:lnTo>
                    <a:pt x="130982" y="1957296"/>
                  </a:lnTo>
                  <a:lnTo>
                    <a:pt x="112259" y="1915940"/>
                  </a:lnTo>
                  <a:lnTo>
                    <a:pt x="94877" y="1873868"/>
                  </a:lnTo>
                  <a:lnTo>
                    <a:pt x="78864" y="1831107"/>
                  </a:lnTo>
                  <a:lnTo>
                    <a:pt x="64247" y="1787685"/>
                  </a:lnTo>
                  <a:lnTo>
                    <a:pt x="51053" y="1743628"/>
                  </a:lnTo>
                  <a:lnTo>
                    <a:pt x="39310" y="1698964"/>
                  </a:lnTo>
                  <a:lnTo>
                    <a:pt x="29044" y="1653720"/>
                  </a:lnTo>
                  <a:lnTo>
                    <a:pt x="20282" y="1607923"/>
                  </a:lnTo>
                  <a:lnTo>
                    <a:pt x="13053" y="1561601"/>
                  </a:lnTo>
                  <a:lnTo>
                    <a:pt x="7383" y="1514780"/>
                  </a:lnTo>
                  <a:lnTo>
                    <a:pt x="3299" y="1467488"/>
                  </a:lnTo>
                  <a:lnTo>
                    <a:pt x="829" y="1419752"/>
                  </a:lnTo>
                  <a:lnTo>
                    <a:pt x="0" y="1371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50093" y="4788318"/>
            <a:ext cx="14173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spc="55" dirty="0">
                <a:latin typeface="Tahoma"/>
                <a:cs typeface="Tahoma"/>
              </a:rPr>
              <a:t>Custom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latin typeface="Arial MT"/>
                <a:cs typeface="Arial MT"/>
              </a:rPr>
              <a:t>LLM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18963" y="2972046"/>
            <a:ext cx="456184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285" dirty="0">
                <a:latin typeface="Tahoma"/>
                <a:cs typeface="Tahoma"/>
              </a:rPr>
              <a:t>T</a:t>
            </a:r>
            <a:r>
              <a:rPr sz="3800" spc="85" dirty="0">
                <a:latin typeface="Tahoma"/>
                <a:cs typeface="Tahoma"/>
              </a:rPr>
              <a:t>r</a:t>
            </a:r>
            <a:r>
              <a:rPr sz="3800" spc="10" dirty="0">
                <a:latin typeface="Tahoma"/>
                <a:cs typeface="Tahoma"/>
              </a:rPr>
              <a:t>ain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dirty="0">
                <a:latin typeface="Tahoma"/>
                <a:cs typeface="Tahoma"/>
              </a:rPr>
              <a:t>y</a:t>
            </a:r>
            <a:r>
              <a:rPr sz="3800" spc="65" dirty="0">
                <a:latin typeface="Tahoma"/>
                <a:cs typeface="Tahoma"/>
              </a:rPr>
              <a:t>our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40" dirty="0">
                <a:latin typeface="Tahoma"/>
                <a:cs typeface="Tahoma"/>
              </a:rPr>
              <a:t>own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5" dirty="0">
                <a:latin typeface="Tahoma"/>
                <a:cs typeface="Tahoma"/>
              </a:rPr>
              <a:t>model</a:t>
            </a:r>
            <a:endParaRPr sz="3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6" y="322726"/>
            <a:ext cx="171577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Approximate</a:t>
            </a:r>
            <a:r>
              <a:rPr spc="-670" dirty="0"/>
              <a:t> </a:t>
            </a:r>
            <a:r>
              <a:rPr spc="370" dirty="0"/>
              <a:t>GPU</a:t>
            </a:r>
            <a:r>
              <a:rPr spc="-670" dirty="0"/>
              <a:t> </a:t>
            </a:r>
            <a:r>
              <a:rPr spc="470" dirty="0"/>
              <a:t>RAM</a:t>
            </a:r>
            <a:r>
              <a:rPr spc="-665" dirty="0"/>
              <a:t> </a:t>
            </a:r>
            <a:r>
              <a:rPr dirty="0"/>
              <a:t>needed</a:t>
            </a:r>
            <a:r>
              <a:rPr spc="-670" dirty="0"/>
              <a:t> </a:t>
            </a:r>
            <a:r>
              <a:rPr spc="140" dirty="0"/>
              <a:t>to</a:t>
            </a:r>
            <a:r>
              <a:rPr spc="-665" dirty="0"/>
              <a:t> </a:t>
            </a:r>
            <a:r>
              <a:rPr spc="85" dirty="0"/>
              <a:t>store</a:t>
            </a:r>
            <a:r>
              <a:rPr spc="-670" dirty="0"/>
              <a:t> </a:t>
            </a:r>
            <a:r>
              <a:rPr spc="254" dirty="0"/>
              <a:t>1B</a:t>
            </a:r>
            <a:r>
              <a:rPr spc="-665" dirty="0"/>
              <a:t> </a:t>
            </a:r>
            <a:r>
              <a:rPr spc="1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725" y="8720331"/>
            <a:ext cx="16410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Sources: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/huggingface.co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docs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t</a:t>
            </a:r>
            <a:r>
              <a:rPr sz="1800" u="heavy" spc="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ansformers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v4.20.1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en</a:t>
            </a:r>
            <a:r>
              <a:rPr sz="1800" u="heavy" spc="-9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perf_t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ain_gpu_one#anato</a:t>
            </a:r>
            <a:r>
              <a:rPr sz="1800" u="heavy" spc="-10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m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y-of-models-memor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</a:t>
            </a:r>
            <a:r>
              <a:rPr sz="1800" spc="-165" dirty="0">
                <a:latin typeface="Tahoma"/>
                <a:cs typeface="Tahoma"/>
              </a:rPr>
              <a:t>,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//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github.com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</a:t>
            </a:r>
            <a:r>
              <a:rPr sz="18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facebookresearch/bitsand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b</a:t>
            </a:r>
            <a:r>
              <a:rPr sz="1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ytes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299" y="2590177"/>
            <a:ext cx="7768590" cy="1357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4999"/>
              </a:lnSpc>
              <a:spcBef>
                <a:spcPts val="100"/>
              </a:spcBef>
            </a:pPr>
            <a:r>
              <a:rPr sz="3800" spc="125" dirty="0">
                <a:latin typeface="Tahoma"/>
                <a:cs typeface="Tahoma"/>
              </a:rPr>
              <a:t>1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30" dirty="0">
                <a:latin typeface="Tahoma"/>
                <a:cs typeface="Tahoma"/>
              </a:rPr>
              <a:t>pa</a:t>
            </a:r>
            <a:r>
              <a:rPr sz="3800" spc="-55" dirty="0">
                <a:latin typeface="Tahoma"/>
                <a:cs typeface="Tahoma"/>
              </a:rPr>
              <a:t>r</a:t>
            </a:r>
            <a:r>
              <a:rPr sz="3800" spc="25" dirty="0">
                <a:latin typeface="Tahoma"/>
                <a:cs typeface="Tahoma"/>
              </a:rPr>
              <a:t>ameter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-565" dirty="0">
                <a:latin typeface="Tahoma"/>
                <a:cs typeface="Tahoma"/>
              </a:rPr>
              <a:t>=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25" dirty="0">
                <a:latin typeface="Tahoma"/>
                <a:cs typeface="Tahoma"/>
              </a:rPr>
              <a:t>4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-30" dirty="0">
                <a:latin typeface="Tahoma"/>
                <a:cs typeface="Tahoma"/>
              </a:rPr>
              <a:t>b</a:t>
            </a:r>
            <a:r>
              <a:rPr sz="3800" spc="35" dirty="0">
                <a:latin typeface="Tahoma"/>
                <a:cs typeface="Tahoma"/>
              </a:rPr>
              <a:t>ytes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20" dirty="0">
                <a:latin typeface="Tahoma"/>
                <a:cs typeface="Tahoma"/>
              </a:rPr>
              <a:t>(32-bit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0" dirty="0">
                <a:latin typeface="Tahoma"/>
                <a:cs typeface="Tahoma"/>
              </a:rPr>
              <a:t>ﬂoat)  </a:t>
            </a:r>
            <a:r>
              <a:rPr sz="3800" spc="170" dirty="0">
                <a:latin typeface="Tahoma"/>
                <a:cs typeface="Tahoma"/>
              </a:rPr>
              <a:t>1B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30" dirty="0">
                <a:latin typeface="Tahoma"/>
                <a:cs typeface="Tahoma"/>
              </a:rPr>
              <a:t>pa</a:t>
            </a:r>
            <a:r>
              <a:rPr sz="3800" spc="-55" dirty="0">
                <a:latin typeface="Tahoma"/>
                <a:cs typeface="Tahoma"/>
              </a:rPr>
              <a:t>r</a:t>
            </a:r>
            <a:r>
              <a:rPr sz="3800" spc="10" dirty="0">
                <a:latin typeface="Tahoma"/>
                <a:cs typeface="Tahoma"/>
              </a:rPr>
              <a:t>ameters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-565" dirty="0">
                <a:latin typeface="Tahoma"/>
                <a:cs typeface="Tahoma"/>
              </a:rPr>
              <a:t>=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25" dirty="0">
                <a:latin typeface="Tahoma"/>
                <a:cs typeface="Tahoma"/>
              </a:rPr>
              <a:t>4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30" dirty="0">
                <a:latin typeface="Tahoma"/>
                <a:cs typeface="Tahoma"/>
              </a:rPr>
              <a:t>x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125" dirty="0">
                <a:latin typeface="Tahoma"/>
                <a:cs typeface="Tahoma"/>
              </a:rPr>
              <a:t>1</a:t>
            </a:r>
            <a:r>
              <a:rPr sz="3800" spc="114" dirty="0">
                <a:latin typeface="Tahoma"/>
                <a:cs typeface="Tahoma"/>
              </a:rPr>
              <a:t>0</a:t>
            </a:r>
            <a:r>
              <a:rPr sz="3750" spc="150" baseline="32222" dirty="0">
                <a:latin typeface="Tahoma"/>
                <a:cs typeface="Tahoma"/>
              </a:rPr>
              <a:t>9</a:t>
            </a:r>
            <a:r>
              <a:rPr sz="3750" spc="-75" baseline="32222" dirty="0">
                <a:latin typeface="Tahoma"/>
                <a:cs typeface="Tahoma"/>
              </a:rPr>
              <a:t> </a:t>
            </a:r>
            <a:r>
              <a:rPr sz="3800" spc="-30" dirty="0">
                <a:latin typeface="Tahoma"/>
                <a:cs typeface="Tahoma"/>
              </a:rPr>
              <a:t>b</a:t>
            </a:r>
            <a:r>
              <a:rPr sz="3800" spc="35" dirty="0">
                <a:latin typeface="Tahoma"/>
                <a:cs typeface="Tahoma"/>
              </a:rPr>
              <a:t>ytes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-565" dirty="0">
                <a:latin typeface="Tahoma"/>
                <a:cs typeface="Tahoma"/>
              </a:rPr>
              <a:t>=</a:t>
            </a:r>
            <a:r>
              <a:rPr sz="3800" spc="-455" dirty="0">
                <a:latin typeface="Tahoma"/>
                <a:cs typeface="Tahoma"/>
              </a:rPr>
              <a:t> </a:t>
            </a:r>
            <a:r>
              <a:rPr sz="3800" spc="200" dirty="0">
                <a:latin typeface="Tahoma"/>
                <a:cs typeface="Tahoma"/>
              </a:rPr>
              <a:t>4GB</a:t>
            </a:r>
            <a:endParaRPr sz="3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746654" y="3101287"/>
            <a:ext cx="4124325" cy="3687445"/>
            <a:chOff x="10746654" y="3101287"/>
            <a:chExt cx="4124325" cy="3687445"/>
          </a:xfrm>
        </p:grpSpPr>
        <p:sp>
          <p:nvSpPr>
            <p:cNvPr id="6" name="object 6"/>
            <p:cNvSpPr/>
            <p:nvPr/>
          </p:nvSpPr>
          <p:spPr>
            <a:xfrm>
              <a:off x="10751416" y="3106049"/>
              <a:ext cx="4114800" cy="3677920"/>
            </a:xfrm>
            <a:custGeom>
              <a:avLst/>
              <a:gdLst/>
              <a:ahLst/>
              <a:cxnLst/>
              <a:rect l="l" t="t" r="r" b="b"/>
              <a:pathLst>
                <a:path w="4114800" h="3677920">
                  <a:moveTo>
                    <a:pt x="3501888" y="3677399"/>
                  </a:moveTo>
                  <a:lnTo>
                    <a:pt x="612912" y="3677399"/>
                  </a:lnTo>
                  <a:lnTo>
                    <a:pt x="565013" y="3675555"/>
                  </a:lnTo>
                  <a:lnTo>
                    <a:pt x="518123" y="3670114"/>
                  </a:lnTo>
                  <a:lnTo>
                    <a:pt x="472377" y="3661212"/>
                  </a:lnTo>
                  <a:lnTo>
                    <a:pt x="427911" y="3648985"/>
                  </a:lnTo>
                  <a:lnTo>
                    <a:pt x="384863" y="3633570"/>
                  </a:lnTo>
                  <a:lnTo>
                    <a:pt x="343368" y="3615102"/>
                  </a:lnTo>
                  <a:lnTo>
                    <a:pt x="303563" y="3593719"/>
                  </a:lnTo>
                  <a:lnTo>
                    <a:pt x="265584" y="3569556"/>
                  </a:lnTo>
                  <a:lnTo>
                    <a:pt x="229566" y="3542750"/>
                  </a:lnTo>
                  <a:lnTo>
                    <a:pt x="195647" y="3513436"/>
                  </a:lnTo>
                  <a:lnTo>
                    <a:pt x="163963" y="3481752"/>
                  </a:lnTo>
                  <a:lnTo>
                    <a:pt x="134649" y="3447833"/>
                  </a:lnTo>
                  <a:lnTo>
                    <a:pt x="107843" y="3411815"/>
                  </a:lnTo>
                  <a:lnTo>
                    <a:pt x="83680" y="3373836"/>
                  </a:lnTo>
                  <a:lnTo>
                    <a:pt x="62297" y="3334031"/>
                  </a:lnTo>
                  <a:lnTo>
                    <a:pt x="43829" y="3292536"/>
                  </a:lnTo>
                  <a:lnTo>
                    <a:pt x="28414" y="3249488"/>
                  </a:lnTo>
                  <a:lnTo>
                    <a:pt x="16187" y="3205023"/>
                  </a:lnTo>
                  <a:lnTo>
                    <a:pt x="7285" y="3159277"/>
                  </a:lnTo>
                  <a:lnTo>
                    <a:pt x="1844" y="3112386"/>
                  </a:lnTo>
                  <a:lnTo>
                    <a:pt x="0" y="3064487"/>
                  </a:lnTo>
                  <a:lnTo>
                    <a:pt x="0" y="612911"/>
                  </a:lnTo>
                  <a:lnTo>
                    <a:pt x="1844" y="565013"/>
                  </a:lnTo>
                  <a:lnTo>
                    <a:pt x="7285" y="518122"/>
                  </a:lnTo>
                  <a:lnTo>
                    <a:pt x="16187" y="472376"/>
                  </a:lnTo>
                  <a:lnTo>
                    <a:pt x="28414" y="427911"/>
                  </a:lnTo>
                  <a:lnTo>
                    <a:pt x="43829" y="384863"/>
                  </a:lnTo>
                  <a:lnTo>
                    <a:pt x="62297" y="343368"/>
                  </a:lnTo>
                  <a:lnTo>
                    <a:pt x="83680" y="303563"/>
                  </a:lnTo>
                  <a:lnTo>
                    <a:pt x="107843" y="265584"/>
                  </a:lnTo>
                  <a:lnTo>
                    <a:pt x="134649" y="229566"/>
                  </a:lnTo>
                  <a:lnTo>
                    <a:pt x="163963" y="195647"/>
                  </a:lnTo>
                  <a:lnTo>
                    <a:pt x="195647" y="163963"/>
                  </a:lnTo>
                  <a:lnTo>
                    <a:pt x="229566" y="134649"/>
                  </a:lnTo>
                  <a:lnTo>
                    <a:pt x="265584" y="107843"/>
                  </a:lnTo>
                  <a:lnTo>
                    <a:pt x="303563" y="83680"/>
                  </a:lnTo>
                  <a:lnTo>
                    <a:pt x="343368" y="62297"/>
                  </a:lnTo>
                  <a:lnTo>
                    <a:pt x="384863" y="43829"/>
                  </a:lnTo>
                  <a:lnTo>
                    <a:pt x="427911" y="28414"/>
                  </a:lnTo>
                  <a:lnTo>
                    <a:pt x="472377" y="16187"/>
                  </a:lnTo>
                  <a:lnTo>
                    <a:pt x="518123" y="7285"/>
                  </a:lnTo>
                  <a:lnTo>
                    <a:pt x="565013" y="1844"/>
                  </a:lnTo>
                  <a:lnTo>
                    <a:pt x="612912" y="0"/>
                  </a:lnTo>
                  <a:lnTo>
                    <a:pt x="3501888" y="0"/>
                  </a:lnTo>
                  <a:lnTo>
                    <a:pt x="3550420" y="1923"/>
                  </a:lnTo>
                  <a:lnTo>
                    <a:pt x="3598347" y="7635"/>
                  </a:lnTo>
                  <a:lnTo>
                    <a:pt x="3645463" y="17051"/>
                  </a:lnTo>
                  <a:lnTo>
                    <a:pt x="3691563" y="30086"/>
                  </a:lnTo>
                  <a:lnTo>
                    <a:pt x="3736439" y="46655"/>
                  </a:lnTo>
                  <a:lnTo>
                    <a:pt x="3779887" y="66672"/>
                  </a:lnTo>
                  <a:lnTo>
                    <a:pt x="3821701" y="90052"/>
                  </a:lnTo>
                  <a:lnTo>
                    <a:pt x="3861676" y="116709"/>
                  </a:lnTo>
                  <a:lnTo>
                    <a:pt x="3899604" y="146560"/>
                  </a:lnTo>
                  <a:lnTo>
                    <a:pt x="3935281" y="179517"/>
                  </a:lnTo>
                  <a:lnTo>
                    <a:pt x="3968239" y="215195"/>
                  </a:lnTo>
                  <a:lnTo>
                    <a:pt x="3998090" y="253123"/>
                  </a:lnTo>
                  <a:lnTo>
                    <a:pt x="4024748" y="293098"/>
                  </a:lnTo>
                  <a:lnTo>
                    <a:pt x="4048128" y="334912"/>
                  </a:lnTo>
                  <a:lnTo>
                    <a:pt x="4068145" y="378360"/>
                  </a:lnTo>
                  <a:lnTo>
                    <a:pt x="4084714" y="423237"/>
                  </a:lnTo>
                  <a:lnTo>
                    <a:pt x="4097749" y="469336"/>
                  </a:lnTo>
                  <a:lnTo>
                    <a:pt x="4107165" y="516452"/>
                  </a:lnTo>
                  <a:lnTo>
                    <a:pt x="4112877" y="564379"/>
                  </a:lnTo>
                  <a:lnTo>
                    <a:pt x="4114800" y="612911"/>
                  </a:lnTo>
                  <a:lnTo>
                    <a:pt x="4114800" y="3064487"/>
                  </a:lnTo>
                  <a:lnTo>
                    <a:pt x="4112956" y="3112386"/>
                  </a:lnTo>
                  <a:lnTo>
                    <a:pt x="4107515" y="3159277"/>
                  </a:lnTo>
                  <a:lnTo>
                    <a:pt x="4098613" y="3205023"/>
                  </a:lnTo>
                  <a:lnTo>
                    <a:pt x="4086386" y="3249488"/>
                  </a:lnTo>
                  <a:lnTo>
                    <a:pt x="4070971" y="3292536"/>
                  </a:lnTo>
                  <a:lnTo>
                    <a:pt x="4052503" y="3334031"/>
                  </a:lnTo>
                  <a:lnTo>
                    <a:pt x="4031120" y="3373836"/>
                  </a:lnTo>
                  <a:lnTo>
                    <a:pt x="4006957" y="3411815"/>
                  </a:lnTo>
                  <a:lnTo>
                    <a:pt x="3980150" y="3447833"/>
                  </a:lnTo>
                  <a:lnTo>
                    <a:pt x="3950837" y="3481752"/>
                  </a:lnTo>
                  <a:lnTo>
                    <a:pt x="3919152" y="3513436"/>
                  </a:lnTo>
                  <a:lnTo>
                    <a:pt x="3885233" y="3542750"/>
                  </a:lnTo>
                  <a:lnTo>
                    <a:pt x="3849216" y="3569556"/>
                  </a:lnTo>
                  <a:lnTo>
                    <a:pt x="3811236" y="3593719"/>
                  </a:lnTo>
                  <a:lnTo>
                    <a:pt x="3771431" y="3615102"/>
                  </a:lnTo>
                  <a:lnTo>
                    <a:pt x="3729936" y="3633570"/>
                  </a:lnTo>
                  <a:lnTo>
                    <a:pt x="3686888" y="3648985"/>
                  </a:lnTo>
                  <a:lnTo>
                    <a:pt x="3642423" y="3661212"/>
                  </a:lnTo>
                  <a:lnTo>
                    <a:pt x="3596677" y="3670114"/>
                  </a:lnTo>
                  <a:lnTo>
                    <a:pt x="3549787" y="3675555"/>
                  </a:lnTo>
                  <a:lnTo>
                    <a:pt x="3501888" y="36773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51416" y="3106049"/>
              <a:ext cx="4114800" cy="3677920"/>
            </a:xfrm>
            <a:custGeom>
              <a:avLst/>
              <a:gdLst/>
              <a:ahLst/>
              <a:cxnLst/>
              <a:rect l="l" t="t" r="r" b="b"/>
              <a:pathLst>
                <a:path w="4114800" h="3677920">
                  <a:moveTo>
                    <a:pt x="0" y="612911"/>
                  </a:moveTo>
                  <a:lnTo>
                    <a:pt x="1844" y="565013"/>
                  </a:lnTo>
                  <a:lnTo>
                    <a:pt x="7285" y="518122"/>
                  </a:lnTo>
                  <a:lnTo>
                    <a:pt x="16187" y="472376"/>
                  </a:lnTo>
                  <a:lnTo>
                    <a:pt x="28414" y="427911"/>
                  </a:lnTo>
                  <a:lnTo>
                    <a:pt x="43829" y="384863"/>
                  </a:lnTo>
                  <a:lnTo>
                    <a:pt x="62297" y="343368"/>
                  </a:lnTo>
                  <a:lnTo>
                    <a:pt x="83680" y="303563"/>
                  </a:lnTo>
                  <a:lnTo>
                    <a:pt x="107843" y="265584"/>
                  </a:lnTo>
                  <a:lnTo>
                    <a:pt x="134649" y="229566"/>
                  </a:lnTo>
                  <a:lnTo>
                    <a:pt x="163963" y="195647"/>
                  </a:lnTo>
                  <a:lnTo>
                    <a:pt x="195647" y="163963"/>
                  </a:lnTo>
                  <a:lnTo>
                    <a:pt x="229566" y="134649"/>
                  </a:lnTo>
                  <a:lnTo>
                    <a:pt x="265584" y="107843"/>
                  </a:lnTo>
                  <a:lnTo>
                    <a:pt x="303563" y="83680"/>
                  </a:lnTo>
                  <a:lnTo>
                    <a:pt x="343368" y="62297"/>
                  </a:lnTo>
                  <a:lnTo>
                    <a:pt x="384863" y="43829"/>
                  </a:lnTo>
                  <a:lnTo>
                    <a:pt x="427911" y="28414"/>
                  </a:lnTo>
                  <a:lnTo>
                    <a:pt x="472377" y="16187"/>
                  </a:lnTo>
                  <a:lnTo>
                    <a:pt x="518123" y="7285"/>
                  </a:lnTo>
                  <a:lnTo>
                    <a:pt x="565013" y="1844"/>
                  </a:lnTo>
                  <a:lnTo>
                    <a:pt x="612912" y="0"/>
                  </a:lnTo>
                  <a:lnTo>
                    <a:pt x="3501888" y="0"/>
                  </a:lnTo>
                  <a:lnTo>
                    <a:pt x="3550420" y="1923"/>
                  </a:lnTo>
                  <a:lnTo>
                    <a:pt x="3598347" y="7635"/>
                  </a:lnTo>
                  <a:lnTo>
                    <a:pt x="3645463" y="17051"/>
                  </a:lnTo>
                  <a:lnTo>
                    <a:pt x="3691563" y="30086"/>
                  </a:lnTo>
                  <a:lnTo>
                    <a:pt x="3736439" y="46655"/>
                  </a:lnTo>
                  <a:lnTo>
                    <a:pt x="3779887" y="66672"/>
                  </a:lnTo>
                  <a:lnTo>
                    <a:pt x="3821701" y="90052"/>
                  </a:lnTo>
                  <a:lnTo>
                    <a:pt x="3861676" y="116709"/>
                  </a:lnTo>
                  <a:lnTo>
                    <a:pt x="3899604" y="146560"/>
                  </a:lnTo>
                  <a:lnTo>
                    <a:pt x="3935281" y="179517"/>
                  </a:lnTo>
                  <a:lnTo>
                    <a:pt x="3968239" y="215195"/>
                  </a:lnTo>
                  <a:lnTo>
                    <a:pt x="3998090" y="253123"/>
                  </a:lnTo>
                  <a:lnTo>
                    <a:pt x="4024748" y="293098"/>
                  </a:lnTo>
                  <a:lnTo>
                    <a:pt x="4048128" y="334912"/>
                  </a:lnTo>
                  <a:lnTo>
                    <a:pt x="4068145" y="378360"/>
                  </a:lnTo>
                  <a:lnTo>
                    <a:pt x="4084714" y="423237"/>
                  </a:lnTo>
                  <a:lnTo>
                    <a:pt x="4097749" y="469336"/>
                  </a:lnTo>
                  <a:lnTo>
                    <a:pt x="4107165" y="516452"/>
                  </a:lnTo>
                  <a:lnTo>
                    <a:pt x="4112877" y="564379"/>
                  </a:lnTo>
                  <a:lnTo>
                    <a:pt x="4114800" y="612911"/>
                  </a:lnTo>
                  <a:lnTo>
                    <a:pt x="4114800" y="3064487"/>
                  </a:lnTo>
                  <a:lnTo>
                    <a:pt x="4112956" y="3112386"/>
                  </a:lnTo>
                  <a:lnTo>
                    <a:pt x="4107515" y="3159277"/>
                  </a:lnTo>
                  <a:lnTo>
                    <a:pt x="4098613" y="3205023"/>
                  </a:lnTo>
                  <a:lnTo>
                    <a:pt x="4086386" y="3249488"/>
                  </a:lnTo>
                  <a:lnTo>
                    <a:pt x="4070971" y="3292536"/>
                  </a:lnTo>
                  <a:lnTo>
                    <a:pt x="4052503" y="3334031"/>
                  </a:lnTo>
                  <a:lnTo>
                    <a:pt x="4031120" y="3373836"/>
                  </a:lnTo>
                  <a:lnTo>
                    <a:pt x="4006957" y="3411815"/>
                  </a:lnTo>
                  <a:lnTo>
                    <a:pt x="3980150" y="3447833"/>
                  </a:lnTo>
                  <a:lnTo>
                    <a:pt x="3950837" y="3481752"/>
                  </a:lnTo>
                  <a:lnTo>
                    <a:pt x="3919152" y="3513436"/>
                  </a:lnTo>
                  <a:lnTo>
                    <a:pt x="3885233" y="3542750"/>
                  </a:lnTo>
                  <a:lnTo>
                    <a:pt x="3849216" y="3569556"/>
                  </a:lnTo>
                  <a:lnTo>
                    <a:pt x="3811236" y="3593719"/>
                  </a:lnTo>
                  <a:lnTo>
                    <a:pt x="3771431" y="3615102"/>
                  </a:lnTo>
                  <a:lnTo>
                    <a:pt x="3729936" y="3633570"/>
                  </a:lnTo>
                  <a:lnTo>
                    <a:pt x="3686888" y="3648985"/>
                  </a:lnTo>
                  <a:lnTo>
                    <a:pt x="3642423" y="3661212"/>
                  </a:lnTo>
                  <a:lnTo>
                    <a:pt x="3596677" y="3670114"/>
                  </a:lnTo>
                  <a:lnTo>
                    <a:pt x="3549787" y="3675555"/>
                  </a:lnTo>
                  <a:lnTo>
                    <a:pt x="3501888" y="3677399"/>
                  </a:lnTo>
                  <a:lnTo>
                    <a:pt x="612912" y="3677399"/>
                  </a:lnTo>
                  <a:lnTo>
                    <a:pt x="565013" y="3675555"/>
                  </a:lnTo>
                  <a:lnTo>
                    <a:pt x="518123" y="3670114"/>
                  </a:lnTo>
                  <a:lnTo>
                    <a:pt x="472377" y="3661212"/>
                  </a:lnTo>
                  <a:lnTo>
                    <a:pt x="427911" y="3648985"/>
                  </a:lnTo>
                  <a:lnTo>
                    <a:pt x="384863" y="3633570"/>
                  </a:lnTo>
                  <a:lnTo>
                    <a:pt x="343368" y="3615102"/>
                  </a:lnTo>
                  <a:lnTo>
                    <a:pt x="303563" y="3593719"/>
                  </a:lnTo>
                  <a:lnTo>
                    <a:pt x="265584" y="3569556"/>
                  </a:lnTo>
                  <a:lnTo>
                    <a:pt x="229566" y="3542750"/>
                  </a:lnTo>
                  <a:lnTo>
                    <a:pt x="195647" y="3513436"/>
                  </a:lnTo>
                  <a:lnTo>
                    <a:pt x="163963" y="3481752"/>
                  </a:lnTo>
                  <a:lnTo>
                    <a:pt x="134649" y="3447833"/>
                  </a:lnTo>
                  <a:lnTo>
                    <a:pt x="107843" y="3411815"/>
                  </a:lnTo>
                  <a:lnTo>
                    <a:pt x="83680" y="3373836"/>
                  </a:lnTo>
                  <a:lnTo>
                    <a:pt x="62297" y="3334031"/>
                  </a:lnTo>
                  <a:lnTo>
                    <a:pt x="43829" y="3292536"/>
                  </a:lnTo>
                  <a:lnTo>
                    <a:pt x="28414" y="3249488"/>
                  </a:lnTo>
                  <a:lnTo>
                    <a:pt x="16187" y="3205023"/>
                  </a:lnTo>
                  <a:lnTo>
                    <a:pt x="7285" y="3159277"/>
                  </a:lnTo>
                  <a:lnTo>
                    <a:pt x="1844" y="3112386"/>
                  </a:lnTo>
                  <a:lnTo>
                    <a:pt x="0" y="3064487"/>
                  </a:lnTo>
                  <a:lnTo>
                    <a:pt x="0" y="6129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745462" y="4489200"/>
            <a:ext cx="212725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005" marR="5080" indent="-27940">
              <a:lnSpc>
                <a:spcPct val="100400"/>
              </a:lnSpc>
              <a:spcBef>
                <a:spcPts val="85"/>
              </a:spcBef>
            </a:pPr>
            <a:r>
              <a:rPr sz="2800" b="1" spc="-110" dirty="0">
                <a:latin typeface="Tahoma"/>
                <a:cs typeface="Tahoma"/>
              </a:rPr>
              <a:t>4GB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32-bit  </a:t>
            </a: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5" y="322726"/>
            <a:ext cx="161950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Additional</a:t>
            </a:r>
            <a:r>
              <a:rPr spc="-670" dirty="0"/>
              <a:t> </a:t>
            </a:r>
            <a:r>
              <a:rPr spc="370" dirty="0"/>
              <a:t>GPU</a:t>
            </a:r>
            <a:r>
              <a:rPr spc="-670" dirty="0"/>
              <a:t> </a:t>
            </a:r>
            <a:r>
              <a:rPr spc="470" dirty="0"/>
              <a:t>RAM</a:t>
            </a:r>
            <a:r>
              <a:rPr spc="-670" dirty="0"/>
              <a:t> </a:t>
            </a:r>
            <a:r>
              <a:rPr dirty="0"/>
              <a:t>needed</a:t>
            </a:r>
            <a:r>
              <a:rPr spc="-665" dirty="0"/>
              <a:t> </a:t>
            </a:r>
            <a:r>
              <a:rPr spc="140" dirty="0"/>
              <a:t>to</a:t>
            </a:r>
            <a:r>
              <a:rPr spc="-670" dirty="0"/>
              <a:t> </a:t>
            </a:r>
            <a:r>
              <a:rPr spc="75" dirty="0"/>
              <a:t>train</a:t>
            </a:r>
            <a:r>
              <a:rPr spc="-670" dirty="0"/>
              <a:t> </a:t>
            </a:r>
            <a:r>
              <a:rPr spc="254" dirty="0"/>
              <a:t>1B</a:t>
            </a:r>
            <a:r>
              <a:rPr spc="-670" dirty="0"/>
              <a:t> </a:t>
            </a:r>
            <a:r>
              <a:rPr spc="1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725" y="8567931"/>
            <a:ext cx="16410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Sources: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/huggingface.co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docs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t</a:t>
            </a:r>
            <a:r>
              <a:rPr sz="1800" u="heavy" spc="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ansformers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v4.20.1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en</a:t>
            </a:r>
            <a:r>
              <a:rPr sz="1800" u="heavy" spc="-9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perf_t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ain_gpu_one#anato</a:t>
            </a:r>
            <a:r>
              <a:rPr sz="1800" u="heavy" spc="-10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m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y-of-models-memor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</a:t>
            </a:r>
            <a:r>
              <a:rPr sz="1800" spc="-165" dirty="0">
                <a:latin typeface="Tahoma"/>
                <a:cs typeface="Tahoma"/>
              </a:rPr>
              <a:t>,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//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github.com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</a:t>
            </a:r>
            <a:r>
              <a:rPr sz="18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facebookresearch/bitsand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b</a:t>
            </a:r>
            <a:r>
              <a:rPr sz="1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ytes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3050" y="1399914"/>
          <a:ext cx="13839824" cy="1920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7990"/>
                <a:gridCol w="7061834"/>
              </a:tblGrid>
              <a:tr h="7619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600" b="1" spc="-5" dirty="0">
                          <a:latin typeface="Tahoma"/>
                          <a:cs typeface="Tahoma"/>
                        </a:rPr>
                        <a:t>Byte</a:t>
                      </a:r>
                      <a:r>
                        <a:rPr sz="2600" b="1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600" b="1" spc="-2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b="1" spc="-5" dirty="0">
                          <a:latin typeface="Tahoma"/>
                          <a:cs typeface="Tahoma"/>
                        </a:rPr>
                        <a:t>pe</a:t>
                      </a:r>
                      <a:r>
                        <a:rPr sz="26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600" b="1" spc="-2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b="1" spc="-5" dirty="0">
                          <a:latin typeface="Tahoma"/>
                          <a:cs typeface="Tahoma"/>
                        </a:rPr>
                        <a:t>pa</a:t>
                      </a:r>
                      <a:r>
                        <a:rPr sz="2600" b="1" spc="-4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600" b="1" spc="-5" dirty="0">
                          <a:latin typeface="Tahoma"/>
                          <a:cs typeface="Tahoma"/>
                        </a:rPr>
                        <a:t>ameter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1676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115820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600" b="1" dirty="0">
                          <a:latin typeface="Tahoma"/>
                          <a:cs typeface="Tahoma"/>
                        </a:rPr>
                        <a:t>Model</a:t>
                      </a:r>
                      <a:r>
                        <a:rPr sz="2600" b="1" spc="-2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b="1" spc="-6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600" b="1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2600" b="1" spc="-4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600" b="1" spc="-5" dirty="0">
                          <a:latin typeface="Tahoma"/>
                          <a:cs typeface="Tahoma"/>
                        </a:rPr>
                        <a:t>ameter</a:t>
                      </a:r>
                      <a:r>
                        <a:rPr sz="2600" b="1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600" b="1" spc="-2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b="1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2600" b="1" spc="-55" dirty="0">
                          <a:latin typeface="Tahoma"/>
                          <a:cs typeface="Tahoma"/>
                        </a:rPr>
                        <a:t>W</a:t>
                      </a:r>
                      <a:r>
                        <a:rPr sz="2600" b="1" spc="-5" dirty="0">
                          <a:latin typeface="Tahoma"/>
                          <a:cs typeface="Tahoma"/>
                        </a:rPr>
                        <a:t>eights)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1676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600" dirty="0">
                          <a:latin typeface="Tahoma"/>
                          <a:cs typeface="Tahoma"/>
                        </a:rPr>
                        <a:t>4</a:t>
                      </a:r>
                      <a:r>
                        <a:rPr sz="2600" spc="-3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35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2600" dirty="0">
                          <a:latin typeface="Tahoma"/>
                          <a:cs typeface="Tahoma"/>
                        </a:rPr>
                        <a:t>ytes</a:t>
                      </a:r>
                      <a:r>
                        <a:rPr sz="2600" spc="-3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2600" spc="-3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dirty="0">
                          <a:latin typeface="Tahoma"/>
                          <a:cs typeface="Tahoma"/>
                        </a:rPr>
                        <a:t>pa</a:t>
                      </a:r>
                      <a:r>
                        <a:rPr sz="2600" spc="-5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600" dirty="0">
                          <a:latin typeface="Tahoma"/>
                          <a:cs typeface="Tahoma"/>
                        </a:rPr>
                        <a:t>ameter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1676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08788" y="3496886"/>
            <a:ext cx="10146665" cy="3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85"/>
              </a:lnSpc>
              <a:tabLst>
                <a:tab pos="6777355" algn="l"/>
              </a:tabLst>
            </a:pPr>
            <a:r>
              <a:rPr sz="2600" b="1" spc="-145" dirty="0">
                <a:latin typeface="Tahoma"/>
                <a:cs typeface="Tahoma"/>
              </a:rPr>
              <a:t>Adam</a:t>
            </a:r>
            <a:r>
              <a:rPr sz="2600" b="1" spc="-260" dirty="0">
                <a:latin typeface="Tahoma"/>
                <a:cs typeface="Tahoma"/>
              </a:rPr>
              <a:t> </a:t>
            </a:r>
            <a:r>
              <a:rPr sz="2600" b="1" spc="-140" dirty="0">
                <a:latin typeface="Tahoma"/>
                <a:cs typeface="Tahoma"/>
              </a:rPr>
              <a:t>optimize</a:t>
            </a:r>
            <a:r>
              <a:rPr sz="2600" b="1" spc="-110" dirty="0">
                <a:latin typeface="Tahoma"/>
                <a:cs typeface="Tahoma"/>
              </a:rPr>
              <a:t>r</a:t>
            </a:r>
            <a:r>
              <a:rPr sz="2600" b="1" spc="-265" dirty="0">
                <a:latin typeface="Tahoma"/>
                <a:cs typeface="Tahoma"/>
              </a:rPr>
              <a:t> </a:t>
            </a:r>
            <a:r>
              <a:rPr sz="2600" b="1" spc="-275" dirty="0">
                <a:latin typeface="Tahoma"/>
                <a:cs typeface="Tahoma"/>
              </a:rPr>
              <a:t>(2</a:t>
            </a:r>
            <a:r>
              <a:rPr sz="2600" b="1" spc="-260" dirty="0">
                <a:latin typeface="Tahoma"/>
                <a:cs typeface="Tahoma"/>
              </a:rPr>
              <a:t> </a:t>
            </a:r>
            <a:r>
              <a:rPr sz="2600" b="1" spc="-190" dirty="0">
                <a:latin typeface="Tahoma"/>
                <a:cs typeface="Tahoma"/>
              </a:rPr>
              <a:t>states)</a:t>
            </a:r>
            <a:r>
              <a:rPr sz="2600" b="1" dirty="0">
                <a:latin typeface="Tahoma"/>
                <a:cs typeface="Tahoma"/>
              </a:rPr>
              <a:t>	</a:t>
            </a:r>
            <a:r>
              <a:rPr sz="2600" spc="-150" dirty="0">
                <a:latin typeface="Tahoma"/>
                <a:cs typeface="Tahoma"/>
              </a:rPr>
              <a:t>+8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b</a:t>
            </a:r>
            <a:r>
              <a:rPr sz="2600" spc="20" dirty="0">
                <a:latin typeface="Tahoma"/>
                <a:cs typeface="Tahoma"/>
              </a:rPr>
              <a:t>ytes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30" dirty="0">
                <a:latin typeface="Tahoma"/>
                <a:cs typeface="Tahoma"/>
              </a:rPr>
              <a:t>per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20" dirty="0">
                <a:latin typeface="Tahoma"/>
                <a:cs typeface="Tahoma"/>
              </a:rPr>
              <a:t>pa</a:t>
            </a:r>
            <a:r>
              <a:rPr sz="2600" spc="-35" dirty="0">
                <a:latin typeface="Tahoma"/>
                <a:cs typeface="Tahoma"/>
              </a:rPr>
              <a:t>r</a:t>
            </a:r>
            <a:r>
              <a:rPr sz="2600" spc="15" dirty="0">
                <a:latin typeface="Tahoma"/>
                <a:cs typeface="Tahoma"/>
              </a:rPr>
              <a:t>ameter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8788" y="4655087"/>
            <a:ext cx="10146665" cy="3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85"/>
              </a:lnSpc>
              <a:tabLst>
                <a:tab pos="6777355" algn="l"/>
              </a:tabLst>
            </a:pPr>
            <a:r>
              <a:rPr sz="2600" b="1" spc="-80" dirty="0">
                <a:latin typeface="Tahoma"/>
                <a:cs typeface="Tahoma"/>
              </a:rPr>
              <a:t>G</a:t>
            </a:r>
            <a:r>
              <a:rPr sz="2600" b="1" spc="-90" dirty="0">
                <a:latin typeface="Tahoma"/>
                <a:cs typeface="Tahoma"/>
              </a:rPr>
              <a:t>r</a:t>
            </a:r>
            <a:r>
              <a:rPr sz="2600" b="1" spc="-160" dirty="0">
                <a:latin typeface="Tahoma"/>
                <a:cs typeface="Tahoma"/>
              </a:rPr>
              <a:t>adient</a:t>
            </a:r>
            <a:r>
              <a:rPr sz="2600" b="1" spc="-150" dirty="0">
                <a:latin typeface="Tahoma"/>
                <a:cs typeface="Tahoma"/>
              </a:rPr>
              <a:t>s</a:t>
            </a:r>
            <a:r>
              <a:rPr sz="2600" b="1" dirty="0">
                <a:latin typeface="Tahoma"/>
                <a:cs typeface="Tahoma"/>
              </a:rPr>
              <a:t>	</a:t>
            </a:r>
            <a:r>
              <a:rPr sz="2600" spc="-150" dirty="0">
                <a:latin typeface="Tahoma"/>
                <a:cs typeface="Tahoma"/>
              </a:rPr>
              <a:t>+4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b</a:t>
            </a:r>
            <a:r>
              <a:rPr sz="2600" spc="20" dirty="0">
                <a:latin typeface="Tahoma"/>
                <a:cs typeface="Tahoma"/>
              </a:rPr>
              <a:t>ytes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30" dirty="0">
                <a:latin typeface="Tahoma"/>
                <a:cs typeface="Tahoma"/>
              </a:rPr>
              <a:t>per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20" dirty="0">
                <a:latin typeface="Tahoma"/>
                <a:cs typeface="Tahoma"/>
              </a:rPr>
              <a:t>pa</a:t>
            </a:r>
            <a:r>
              <a:rPr sz="2600" spc="-35" dirty="0">
                <a:latin typeface="Tahoma"/>
                <a:cs typeface="Tahoma"/>
              </a:rPr>
              <a:t>r</a:t>
            </a:r>
            <a:r>
              <a:rPr sz="2600" spc="15" dirty="0">
                <a:latin typeface="Tahoma"/>
                <a:cs typeface="Tahoma"/>
              </a:rPr>
              <a:t>ameter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8788" y="5813286"/>
            <a:ext cx="13002260" cy="79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85"/>
              </a:lnSpc>
              <a:tabLst>
                <a:tab pos="6777355" algn="l"/>
              </a:tabLst>
            </a:pPr>
            <a:r>
              <a:rPr sz="2600" b="1" spc="-110" dirty="0">
                <a:latin typeface="Tahoma"/>
                <a:cs typeface="Tahoma"/>
              </a:rPr>
              <a:t>Activations</a:t>
            </a:r>
            <a:r>
              <a:rPr sz="2600" b="1" spc="-260" dirty="0">
                <a:latin typeface="Tahoma"/>
                <a:cs typeface="Tahoma"/>
              </a:rPr>
              <a:t> </a:t>
            </a:r>
            <a:r>
              <a:rPr sz="2600" b="1" spc="-185" dirty="0">
                <a:latin typeface="Tahoma"/>
                <a:cs typeface="Tahoma"/>
              </a:rPr>
              <a:t>and</a:t>
            </a:r>
            <a:r>
              <a:rPr sz="2600" b="1" dirty="0">
                <a:latin typeface="Tahoma"/>
                <a:cs typeface="Tahoma"/>
              </a:rPr>
              <a:t>	</a:t>
            </a:r>
            <a:r>
              <a:rPr sz="2600" spc="-150" dirty="0">
                <a:latin typeface="Tahoma"/>
                <a:cs typeface="Tahoma"/>
              </a:rPr>
              <a:t>+8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b</a:t>
            </a:r>
            <a:r>
              <a:rPr sz="2600" spc="20" dirty="0">
                <a:latin typeface="Tahoma"/>
                <a:cs typeface="Tahoma"/>
              </a:rPr>
              <a:t>ytes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30" dirty="0">
                <a:latin typeface="Tahoma"/>
                <a:cs typeface="Tahoma"/>
              </a:rPr>
              <a:t>per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20" dirty="0">
                <a:latin typeface="Tahoma"/>
                <a:cs typeface="Tahoma"/>
              </a:rPr>
              <a:t>pa</a:t>
            </a:r>
            <a:r>
              <a:rPr sz="2600" spc="-35" dirty="0">
                <a:latin typeface="Tahoma"/>
                <a:cs typeface="Tahoma"/>
              </a:rPr>
              <a:t>r</a:t>
            </a:r>
            <a:r>
              <a:rPr sz="2600" spc="15" dirty="0">
                <a:latin typeface="Tahoma"/>
                <a:cs typeface="Tahoma"/>
              </a:rPr>
              <a:t>ameter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-35" dirty="0">
                <a:latin typeface="Tahoma"/>
                <a:cs typeface="Tahoma"/>
              </a:rPr>
              <a:t>(high-end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15" dirty="0">
                <a:latin typeface="Tahoma"/>
                <a:cs typeface="Tahoma"/>
              </a:rPr>
              <a:t>estimat</a:t>
            </a:r>
            <a:r>
              <a:rPr sz="2600" spc="-30" dirty="0">
                <a:latin typeface="Tahoma"/>
                <a:cs typeface="Tahoma"/>
              </a:rPr>
              <a:t>e</a:t>
            </a:r>
            <a:r>
              <a:rPr sz="2600" spc="-220" dirty="0"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2600" b="1" spc="-175" dirty="0">
                <a:latin typeface="Tahoma"/>
                <a:cs typeface="Tahoma"/>
              </a:rPr>
              <a:t>temp</a:t>
            </a:r>
            <a:r>
              <a:rPr sz="2600" b="1" spc="-260" dirty="0">
                <a:latin typeface="Tahoma"/>
                <a:cs typeface="Tahoma"/>
              </a:rPr>
              <a:t> </a:t>
            </a:r>
            <a:r>
              <a:rPr sz="2600" b="1" spc="-175" dirty="0">
                <a:latin typeface="Tahoma"/>
                <a:cs typeface="Tahoma"/>
              </a:rPr>
              <a:t>memory</a:t>
            </a:r>
            <a:r>
              <a:rPr sz="2600" b="1" spc="-260" dirty="0">
                <a:latin typeface="Tahoma"/>
                <a:cs typeface="Tahoma"/>
              </a:rPr>
              <a:t> </a:t>
            </a:r>
            <a:r>
              <a:rPr sz="2600" b="1" spc="-165" dirty="0">
                <a:latin typeface="Tahoma"/>
                <a:cs typeface="Tahoma"/>
              </a:rPr>
              <a:t>(variable</a:t>
            </a:r>
            <a:r>
              <a:rPr sz="2600" b="1" spc="-260" dirty="0">
                <a:latin typeface="Tahoma"/>
                <a:cs typeface="Tahoma"/>
              </a:rPr>
              <a:t> </a:t>
            </a:r>
            <a:r>
              <a:rPr sz="2600" b="1" spc="-135" dirty="0">
                <a:latin typeface="Tahoma"/>
                <a:cs typeface="Tahoma"/>
              </a:rPr>
              <a:t>siz</a:t>
            </a:r>
            <a:r>
              <a:rPr sz="2600" b="1" spc="-225" dirty="0">
                <a:latin typeface="Tahoma"/>
                <a:cs typeface="Tahoma"/>
              </a:rPr>
              <a:t>e</a:t>
            </a:r>
            <a:r>
              <a:rPr sz="2600" b="1" spc="-405" dirty="0"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3001" y="6968032"/>
            <a:ext cx="7553959" cy="1097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75"/>
              </a:lnSpc>
              <a:tabLst>
                <a:tab pos="1373505" algn="l"/>
              </a:tabLst>
            </a:pPr>
            <a:r>
              <a:rPr sz="3900" b="1" spc="-225" baseline="20299" dirty="0">
                <a:latin typeface="Tahoma"/>
                <a:cs typeface="Tahoma"/>
              </a:rPr>
              <a:t>T</a:t>
            </a:r>
            <a:r>
              <a:rPr sz="3900" b="1" spc="-44" baseline="20299" dirty="0">
                <a:latin typeface="Tahoma"/>
                <a:cs typeface="Tahoma"/>
              </a:rPr>
              <a:t>O</a:t>
            </a:r>
            <a:r>
              <a:rPr sz="3900" b="1" spc="-352" baseline="20299" dirty="0">
                <a:latin typeface="Tahoma"/>
                <a:cs typeface="Tahoma"/>
              </a:rPr>
              <a:t>T</a:t>
            </a:r>
            <a:r>
              <a:rPr sz="3900" b="1" spc="-60" baseline="20299" dirty="0">
                <a:latin typeface="Tahoma"/>
                <a:cs typeface="Tahoma"/>
              </a:rPr>
              <a:t>AL</a:t>
            </a:r>
            <a:r>
              <a:rPr sz="3900" b="1" baseline="20299" dirty="0">
                <a:latin typeface="Tahoma"/>
                <a:cs typeface="Tahoma"/>
              </a:rPr>
              <a:t>	</a:t>
            </a:r>
            <a:r>
              <a:rPr sz="3600" b="1" spc="-535" dirty="0">
                <a:latin typeface="Tahoma"/>
                <a:cs typeface="Tahoma"/>
              </a:rPr>
              <a:t>=4</a:t>
            </a:r>
            <a:r>
              <a:rPr sz="3600" b="1" spc="-360" dirty="0">
                <a:latin typeface="Tahoma"/>
                <a:cs typeface="Tahoma"/>
              </a:rPr>
              <a:t> </a:t>
            </a:r>
            <a:r>
              <a:rPr sz="3600" b="1" spc="-285" dirty="0">
                <a:latin typeface="Tahoma"/>
                <a:cs typeface="Tahoma"/>
              </a:rPr>
              <a:t>b</a:t>
            </a:r>
            <a:r>
              <a:rPr sz="3600" b="1" spc="-195" dirty="0">
                <a:latin typeface="Tahoma"/>
                <a:cs typeface="Tahoma"/>
              </a:rPr>
              <a:t>yte</a:t>
            </a:r>
            <a:r>
              <a:rPr sz="3600" b="1" spc="-185" dirty="0">
                <a:latin typeface="Tahoma"/>
                <a:cs typeface="Tahoma"/>
              </a:rPr>
              <a:t>s</a:t>
            </a:r>
            <a:r>
              <a:rPr sz="3600" b="1" spc="-365" dirty="0">
                <a:latin typeface="Tahoma"/>
                <a:cs typeface="Tahoma"/>
              </a:rPr>
              <a:t> </a:t>
            </a:r>
            <a:r>
              <a:rPr sz="3600" b="1" spc="-204" dirty="0">
                <a:latin typeface="Tahoma"/>
                <a:cs typeface="Tahoma"/>
              </a:rPr>
              <a:t>pe</a:t>
            </a:r>
            <a:r>
              <a:rPr sz="3600" b="1" spc="-140" dirty="0">
                <a:latin typeface="Tahoma"/>
                <a:cs typeface="Tahoma"/>
              </a:rPr>
              <a:t>r</a:t>
            </a:r>
            <a:r>
              <a:rPr sz="3600" b="1" spc="-365" dirty="0">
                <a:latin typeface="Tahoma"/>
                <a:cs typeface="Tahoma"/>
              </a:rPr>
              <a:t> </a:t>
            </a:r>
            <a:r>
              <a:rPr sz="3600" b="1" spc="-225" dirty="0">
                <a:latin typeface="Tahoma"/>
                <a:cs typeface="Tahoma"/>
              </a:rPr>
              <a:t>pa</a:t>
            </a:r>
            <a:r>
              <a:rPr sz="3600" b="1" spc="-210" dirty="0">
                <a:latin typeface="Tahoma"/>
                <a:cs typeface="Tahoma"/>
              </a:rPr>
              <a:t>r</a:t>
            </a:r>
            <a:r>
              <a:rPr sz="3600" b="1" spc="-225" dirty="0">
                <a:latin typeface="Tahoma"/>
                <a:cs typeface="Tahoma"/>
              </a:rPr>
              <a:t>ameter</a:t>
            </a:r>
            <a:endParaRPr sz="3600">
              <a:latin typeface="Tahoma"/>
              <a:cs typeface="Tahoma"/>
            </a:endParaRPr>
          </a:p>
          <a:p>
            <a:pPr marL="1373505">
              <a:lnSpc>
                <a:spcPct val="100000"/>
              </a:lnSpc>
            </a:pPr>
            <a:r>
              <a:rPr sz="3600" b="1" spc="-425" dirty="0">
                <a:latin typeface="Tahoma"/>
                <a:cs typeface="Tahoma"/>
              </a:rPr>
              <a:t>+20</a:t>
            </a:r>
            <a:r>
              <a:rPr sz="3600" b="1" spc="-360" dirty="0">
                <a:latin typeface="Tahoma"/>
                <a:cs typeface="Tahoma"/>
              </a:rPr>
              <a:t> </a:t>
            </a:r>
            <a:r>
              <a:rPr sz="3600" b="1" spc="-325" dirty="0">
                <a:latin typeface="Tahoma"/>
                <a:cs typeface="Tahoma"/>
              </a:rPr>
              <a:t>e</a:t>
            </a:r>
            <a:r>
              <a:rPr sz="3600" b="1" spc="-150" dirty="0">
                <a:latin typeface="Tahoma"/>
                <a:cs typeface="Tahoma"/>
              </a:rPr>
              <a:t>xt</a:t>
            </a:r>
            <a:r>
              <a:rPr sz="3600" b="1" spc="-185" dirty="0">
                <a:latin typeface="Tahoma"/>
                <a:cs typeface="Tahoma"/>
              </a:rPr>
              <a:t>r</a:t>
            </a:r>
            <a:r>
              <a:rPr sz="3600" b="1" spc="-275" dirty="0">
                <a:latin typeface="Tahoma"/>
                <a:cs typeface="Tahoma"/>
              </a:rPr>
              <a:t>a</a:t>
            </a:r>
            <a:r>
              <a:rPr sz="3600" b="1" spc="-365" dirty="0">
                <a:latin typeface="Tahoma"/>
                <a:cs typeface="Tahoma"/>
              </a:rPr>
              <a:t> </a:t>
            </a:r>
            <a:r>
              <a:rPr sz="3600" b="1" spc="-285" dirty="0">
                <a:latin typeface="Tahoma"/>
                <a:cs typeface="Tahoma"/>
              </a:rPr>
              <a:t>b</a:t>
            </a:r>
            <a:r>
              <a:rPr sz="3600" b="1" spc="-195" dirty="0">
                <a:latin typeface="Tahoma"/>
                <a:cs typeface="Tahoma"/>
              </a:rPr>
              <a:t>yte</a:t>
            </a:r>
            <a:r>
              <a:rPr sz="3600" b="1" spc="-185" dirty="0">
                <a:latin typeface="Tahoma"/>
                <a:cs typeface="Tahoma"/>
              </a:rPr>
              <a:t>s</a:t>
            </a:r>
            <a:r>
              <a:rPr sz="3600" b="1" spc="-365" dirty="0">
                <a:latin typeface="Tahoma"/>
                <a:cs typeface="Tahoma"/>
              </a:rPr>
              <a:t> </a:t>
            </a:r>
            <a:r>
              <a:rPr sz="3600" b="1" spc="-204" dirty="0">
                <a:latin typeface="Tahoma"/>
                <a:cs typeface="Tahoma"/>
              </a:rPr>
              <a:t>pe</a:t>
            </a:r>
            <a:r>
              <a:rPr sz="3600" b="1" spc="-140" dirty="0">
                <a:latin typeface="Tahoma"/>
                <a:cs typeface="Tahoma"/>
              </a:rPr>
              <a:t>r</a:t>
            </a:r>
            <a:r>
              <a:rPr sz="3600" b="1" spc="-365" dirty="0">
                <a:latin typeface="Tahoma"/>
                <a:cs typeface="Tahoma"/>
              </a:rPr>
              <a:t> </a:t>
            </a:r>
            <a:r>
              <a:rPr sz="3600" b="1" spc="-225" dirty="0">
                <a:latin typeface="Tahoma"/>
                <a:cs typeface="Tahoma"/>
              </a:rPr>
              <a:t>pa</a:t>
            </a:r>
            <a:r>
              <a:rPr sz="3600" b="1" spc="-210" dirty="0">
                <a:latin typeface="Tahoma"/>
                <a:cs typeface="Tahoma"/>
              </a:rPr>
              <a:t>r</a:t>
            </a:r>
            <a:r>
              <a:rPr sz="3600" b="1" spc="-225" dirty="0">
                <a:latin typeface="Tahoma"/>
                <a:cs typeface="Tahoma"/>
              </a:rPr>
              <a:t>ameter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884150" y="3254399"/>
            <a:ext cx="773430" cy="3545204"/>
          </a:xfrm>
          <a:custGeom>
            <a:avLst/>
            <a:gdLst/>
            <a:ahLst/>
            <a:cxnLst/>
            <a:rect l="l" t="t" r="r" b="b"/>
            <a:pathLst>
              <a:path w="773430" h="3545204">
                <a:moveTo>
                  <a:pt x="0" y="0"/>
                </a:moveTo>
                <a:lnTo>
                  <a:pt x="50829" y="3353"/>
                </a:lnTo>
                <a:lnTo>
                  <a:pt x="100357" y="13248"/>
                </a:lnTo>
                <a:lnTo>
                  <a:pt x="147983" y="29435"/>
                </a:lnTo>
                <a:lnTo>
                  <a:pt x="193106" y="51666"/>
                </a:lnTo>
                <a:lnTo>
                  <a:pt x="235124" y="79691"/>
                </a:lnTo>
                <a:lnTo>
                  <a:pt x="273437" y="113261"/>
                </a:lnTo>
                <a:lnTo>
                  <a:pt x="307007" y="151574"/>
                </a:lnTo>
                <a:lnTo>
                  <a:pt x="335032" y="193593"/>
                </a:lnTo>
                <a:lnTo>
                  <a:pt x="357263" y="238716"/>
                </a:lnTo>
                <a:lnTo>
                  <a:pt x="373451" y="286342"/>
                </a:lnTo>
                <a:lnTo>
                  <a:pt x="383346" y="335870"/>
                </a:lnTo>
                <a:lnTo>
                  <a:pt x="386699" y="386699"/>
                </a:lnTo>
                <a:lnTo>
                  <a:pt x="386699" y="1385699"/>
                </a:lnTo>
                <a:lnTo>
                  <a:pt x="389712" y="1434206"/>
                </a:lnTo>
                <a:lnTo>
                  <a:pt x="398510" y="1480915"/>
                </a:lnTo>
                <a:lnTo>
                  <a:pt x="412729" y="1525463"/>
                </a:lnTo>
                <a:lnTo>
                  <a:pt x="432007" y="1567489"/>
                </a:lnTo>
                <a:lnTo>
                  <a:pt x="455983" y="1606629"/>
                </a:lnTo>
                <a:lnTo>
                  <a:pt x="484294" y="1642522"/>
                </a:lnTo>
                <a:lnTo>
                  <a:pt x="516577" y="1674805"/>
                </a:lnTo>
                <a:lnTo>
                  <a:pt x="552469" y="1703116"/>
                </a:lnTo>
                <a:lnTo>
                  <a:pt x="591610" y="1727091"/>
                </a:lnTo>
                <a:lnTo>
                  <a:pt x="633635" y="1746370"/>
                </a:lnTo>
                <a:lnTo>
                  <a:pt x="678184" y="1760589"/>
                </a:lnTo>
                <a:lnTo>
                  <a:pt x="724893" y="1769387"/>
                </a:lnTo>
                <a:lnTo>
                  <a:pt x="773399" y="1772399"/>
                </a:lnTo>
                <a:lnTo>
                  <a:pt x="724893" y="1775412"/>
                </a:lnTo>
                <a:lnTo>
                  <a:pt x="678184" y="1784210"/>
                </a:lnTo>
                <a:lnTo>
                  <a:pt x="633635" y="1798429"/>
                </a:lnTo>
                <a:lnTo>
                  <a:pt x="591610" y="1817708"/>
                </a:lnTo>
                <a:lnTo>
                  <a:pt x="552469" y="1841683"/>
                </a:lnTo>
                <a:lnTo>
                  <a:pt x="516577" y="1869994"/>
                </a:lnTo>
                <a:lnTo>
                  <a:pt x="484294" y="1902277"/>
                </a:lnTo>
                <a:lnTo>
                  <a:pt x="455983" y="1938170"/>
                </a:lnTo>
                <a:lnTo>
                  <a:pt x="432007" y="1977310"/>
                </a:lnTo>
                <a:lnTo>
                  <a:pt x="412729" y="2019336"/>
                </a:lnTo>
                <a:lnTo>
                  <a:pt x="398510" y="2063884"/>
                </a:lnTo>
                <a:lnTo>
                  <a:pt x="389712" y="2110593"/>
                </a:lnTo>
                <a:lnTo>
                  <a:pt x="386699" y="2159099"/>
                </a:lnTo>
                <a:lnTo>
                  <a:pt x="386699" y="3158099"/>
                </a:lnTo>
                <a:lnTo>
                  <a:pt x="383687" y="3206606"/>
                </a:lnTo>
                <a:lnTo>
                  <a:pt x="374889" y="3253315"/>
                </a:lnTo>
                <a:lnTo>
                  <a:pt x="360670" y="3297864"/>
                </a:lnTo>
                <a:lnTo>
                  <a:pt x="341392" y="3339889"/>
                </a:lnTo>
                <a:lnTo>
                  <a:pt x="317416" y="3379030"/>
                </a:lnTo>
                <a:lnTo>
                  <a:pt x="289105" y="3414922"/>
                </a:lnTo>
                <a:lnTo>
                  <a:pt x="256822" y="3447205"/>
                </a:lnTo>
                <a:lnTo>
                  <a:pt x="220930" y="3475516"/>
                </a:lnTo>
                <a:lnTo>
                  <a:pt x="181789" y="3499492"/>
                </a:lnTo>
                <a:lnTo>
                  <a:pt x="139764" y="3518770"/>
                </a:lnTo>
                <a:lnTo>
                  <a:pt x="95215" y="3532989"/>
                </a:lnTo>
                <a:lnTo>
                  <a:pt x="48506" y="3541787"/>
                </a:lnTo>
                <a:lnTo>
                  <a:pt x="0" y="3544799"/>
                </a:lnTo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77354" y="4564601"/>
            <a:ext cx="24847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100"/>
              </a:spcBef>
            </a:pPr>
            <a:r>
              <a:rPr sz="2800" b="1" spc="-330" dirty="0">
                <a:solidFill>
                  <a:srgbClr val="FF00FF"/>
                </a:solidFill>
                <a:latin typeface="Tahoma"/>
                <a:cs typeface="Tahoma"/>
              </a:rPr>
              <a:t>~20</a:t>
            </a:r>
            <a:r>
              <a:rPr sz="2800" b="1" spc="-28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800" b="1" spc="-260" dirty="0">
                <a:solidFill>
                  <a:srgbClr val="FF00FF"/>
                </a:solidFill>
                <a:latin typeface="Tahoma"/>
                <a:cs typeface="Tahoma"/>
              </a:rPr>
              <a:t>e</a:t>
            </a:r>
            <a:r>
              <a:rPr sz="2800" b="1" spc="-120" dirty="0">
                <a:solidFill>
                  <a:srgbClr val="FF00FF"/>
                </a:solidFill>
                <a:latin typeface="Tahoma"/>
                <a:cs typeface="Tahoma"/>
              </a:rPr>
              <a:t>xt</a:t>
            </a:r>
            <a:r>
              <a:rPr sz="2800" b="1" spc="-140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2800" b="1" spc="-215" dirty="0">
                <a:solidFill>
                  <a:srgbClr val="FF00FF"/>
                </a:solidFill>
                <a:latin typeface="Tahoma"/>
                <a:cs typeface="Tahoma"/>
              </a:rPr>
              <a:t>a</a:t>
            </a:r>
            <a:r>
              <a:rPr sz="2800" b="1" spc="-28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800" b="1" spc="-220" dirty="0">
                <a:solidFill>
                  <a:srgbClr val="FF00FF"/>
                </a:solidFill>
                <a:latin typeface="Tahoma"/>
                <a:cs typeface="Tahoma"/>
              </a:rPr>
              <a:t>b</a:t>
            </a:r>
            <a:r>
              <a:rPr sz="2800" b="1" spc="-130" dirty="0">
                <a:solidFill>
                  <a:srgbClr val="FF00FF"/>
                </a:solidFill>
                <a:latin typeface="Tahoma"/>
                <a:cs typeface="Tahoma"/>
              </a:rPr>
              <a:t>ytes  </a:t>
            </a:r>
            <a:r>
              <a:rPr sz="2800" b="1" spc="-160" dirty="0">
                <a:solidFill>
                  <a:srgbClr val="FF00FF"/>
                </a:solidFill>
                <a:latin typeface="Tahoma"/>
                <a:cs typeface="Tahoma"/>
              </a:rPr>
              <a:t>pe</a:t>
            </a:r>
            <a:r>
              <a:rPr sz="2800" b="1" spc="-110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2800" b="1" spc="-285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2800" b="1" spc="-175" dirty="0">
                <a:solidFill>
                  <a:srgbClr val="FF00FF"/>
                </a:solidFill>
                <a:latin typeface="Tahoma"/>
                <a:cs typeface="Tahoma"/>
              </a:rPr>
              <a:t>pa</a:t>
            </a:r>
            <a:r>
              <a:rPr sz="2800" b="1" spc="-165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2800" b="1" spc="-175" dirty="0">
                <a:solidFill>
                  <a:srgbClr val="FF00FF"/>
                </a:solidFill>
                <a:latin typeface="Tahoma"/>
                <a:cs typeface="Tahoma"/>
              </a:rPr>
              <a:t>ameter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5263" y="3333279"/>
            <a:ext cx="14230985" cy="5052060"/>
          </a:xfrm>
          <a:custGeom>
            <a:avLst/>
            <a:gdLst/>
            <a:ahLst/>
            <a:cxnLst/>
            <a:rect l="l" t="t" r="r" b="b"/>
            <a:pathLst>
              <a:path w="14230985" h="5052059">
                <a:moveTo>
                  <a:pt x="14230376" y="2319248"/>
                </a:moveTo>
                <a:lnTo>
                  <a:pt x="14230325" y="1155001"/>
                </a:lnTo>
                <a:lnTo>
                  <a:pt x="14195705" y="1155001"/>
                </a:lnTo>
                <a:lnTo>
                  <a:pt x="14195705" y="0"/>
                </a:lnTo>
                <a:lnTo>
                  <a:pt x="0" y="0"/>
                </a:lnTo>
                <a:lnTo>
                  <a:pt x="0" y="1181696"/>
                </a:lnTo>
                <a:lnTo>
                  <a:pt x="34632" y="1181696"/>
                </a:lnTo>
                <a:lnTo>
                  <a:pt x="34632" y="2386203"/>
                </a:lnTo>
                <a:lnTo>
                  <a:pt x="56273" y="2386203"/>
                </a:lnTo>
                <a:lnTo>
                  <a:pt x="56273" y="3467582"/>
                </a:lnTo>
                <a:lnTo>
                  <a:pt x="34632" y="3467582"/>
                </a:lnTo>
                <a:lnTo>
                  <a:pt x="34632" y="5051895"/>
                </a:lnTo>
                <a:lnTo>
                  <a:pt x="14230325" y="5051895"/>
                </a:lnTo>
                <a:lnTo>
                  <a:pt x="14230325" y="3500945"/>
                </a:lnTo>
                <a:lnTo>
                  <a:pt x="14230376" y="23192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5" y="322726"/>
            <a:ext cx="158178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Approximate</a:t>
            </a:r>
            <a:r>
              <a:rPr spc="-670" dirty="0"/>
              <a:t> </a:t>
            </a:r>
            <a:r>
              <a:rPr spc="370" dirty="0"/>
              <a:t>GPU</a:t>
            </a:r>
            <a:r>
              <a:rPr spc="-665" dirty="0"/>
              <a:t> </a:t>
            </a:r>
            <a:r>
              <a:rPr spc="470" dirty="0"/>
              <a:t>RAM</a:t>
            </a:r>
            <a:r>
              <a:rPr spc="-670" dirty="0"/>
              <a:t> </a:t>
            </a:r>
            <a:r>
              <a:rPr dirty="0"/>
              <a:t>needed</a:t>
            </a:r>
            <a:r>
              <a:rPr spc="-665" dirty="0"/>
              <a:t> </a:t>
            </a:r>
            <a:r>
              <a:rPr spc="140" dirty="0"/>
              <a:t>to</a:t>
            </a:r>
            <a:r>
              <a:rPr spc="-670" dirty="0"/>
              <a:t> </a:t>
            </a:r>
            <a:r>
              <a:rPr spc="75" dirty="0"/>
              <a:t>train</a:t>
            </a:r>
            <a:r>
              <a:rPr spc="-665" dirty="0"/>
              <a:t> </a:t>
            </a:r>
            <a:r>
              <a:rPr spc="15" dirty="0"/>
              <a:t>1B-params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6679" y="4460362"/>
            <a:ext cx="1381125" cy="1381125"/>
            <a:chOff x="4266679" y="4460362"/>
            <a:chExt cx="1381125" cy="1381125"/>
          </a:xfrm>
        </p:grpSpPr>
        <p:sp>
          <p:nvSpPr>
            <p:cNvPr id="4" name="object 4"/>
            <p:cNvSpPr/>
            <p:nvPr/>
          </p:nvSpPr>
          <p:spPr>
            <a:xfrm>
              <a:off x="4271441" y="446512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1142995" y="1371599"/>
                  </a:moveTo>
                  <a:lnTo>
                    <a:pt x="228604" y="1371599"/>
                  </a:lnTo>
                  <a:lnTo>
                    <a:pt x="182532" y="1366955"/>
                  </a:lnTo>
                  <a:lnTo>
                    <a:pt x="139621" y="1353635"/>
                  </a:lnTo>
                  <a:lnTo>
                    <a:pt x="100789" y="1332557"/>
                  </a:lnTo>
                  <a:lnTo>
                    <a:pt x="66956" y="1304643"/>
                  </a:lnTo>
                  <a:lnTo>
                    <a:pt x="39041" y="1270810"/>
                  </a:lnTo>
                  <a:lnTo>
                    <a:pt x="17964" y="1231978"/>
                  </a:lnTo>
                  <a:lnTo>
                    <a:pt x="4644" y="1189067"/>
                  </a:lnTo>
                  <a:lnTo>
                    <a:pt x="0" y="1142995"/>
                  </a:lnTo>
                  <a:lnTo>
                    <a:pt x="0" y="228604"/>
                  </a:lnTo>
                  <a:lnTo>
                    <a:pt x="4644" y="182532"/>
                  </a:lnTo>
                  <a:lnTo>
                    <a:pt x="17964" y="139621"/>
                  </a:lnTo>
                  <a:lnTo>
                    <a:pt x="39041" y="100789"/>
                  </a:lnTo>
                  <a:lnTo>
                    <a:pt x="66956" y="66956"/>
                  </a:lnTo>
                  <a:lnTo>
                    <a:pt x="100789" y="39042"/>
                  </a:lnTo>
                  <a:lnTo>
                    <a:pt x="139621" y="17964"/>
                  </a:lnTo>
                  <a:lnTo>
                    <a:pt x="182532" y="4644"/>
                  </a:lnTo>
                  <a:lnTo>
                    <a:pt x="228604" y="0"/>
                  </a:lnTo>
                  <a:lnTo>
                    <a:pt x="1142995" y="0"/>
                  </a:lnTo>
                  <a:lnTo>
                    <a:pt x="1187802" y="4433"/>
                  </a:lnTo>
                  <a:lnTo>
                    <a:pt x="1230478" y="17401"/>
                  </a:lnTo>
                  <a:lnTo>
                    <a:pt x="1269825" y="38408"/>
                  </a:lnTo>
                  <a:lnTo>
                    <a:pt x="1304643" y="66956"/>
                  </a:lnTo>
                  <a:lnTo>
                    <a:pt x="1333191" y="101774"/>
                  </a:lnTo>
                  <a:lnTo>
                    <a:pt x="1354198" y="141121"/>
                  </a:lnTo>
                  <a:lnTo>
                    <a:pt x="1367166" y="183797"/>
                  </a:lnTo>
                  <a:lnTo>
                    <a:pt x="1371599" y="228604"/>
                  </a:lnTo>
                  <a:lnTo>
                    <a:pt x="1371599" y="1142995"/>
                  </a:lnTo>
                  <a:lnTo>
                    <a:pt x="1366955" y="1189067"/>
                  </a:lnTo>
                  <a:lnTo>
                    <a:pt x="1353635" y="1231978"/>
                  </a:lnTo>
                  <a:lnTo>
                    <a:pt x="1332557" y="1270810"/>
                  </a:lnTo>
                  <a:lnTo>
                    <a:pt x="1304643" y="1304643"/>
                  </a:lnTo>
                  <a:lnTo>
                    <a:pt x="1270810" y="1332557"/>
                  </a:lnTo>
                  <a:lnTo>
                    <a:pt x="1231978" y="1353635"/>
                  </a:lnTo>
                  <a:lnTo>
                    <a:pt x="1189067" y="1366955"/>
                  </a:lnTo>
                  <a:lnTo>
                    <a:pt x="1142995" y="13715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71441" y="446512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228604"/>
                  </a:moveTo>
                  <a:lnTo>
                    <a:pt x="4644" y="182532"/>
                  </a:lnTo>
                  <a:lnTo>
                    <a:pt x="17964" y="139621"/>
                  </a:lnTo>
                  <a:lnTo>
                    <a:pt x="39041" y="100789"/>
                  </a:lnTo>
                  <a:lnTo>
                    <a:pt x="66956" y="66956"/>
                  </a:lnTo>
                  <a:lnTo>
                    <a:pt x="100789" y="39042"/>
                  </a:lnTo>
                  <a:lnTo>
                    <a:pt x="139621" y="17964"/>
                  </a:lnTo>
                  <a:lnTo>
                    <a:pt x="182532" y="4644"/>
                  </a:lnTo>
                  <a:lnTo>
                    <a:pt x="228604" y="0"/>
                  </a:lnTo>
                  <a:lnTo>
                    <a:pt x="1142995" y="0"/>
                  </a:lnTo>
                  <a:lnTo>
                    <a:pt x="1187802" y="4433"/>
                  </a:lnTo>
                  <a:lnTo>
                    <a:pt x="1230478" y="17401"/>
                  </a:lnTo>
                  <a:lnTo>
                    <a:pt x="1269825" y="38408"/>
                  </a:lnTo>
                  <a:lnTo>
                    <a:pt x="1304643" y="66956"/>
                  </a:lnTo>
                  <a:lnTo>
                    <a:pt x="1333191" y="101774"/>
                  </a:lnTo>
                  <a:lnTo>
                    <a:pt x="1354198" y="141121"/>
                  </a:lnTo>
                  <a:lnTo>
                    <a:pt x="1367166" y="183797"/>
                  </a:lnTo>
                  <a:lnTo>
                    <a:pt x="1371599" y="228604"/>
                  </a:lnTo>
                  <a:lnTo>
                    <a:pt x="1371599" y="1142995"/>
                  </a:lnTo>
                  <a:lnTo>
                    <a:pt x="1366955" y="1189067"/>
                  </a:lnTo>
                  <a:lnTo>
                    <a:pt x="1353635" y="1231978"/>
                  </a:lnTo>
                  <a:lnTo>
                    <a:pt x="1332557" y="1270810"/>
                  </a:lnTo>
                  <a:lnTo>
                    <a:pt x="1304643" y="1304643"/>
                  </a:lnTo>
                  <a:lnTo>
                    <a:pt x="1270810" y="1332557"/>
                  </a:lnTo>
                  <a:lnTo>
                    <a:pt x="1231978" y="1353635"/>
                  </a:lnTo>
                  <a:lnTo>
                    <a:pt x="1189067" y="1366955"/>
                  </a:lnTo>
                  <a:lnTo>
                    <a:pt x="1142995" y="1371599"/>
                  </a:lnTo>
                  <a:lnTo>
                    <a:pt x="228604" y="1371599"/>
                  </a:lnTo>
                  <a:lnTo>
                    <a:pt x="182532" y="1366955"/>
                  </a:lnTo>
                  <a:lnTo>
                    <a:pt x="139621" y="1353635"/>
                  </a:lnTo>
                  <a:lnTo>
                    <a:pt x="100789" y="1332557"/>
                  </a:lnTo>
                  <a:lnTo>
                    <a:pt x="66956" y="1304643"/>
                  </a:lnTo>
                  <a:lnTo>
                    <a:pt x="39041" y="1270810"/>
                  </a:lnTo>
                  <a:lnTo>
                    <a:pt x="17964" y="1231978"/>
                  </a:lnTo>
                  <a:lnTo>
                    <a:pt x="4644" y="1189067"/>
                  </a:lnTo>
                  <a:lnTo>
                    <a:pt x="0" y="1142995"/>
                  </a:lnTo>
                  <a:lnTo>
                    <a:pt x="0" y="22860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15253" y="1831586"/>
            <a:ext cx="145745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11515" algn="l"/>
              </a:tabLst>
            </a:pPr>
            <a:r>
              <a:rPr sz="3600" spc="114" dirty="0">
                <a:latin typeface="Tahoma"/>
                <a:cs typeface="Tahoma"/>
              </a:rPr>
              <a:t>Memory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needed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90" dirty="0">
                <a:latin typeface="Tahoma"/>
                <a:cs typeface="Tahoma"/>
              </a:rPr>
              <a:t>to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55" dirty="0">
                <a:latin typeface="Tahoma"/>
                <a:cs typeface="Tahoma"/>
              </a:rPr>
              <a:t>store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15" dirty="0">
                <a:latin typeface="Tahoma"/>
                <a:cs typeface="Tahoma"/>
              </a:rPr>
              <a:t>model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114" dirty="0">
                <a:latin typeface="Tahoma"/>
                <a:cs typeface="Tahoma"/>
              </a:rPr>
              <a:t>Memory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needed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90" dirty="0">
                <a:latin typeface="Tahoma"/>
                <a:cs typeface="Tahoma"/>
              </a:rPr>
              <a:t>to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140" dirty="0">
                <a:latin typeface="Tahoma"/>
                <a:cs typeface="Tahoma"/>
              </a:rPr>
              <a:t>t</a:t>
            </a:r>
            <a:r>
              <a:rPr sz="3600" spc="85" dirty="0">
                <a:latin typeface="Tahoma"/>
                <a:cs typeface="Tahoma"/>
              </a:rPr>
              <a:t>r</a:t>
            </a:r>
            <a:r>
              <a:rPr sz="3600" spc="5" dirty="0">
                <a:latin typeface="Tahoma"/>
                <a:cs typeface="Tahoma"/>
              </a:rPr>
              <a:t>ain</a:t>
            </a:r>
            <a:r>
              <a:rPr sz="3600" spc="260" dirty="0">
                <a:latin typeface="Tahoma"/>
                <a:cs typeface="Tahoma"/>
              </a:rPr>
              <a:t> </a:t>
            </a:r>
            <a:r>
              <a:rPr sz="3600" spc="15" dirty="0">
                <a:latin typeface="Tahoma"/>
                <a:cs typeface="Tahoma"/>
              </a:rPr>
              <a:t>model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3895" y="6326251"/>
            <a:ext cx="21272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0"/>
              </a:spcBef>
            </a:pPr>
            <a:r>
              <a:rPr sz="2800" b="1" spc="-110" dirty="0">
                <a:latin typeface="Tahoma"/>
                <a:cs typeface="Tahoma"/>
              </a:rPr>
              <a:t>4GB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32-bit  </a:t>
            </a: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29529" y="2739587"/>
            <a:ext cx="6045200" cy="6045200"/>
            <a:chOff x="10229529" y="2739587"/>
            <a:chExt cx="6045200" cy="6045200"/>
          </a:xfrm>
        </p:grpSpPr>
        <p:sp>
          <p:nvSpPr>
            <p:cNvPr id="9" name="object 9"/>
            <p:cNvSpPr/>
            <p:nvPr/>
          </p:nvSpPr>
          <p:spPr>
            <a:xfrm>
              <a:off x="10234291" y="2744349"/>
              <a:ext cx="6035675" cy="6035675"/>
            </a:xfrm>
            <a:custGeom>
              <a:avLst/>
              <a:gdLst/>
              <a:ahLst/>
              <a:cxnLst/>
              <a:rect l="l" t="t" r="r" b="b"/>
              <a:pathLst>
                <a:path w="6035675" h="6035675">
                  <a:moveTo>
                    <a:pt x="5029230" y="6035099"/>
                  </a:moveTo>
                  <a:lnTo>
                    <a:pt x="1005870" y="6035099"/>
                  </a:lnTo>
                  <a:lnTo>
                    <a:pt x="957134" y="6033940"/>
                  </a:lnTo>
                  <a:lnTo>
                    <a:pt x="908998" y="6030495"/>
                  </a:lnTo>
                  <a:lnTo>
                    <a:pt x="861512" y="6024818"/>
                  </a:lnTo>
                  <a:lnTo>
                    <a:pt x="814731" y="6016962"/>
                  </a:lnTo>
                  <a:lnTo>
                    <a:pt x="768706" y="6006979"/>
                  </a:lnTo>
                  <a:lnTo>
                    <a:pt x="723491" y="5994923"/>
                  </a:lnTo>
                  <a:lnTo>
                    <a:pt x="679138" y="5980845"/>
                  </a:lnTo>
                  <a:lnTo>
                    <a:pt x="635699" y="5964798"/>
                  </a:lnTo>
                  <a:lnTo>
                    <a:pt x="593228" y="5946836"/>
                  </a:lnTo>
                  <a:lnTo>
                    <a:pt x="551778" y="5927010"/>
                  </a:lnTo>
                  <a:lnTo>
                    <a:pt x="511400" y="5905374"/>
                  </a:lnTo>
                  <a:lnTo>
                    <a:pt x="472147" y="5881980"/>
                  </a:lnTo>
                  <a:lnTo>
                    <a:pt x="434073" y="5856881"/>
                  </a:lnTo>
                  <a:lnTo>
                    <a:pt x="397230" y="5830129"/>
                  </a:lnTo>
                  <a:lnTo>
                    <a:pt x="361670" y="5801778"/>
                  </a:lnTo>
                  <a:lnTo>
                    <a:pt x="327447" y="5771880"/>
                  </a:lnTo>
                  <a:lnTo>
                    <a:pt x="294612" y="5740487"/>
                  </a:lnTo>
                  <a:lnTo>
                    <a:pt x="263219" y="5707652"/>
                  </a:lnTo>
                  <a:lnTo>
                    <a:pt x="233321" y="5673429"/>
                  </a:lnTo>
                  <a:lnTo>
                    <a:pt x="204970" y="5637869"/>
                  </a:lnTo>
                  <a:lnTo>
                    <a:pt x="178218" y="5601026"/>
                  </a:lnTo>
                  <a:lnTo>
                    <a:pt x="153119" y="5562952"/>
                  </a:lnTo>
                  <a:lnTo>
                    <a:pt x="129725" y="5523699"/>
                  </a:lnTo>
                  <a:lnTo>
                    <a:pt x="108089" y="5483321"/>
                  </a:lnTo>
                  <a:lnTo>
                    <a:pt x="88263" y="5441871"/>
                  </a:lnTo>
                  <a:lnTo>
                    <a:pt x="70301" y="5399400"/>
                  </a:lnTo>
                  <a:lnTo>
                    <a:pt x="54254" y="5355961"/>
                  </a:lnTo>
                  <a:lnTo>
                    <a:pt x="40176" y="5311608"/>
                  </a:lnTo>
                  <a:lnTo>
                    <a:pt x="28120" y="5266393"/>
                  </a:lnTo>
                  <a:lnTo>
                    <a:pt x="18137" y="5220368"/>
                  </a:lnTo>
                  <a:lnTo>
                    <a:pt x="10281" y="5173587"/>
                  </a:lnTo>
                  <a:lnTo>
                    <a:pt x="4604" y="5126101"/>
                  </a:lnTo>
                  <a:lnTo>
                    <a:pt x="1159" y="5077965"/>
                  </a:lnTo>
                  <a:lnTo>
                    <a:pt x="0" y="5029229"/>
                  </a:lnTo>
                  <a:lnTo>
                    <a:pt x="0" y="1005869"/>
                  </a:lnTo>
                  <a:lnTo>
                    <a:pt x="1159" y="957134"/>
                  </a:lnTo>
                  <a:lnTo>
                    <a:pt x="4604" y="908998"/>
                  </a:lnTo>
                  <a:lnTo>
                    <a:pt x="10281" y="861512"/>
                  </a:lnTo>
                  <a:lnTo>
                    <a:pt x="18137" y="814731"/>
                  </a:lnTo>
                  <a:lnTo>
                    <a:pt x="28120" y="768706"/>
                  </a:lnTo>
                  <a:lnTo>
                    <a:pt x="40176" y="723491"/>
                  </a:lnTo>
                  <a:lnTo>
                    <a:pt x="54254" y="679138"/>
                  </a:lnTo>
                  <a:lnTo>
                    <a:pt x="70301" y="635699"/>
                  </a:lnTo>
                  <a:lnTo>
                    <a:pt x="88263" y="593228"/>
                  </a:lnTo>
                  <a:lnTo>
                    <a:pt x="108089" y="551777"/>
                  </a:lnTo>
                  <a:lnTo>
                    <a:pt x="129725" y="511399"/>
                  </a:lnTo>
                  <a:lnTo>
                    <a:pt x="153119" y="472147"/>
                  </a:lnTo>
                  <a:lnTo>
                    <a:pt x="178218" y="434073"/>
                  </a:lnTo>
                  <a:lnTo>
                    <a:pt x="204970" y="397230"/>
                  </a:lnTo>
                  <a:lnTo>
                    <a:pt x="233321" y="361670"/>
                  </a:lnTo>
                  <a:lnTo>
                    <a:pt x="263219" y="327446"/>
                  </a:lnTo>
                  <a:lnTo>
                    <a:pt x="294612" y="294612"/>
                  </a:lnTo>
                  <a:lnTo>
                    <a:pt x="327447" y="263219"/>
                  </a:lnTo>
                  <a:lnTo>
                    <a:pt x="361670" y="233321"/>
                  </a:lnTo>
                  <a:lnTo>
                    <a:pt x="397230" y="204970"/>
                  </a:lnTo>
                  <a:lnTo>
                    <a:pt x="434073" y="178218"/>
                  </a:lnTo>
                  <a:lnTo>
                    <a:pt x="472147" y="153119"/>
                  </a:lnTo>
                  <a:lnTo>
                    <a:pt x="511400" y="129725"/>
                  </a:lnTo>
                  <a:lnTo>
                    <a:pt x="551778" y="108089"/>
                  </a:lnTo>
                  <a:lnTo>
                    <a:pt x="593228" y="88263"/>
                  </a:lnTo>
                  <a:lnTo>
                    <a:pt x="635699" y="70301"/>
                  </a:lnTo>
                  <a:lnTo>
                    <a:pt x="679138" y="54254"/>
                  </a:lnTo>
                  <a:lnTo>
                    <a:pt x="723491" y="40176"/>
                  </a:lnTo>
                  <a:lnTo>
                    <a:pt x="768706" y="28120"/>
                  </a:lnTo>
                  <a:lnTo>
                    <a:pt x="814731" y="18137"/>
                  </a:lnTo>
                  <a:lnTo>
                    <a:pt x="861512" y="10281"/>
                  </a:lnTo>
                  <a:lnTo>
                    <a:pt x="908998" y="4604"/>
                  </a:lnTo>
                  <a:lnTo>
                    <a:pt x="957134" y="1159"/>
                  </a:lnTo>
                  <a:lnTo>
                    <a:pt x="1005870" y="0"/>
                  </a:lnTo>
                  <a:lnTo>
                    <a:pt x="5029230" y="0"/>
                  </a:lnTo>
                  <a:lnTo>
                    <a:pt x="5079109" y="1236"/>
                  </a:lnTo>
                  <a:lnTo>
                    <a:pt x="5128648" y="4922"/>
                  </a:lnTo>
                  <a:lnTo>
                    <a:pt x="5177767" y="11023"/>
                  </a:lnTo>
                  <a:lnTo>
                    <a:pt x="5226382" y="19506"/>
                  </a:lnTo>
                  <a:lnTo>
                    <a:pt x="5274411" y="30336"/>
                  </a:lnTo>
                  <a:lnTo>
                    <a:pt x="5321772" y="43478"/>
                  </a:lnTo>
                  <a:lnTo>
                    <a:pt x="5368383" y="58900"/>
                  </a:lnTo>
                  <a:lnTo>
                    <a:pt x="5414160" y="76567"/>
                  </a:lnTo>
                  <a:lnTo>
                    <a:pt x="5459021" y="96444"/>
                  </a:lnTo>
                  <a:lnTo>
                    <a:pt x="5502885" y="118498"/>
                  </a:lnTo>
                  <a:lnTo>
                    <a:pt x="5545668" y="142693"/>
                  </a:lnTo>
                  <a:lnTo>
                    <a:pt x="5587287" y="168998"/>
                  </a:lnTo>
                  <a:lnTo>
                    <a:pt x="5627662" y="197376"/>
                  </a:lnTo>
                  <a:lnTo>
                    <a:pt x="5666708" y="227793"/>
                  </a:lnTo>
                  <a:lnTo>
                    <a:pt x="5704345" y="260217"/>
                  </a:lnTo>
                  <a:lnTo>
                    <a:pt x="5740488" y="294612"/>
                  </a:lnTo>
                  <a:lnTo>
                    <a:pt x="5774883" y="330755"/>
                  </a:lnTo>
                  <a:lnTo>
                    <a:pt x="5807306" y="368392"/>
                  </a:lnTo>
                  <a:lnTo>
                    <a:pt x="5837724" y="407438"/>
                  </a:lnTo>
                  <a:lnTo>
                    <a:pt x="5866102" y="447812"/>
                  </a:lnTo>
                  <a:lnTo>
                    <a:pt x="5892406" y="489432"/>
                  </a:lnTo>
                  <a:lnTo>
                    <a:pt x="5916601" y="532215"/>
                  </a:lnTo>
                  <a:lnTo>
                    <a:pt x="5938655" y="576078"/>
                  </a:lnTo>
                  <a:lnTo>
                    <a:pt x="5958532" y="620940"/>
                  </a:lnTo>
                  <a:lnTo>
                    <a:pt x="5976199" y="666717"/>
                  </a:lnTo>
                  <a:lnTo>
                    <a:pt x="5991621" y="713327"/>
                  </a:lnTo>
                  <a:lnTo>
                    <a:pt x="6004764" y="760688"/>
                  </a:lnTo>
                  <a:lnTo>
                    <a:pt x="6015594" y="808718"/>
                  </a:lnTo>
                  <a:lnTo>
                    <a:pt x="6024077" y="857333"/>
                  </a:lnTo>
                  <a:lnTo>
                    <a:pt x="6030178" y="906452"/>
                  </a:lnTo>
                  <a:lnTo>
                    <a:pt x="6033864" y="955991"/>
                  </a:lnTo>
                  <a:lnTo>
                    <a:pt x="6035100" y="1005869"/>
                  </a:lnTo>
                  <a:lnTo>
                    <a:pt x="6035100" y="5029229"/>
                  </a:lnTo>
                  <a:lnTo>
                    <a:pt x="6033941" y="5077965"/>
                  </a:lnTo>
                  <a:lnTo>
                    <a:pt x="6030496" y="5126101"/>
                  </a:lnTo>
                  <a:lnTo>
                    <a:pt x="6024819" y="5173587"/>
                  </a:lnTo>
                  <a:lnTo>
                    <a:pt x="6016963" y="5220368"/>
                  </a:lnTo>
                  <a:lnTo>
                    <a:pt x="6006980" y="5266393"/>
                  </a:lnTo>
                  <a:lnTo>
                    <a:pt x="5994924" y="5311608"/>
                  </a:lnTo>
                  <a:lnTo>
                    <a:pt x="5980846" y="5355961"/>
                  </a:lnTo>
                  <a:lnTo>
                    <a:pt x="5964799" y="5399400"/>
                  </a:lnTo>
                  <a:lnTo>
                    <a:pt x="5946837" y="5441871"/>
                  </a:lnTo>
                  <a:lnTo>
                    <a:pt x="5927011" y="5483321"/>
                  </a:lnTo>
                  <a:lnTo>
                    <a:pt x="5905375" y="5523699"/>
                  </a:lnTo>
                  <a:lnTo>
                    <a:pt x="5881981" y="5562952"/>
                  </a:lnTo>
                  <a:lnTo>
                    <a:pt x="5856882" y="5601026"/>
                  </a:lnTo>
                  <a:lnTo>
                    <a:pt x="5830130" y="5637869"/>
                  </a:lnTo>
                  <a:lnTo>
                    <a:pt x="5801779" y="5673429"/>
                  </a:lnTo>
                  <a:lnTo>
                    <a:pt x="5771880" y="5707652"/>
                  </a:lnTo>
                  <a:lnTo>
                    <a:pt x="5740488" y="5740487"/>
                  </a:lnTo>
                  <a:lnTo>
                    <a:pt x="5707653" y="5771880"/>
                  </a:lnTo>
                  <a:lnTo>
                    <a:pt x="5673430" y="5801778"/>
                  </a:lnTo>
                  <a:lnTo>
                    <a:pt x="5637870" y="5830129"/>
                  </a:lnTo>
                  <a:lnTo>
                    <a:pt x="5601027" y="5856881"/>
                  </a:lnTo>
                  <a:lnTo>
                    <a:pt x="5562953" y="5881980"/>
                  </a:lnTo>
                  <a:lnTo>
                    <a:pt x="5523700" y="5905374"/>
                  </a:lnTo>
                  <a:lnTo>
                    <a:pt x="5483322" y="5927010"/>
                  </a:lnTo>
                  <a:lnTo>
                    <a:pt x="5441871" y="5946836"/>
                  </a:lnTo>
                  <a:lnTo>
                    <a:pt x="5399400" y="5964798"/>
                  </a:lnTo>
                  <a:lnTo>
                    <a:pt x="5355962" y="5980845"/>
                  </a:lnTo>
                  <a:lnTo>
                    <a:pt x="5311609" y="5994923"/>
                  </a:lnTo>
                  <a:lnTo>
                    <a:pt x="5266394" y="6006979"/>
                  </a:lnTo>
                  <a:lnTo>
                    <a:pt x="5220369" y="6016962"/>
                  </a:lnTo>
                  <a:lnTo>
                    <a:pt x="5173588" y="6024818"/>
                  </a:lnTo>
                  <a:lnTo>
                    <a:pt x="5126102" y="6030495"/>
                  </a:lnTo>
                  <a:lnTo>
                    <a:pt x="5077966" y="6033940"/>
                  </a:lnTo>
                  <a:lnTo>
                    <a:pt x="5029230" y="60350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234291" y="2744349"/>
              <a:ext cx="6035675" cy="6035675"/>
            </a:xfrm>
            <a:custGeom>
              <a:avLst/>
              <a:gdLst/>
              <a:ahLst/>
              <a:cxnLst/>
              <a:rect l="l" t="t" r="r" b="b"/>
              <a:pathLst>
                <a:path w="6035675" h="6035675">
                  <a:moveTo>
                    <a:pt x="0" y="1005869"/>
                  </a:moveTo>
                  <a:lnTo>
                    <a:pt x="1159" y="957134"/>
                  </a:lnTo>
                  <a:lnTo>
                    <a:pt x="4604" y="908998"/>
                  </a:lnTo>
                  <a:lnTo>
                    <a:pt x="10281" y="861512"/>
                  </a:lnTo>
                  <a:lnTo>
                    <a:pt x="18137" y="814731"/>
                  </a:lnTo>
                  <a:lnTo>
                    <a:pt x="28120" y="768706"/>
                  </a:lnTo>
                  <a:lnTo>
                    <a:pt x="40176" y="723491"/>
                  </a:lnTo>
                  <a:lnTo>
                    <a:pt x="54254" y="679138"/>
                  </a:lnTo>
                  <a:lnTo>
                    <a:pt x="70301" y="635699"/>
                  </a:lnTo>
                  <a:lnTo>
                    <a:pt x="88263" y="593228"/>
                  </a:lnTo>
                  <a:lnTo>
                    <a:pt x="108089" y="551777"/>
                  </a:lnTo>
                  <a:lnTo>
                    <a:pt x="129725" y="511399"/>
                  </a:lnTo>
                  <a:lnTo>
                    <a:pt x="153119" y="472147"/>
                  </a:lnTo>
                  <a:lnTo>
                    <a:pt x="178218" y="434073"/>
                  </a:lnTo>
                  <a:lnTo>
                    <a:pt x="204970" y="397230"/>
                  </a:lnTo>
                  <a:lnTo>
                    <a:pt x="233321" y="361670"/>
                  </a:lnTo>
                  <a:lnTo>
                    <a:pt x="263219" y="327446"/>
                  </a:lnTo>
                  <a:lnTo>
                    <a:pt x="294612" y="294612"/>
                  </a:lnTo>
                  <a:lnTo>
                    <a:pt x="327447" y="263219"/>
                  </a:lnTo>
                  <a:lnTo>
                    <a:pt x="361670" y="233321"/>
                  </a:lnTo>
                  <a:lnTo>
                    <a:pt x="397230" y="204970"/>
                  </a:lnTo>
                  <a:lnTo>
                    <a:pt x="434073" y="178218"/>
                  </a:lnTo>
                  <a:lnTo>
                    <a:pt x="472147" y="153119"/>
                  </a:lnTo>
                  <a:lnTo>
                    <a:pt x="511400" y="129725"/>
                  </a:lnTo>
                  <a:lnTo>
                    <a:pt x="551778" y="108089"/>
                  </a:lnTo>
                  <a:lnTo>
                    <a:pt x="593228" y="88263"/>
                  </a:lnTo>
                  <a:lnTo>
                    <a:pt x="635699" y="70301"/>
                  </a:lnTo>
                  <a:lnTo>
                    <a:pt x="679138" y="54254"/>
                  </a:lnTo>
                  <a:lnTo>
                    <a:pt x="723491" y="40176"/>
                  </a:lnTo>
                  <a:lnTo>
                    <a:pt x="768706" y="28120"/>
                  </a:lnTo>
                  <a:lnTo>
                    <a:pt x="814731" y="18137"/>
                  </a:lnTo>
                  <a:lnTo>
                    <a:pt x="861512" y="10281"/>
                  </a:lnTo>
                  <a:lnTo>
                    <a:pt x="908998" y="4604"/>
                  </a:lnTo>
                  <a:lnTo>
                    <a:pt x="957134" y="1159"/>
                  </a:lnTo>
                  <a:lnTo>
                    <a:pt x="1005870" y="0"/>
                  </a:lnTo>
                  <a:lnTo>
                    <a:pt x="5029230" y="0"/>
                  </a:lnTo>
                  <a:lnTo>
                    <a:pt x="5079109" y="1236"/>
                  </a:lnTo>
                  <a:lnTo>
                    <a:pt x="5128648" y="4922"/>
                  </a:lnTo>
                  <a:lnTo>
                    <a:pt x="5177767" y="11023"/>
                  </a:lnTo>
                  <a:lnTo>
                    <a:pt x="5226382" y="19506"/>
                  </a:lnTo>
                  <a:lnTo>
                    <a:pt x="5274411" y="30336"/>
                  </a:lnTo>
                  <a:lnTo>
                    <a:pt x="5321772" y="43478"/>
                  </a:lnTo>
                  <a:lnTo>
                    <a:pt x="5368383" y="58900"/>
                  </a:lnTo>
                  <a:lnTo>
                    <a:pt x="5414160" y="76567"/>
                  </a:lnTo>
                  <a:lnTo>
                    <a:pt x="5459021" y="96444"/>
                  </a:lnTo>
                  <a:lnTo>
                    <a:pt x="5502885" y="118498"/>
                  </a:lnTo>
                  <a:lnTo>
                    <a:pt x="5545668" y="142693"/>
                  </a:lnTo>
                  <a:lnTo>
                    <a:pt x="5587287" y="168998"/>
                  </a:lnTo>
                  <a:lnTo>
                    <a:pt x="5627662" y="197376"/>
                  </a:lnTo>
                  <a:lnTo>
                    <a:pt x="5666708" y="227793"/>
                  </a:lnTo>
                  <a:lnTo>
                    <a:pt x="5704345" y="260217"/>
                  </a:lnTo>
                  <a:lnTo>
                    <a:pt x="5740488" y="294612"/>
                  </a:lnTo>
                  <a:lnTo>
                    <a:pt x="5774883" y="330755"/>
                  </a:lnTo>
                  <a:lnTo>
                    <a:pt x="5807306" y="368392"/>
                  </a:lnTo>
                  <a:lnTo>
                    <a:pt x="5837724" y="407438"/>
                  </a:lnTo>
                  <a:lnTo>
                    <a:pt x="5866102" y="447812"/>
                  </a:lnTo>
                  <a:lnTo>
                    <a:pt x="5892406" y="489432"/>
                  </a:lnTo>
                  <a:lnTo>
                    <a:pt x="5916601" y="532215"/>
                  </a:lnTo>
                  <a:lnTo>
                    <a:pt x="5938655" y="576078"/>
                  </a:lnTo>
                  <a:lnTo>
                    <a:pt x="5958532" y="620940"/>
                  </a:lnTo>
                  <a:lnTo>
                    <a:pt x="5976199" y="666717"/>
                  </a:lnTo>
                  <a:lnTo>
                    <a:pt x="5991621" y="713327"/>
                  </a:lnTo>
                  <a:lnTo>
                    <a:pt x="6004764" y="760688"/>
                  </a:lnTo>
                  <a:lnTo>
                    <a:pt x="6015594" y="808718"/>
                  </a:lnTo>
                  <a:lnTo>
                    <a:pt x="6024077" y="857333"/>
                  </a:lnTo>
                  <a:lnTo>
                    <a:pt x="6030178" y="906452"/>
                  </a:lnTo>
                  <a:lnTo>
                    <a:pt x="6033864" y="955991"/>
                  </a:lnTo>
                  <a:lnTo>
                    <a:pt x="6035100" y="1005869"/>
                  </a:lnTo>
                  <a:lnTo>
                    <a:pt x="6035100" y="5029229"/>
                  </a:lnTo>
                  <a:lnTo>
                    <a:pt x="6033941" y="5077965"/>
                  </a:lnTo>
                  <a:lnTo>
                    <a:pt x="6030496" y="5126101"/>
                  </a:lnTo>
                  <a:lnTo>
                    <a:pt x="6024819" y="5173587"/>
                  </a:lnTo>
                  <a:lnTo>
                    <a:pt x="6016963" y="5220368"/>
                  </a:lnTo>
                  <a:lnTo>
                    <a:pt x="6006980" y="5266393"/>
                  </a:lnTo>
                  <a:lnTo>
                    <a:pt x="5994924" y="5311608"/>
                  </a:lnTo>
                  <a:lnTo>
                    <a:pt x="5980846" y="5355961"/>
                  </a:lnTo>
                  <a:lnTo>
                    <a:pt x="5964799" y="5399400"/>
                  </a:lnTo>
                  <a:lnTo>
                    <a:pt x="5946837" y="5441871"/>
                  </a:lnTo>
                  <a:lnTo>
                    <a:pt x="5927011" y="5483321"/>
                  </a:lnTo>
                  <a:lnTo>
                    <a:pt x="5905375" y="5523699"/>
                  </a:lnTo>
                  <a:lnTo>
                    <a:pt x="5881981" y="5562952"/>
                  </a:lnTo>
                  <a:lnTo>
                    <a:pt x="5856882" y="5601026"/>
                  </a:lnTo>
                  <a:lnTo>
                    <a:pt x="5830130" y="5637869"/>
                  </a:lnTo>
                  <a:lnTo>
                    <a:pt x="5801779" y="5673429"/>
                  </a:lnTo>
                  <a:lnTo>
                    <a:pt x="5771880" y="5707652"/>
                  </a:lnTo>
                  <a:lnTo>
                    <a:pt x="5740488" y="5740487"/>
                  </a:lnTo>
                  <a:lnTo>
                    <a:pt x="5707653" y="5771880"/>
                  </a:lnTo>
                  <a:lnTo>
                    <a:pt x="5673430" y="5801778"/>
                  </a:lnTo>
                  <a:lnTo>
                    <a:pt x="5637870" y="5830129"/>
                  </a:lnTo>
                  <a:lnTo>
                    <a:pt x="5601027" y="5856881"/>
                  </a:lnTo>
                  <a:lnTo>
                    <a:pt x="5562953" y="5881980"/>
                  </a:lnTo>
                  <a:lnTo>
                    <a:pt x="5523700" y="5905374"/>
                  </a:lnTo>
                  <a:lnTo>
                    <a:pt x="5483322" y="5927010"/>
                  </a:lnTo>
                  <a:lnTo>
                    <a:pt x="5441871" y="5946836"/>
                  </a:lnTo>
                  <a:lnTo>
                    <a:pt x="5399400" y="5964798"/>
                  </a:lnTo>
                  <a:lnTo>
                    <a:pt x="5355962" y="5980845"/>
                  </a:lnTo>
                  <a:lnTo>
                    <a:pt x="5311609" y="5994923"/>
                  </a:lnTo>
                  <a:lnTo>
                    <a:pt x="5266394" y="6006979"/>
                  </a:lnTo>
                  <a:lnTo>
                    <a:pt x="5220369" y="6016962"/>
                  </a:lnTo>
                  <a:lnTo>
                    <a:pt x="5173588" y="6024818"/>
                  </a:lnTo>
                  <a:lnTo>
                    <a:pt x="5126102" y="6030495"/>
                  </a:lnTo>
                  <a:lnTo>
                    <a:pt x="5077966" y="6033940"/>
                  </a:lnTo>
                  <a:lnTo>
                    <a:pt x="5029230" y="6035099"/>
                  </a:lnTo>
                  <a:lnTo>
                    <a:pt x="1005870" y="6035099"/>
                  </a:lnTo>
                  <a:lnTo>
                    <a:pt x="957134" y="6033940"/>
                  </a:lnTo>
                  <a:lnTo>
                    <a:pt x="908998" y="6030495"/>
                  </a:lnTo>
                  <a:lnTo>
                    <a:pt x="861512" y="6024818"/>
                  </a:lnTo>
                  <a:lnTo>
                    <a:pt x="814731" y="6016962"/>
                  </a:lnTo>
                  <a:lnTo>
                    <a:pt x="768706" y="6006979"/>
                  </a:lnTo>
                  <a:lnTo>
                    <a:pt x="723491" y="5994923"/>
                  </a:lnTo>
                  <a:lnTo>
                    <a:pt x="679138" y="5980845"/>
                  </a:lnTo>
                  <a:lnTo>
                    <a:pt x="635699" y="5964798"/>
                  </a:lnTo>
                  <a:lnTo>
                    <a:pt x="593228" y="5946836"/>
                  </a:lnTo>
                  <a:lnTo>
                    <a:pt x="551778" y="5927010"/>
                  </a:lnTo>
                  <a:lnTo>
                    <a:pt x="511400" y="5905374"/>
                  </a:lnTo>
                  <a:lnTo>
                    <a:pt x="472147" y="5881980"/>
                  </a:lnTo>
                  <a:lnTo>
                    <a:pt x="434073" y="5856881"/>
                  </a:lnTo>
                  <a:lnTo>
                    <a:pt x="397230" y="5830129"/>
                  </a:lnTo>
                  <a:lnTo>
                    <a:pt x="361670" y="5801778"/>
                  </a:lnTo>
                  <a:lnTo>
                    <a:pt x="327447" y="5771880"/>
                  </a:lnTo>
                  <a:lnTo>
                    <a:pt x="294612" y="5740487"/>
                  </a:lnTo>
                  <a:lnTo>
                    <a:pt x="263219" y="5707652"/>
                  </a:lnTo>
                  <a:lnTo>
                    <a:pt x="233321" y="5673429"/>
                  </a:lnTo>
                  <a:lnTo>
                    <a:pt x="204970" y="5637869"/>
                  </a:lnTo>
                  <a:lnTo>
                    <a:pt x="178218" y="5601026"/>
                  </a:lnTo>
                  <a:lnTo>
                    <a:pt x="153119" y="5562952"/>
                  </a:lnTo>
                  <a:lnTo>
                    <a:pt x="129725" y="5523699"/>
                  </a:lnTo>
                  <a:lnTo>
                    <a:pt x="108089" y="5483321"/>
                  </a:lnTo>
                  <a:lnTo>
                    <a:pt x="88263" y="5441871"/>
                  </a:lnTo>
                  <a:lnTo>
                    <a:pt x="70301" y="5399400"/>
                  </a:lnTo>
                  <a:lnTo>
                    <a:pt x="54254" y="5355961"/>
                  </a:lnTo>
                  <a:lnTo>
                    <a:pt x="40176" y="5311608"/>
                  </a:lnTo>
                  <a:lnTo>
                    <a:pt x="28120" y="5266393"/>
                  </a:lnTo>
                  <a:lnTo>
                    <a:pt x="18137" y="5220368"/>
                  </a:lnTo>
                  <a:lnTo>
                    <a:pt x="10281" y="5173587"/>
                  </a:lnTo>
                  <a:lnTo>
                    <a:pt x="4604" y="5126101"/>
                  </a:lnTo>
                  <a:lnTo>
                    <a:pt x="1159" y="5077965"/>
                  </a:lnTo>
                  <a:lnTo>
                    <a:pt x="0" y="5029229"/>
                  </a:lnTo>
                  <a:lnTo>
                    <a:pt x="0" y="100586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085377" y="5306351"/>
            <a:ext cx="233299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42875" marR="5080" indent="-130810">
              <a:lnSpc>
                <a:spcPct val="100400"/>
              </a:lnSpc>
              <a:spcBef>
                <a:spcPts val="85"/>
              </a:spcBef>
            </a:pPr>
            <a:r>
              <a:rPr sz="2800" b="1" spc="-120" dirty="0">
                <a:latin typeface="Tahoma"/>
                <a:cs typeface="Tahoma"/>
              </a:rPr>
              <a:t>80GB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32-bit  </a:t>
            </a: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15" y="322706"/>
            <a:ext cx="73875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Quantization:</a:t>
            </a:r>
            <a:r>
              <a:rPr spc="-670" dirty="0"/>
              <a:t> </a:t>
            </a:r>
            <a:r>
              <a:rPr spc="-25" dirty="0"/>
              <a:t>Summary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4212" y="1778274"/>
          <a:ext cx="12569188" cy="4467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370"/>
                <a:gridCol w="2054225"/>
                <a:gridCol w="2197100"/>
                <a:gridCol w="2358389"/>
                <a:gridCol w="3507104"/>
              </a:tblGrid>
              <a:tr h="10362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25" dirty="0">
                          <a:latin typeface="Tahoma"/>
                          <a:cs typeface="Tahoma"/>
                        </a:rPr>
                        <a:t>Bits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65" dirty="0">
                          <a:latin typeface="Tahoma"/>
                          <a:cs typeface="Tahoma"/>
                        </a:rPr>
                        <a:t>Exponent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45" dirty="0">
                          <a:latin typeface="Tahoma"/>
                          <a:cs typeface="Tahoma"/>
                        </a:rPr>
                        <a:t>Fraction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803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dirty="0">
                          <a:latin typeface="Tahoma"/>
                          <a:cs typeface="Tahoma"/>
                        </a:rPr>
                        <a:t>Memory</a:t>
                      </a:r>
                      <a:r>
                        <a:rPr sz="2800" b="1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b="1" spc="-5" dirty="0">
                          <a:latin typeface="Tahoma"/>
                          <a:cs typeface="Tahoma"/>
                        </a:rPr>
                        <a:t>needed  </a:t>
                      </a:r>
                      <a:r>
                        <a:rPr sz="2800" b="1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2800" b="1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b="1" dirty="0">
                          <a:latin typeface="Tahoma"/>
                          <a:cs typeface="Tahoma"/>
                        </a:rPr>
                        <a:t>store</a:t>
                      </a:r>
                      <a:r>
                        <a:rPr sz="2800" b="1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b="1" spc="-5" dirty="0">
                          <a:latin typeface="Tahoma"/>
                          <a:cs typeface="Tahoma"/>
                        </a:rPr>
                        <a:t>on</a:t>
                      </a:r>
                      <a:r>
                        <a:rPr sz="2800" b="1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800" b="1" spc="-2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b="1" spc="-5" dirty="0">
                          <a:latin typeface="Tahoma"/>
                          <a:cs typeface="Tahoma"/>
                        </a:rPr>
                        <a:t>value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73584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25" dirty="0">
                          <a:latin typeface="Tahoma"/>
                          <a:cs typeface="Tahoma"/>
                        </a:rPr>
                        <a:t>FP32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spc="95" dirty="0">
                          <a:latin typeface="Tahoma"/>
                          <a:cs typeface="Tahoma"/>
                        </a:rPr>
                        <a:t>32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spc="95" dirty="0">
                          <a:latin typeface="Tahoma"/>
                          <a:cs typeface="Tahoma"/>
                        </a:rPr>
                        <a:t>23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4</a:t>
                      </a:r>
                      <a:r>
                        <a:rPr sz="2800" spc="-3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4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ytes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610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25" dirty="0">
                          <a:latin typeface="Tahoma"/>
                          <a:cs typeface="Tahoma"/>
                        </a:rPr>
                        <a:t>FP16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spc="95" dirty="0">
                          <a:latin typeface="Tahoma"/>
                          <a:cs typeface="Tahoma"/>
                        </a:rPr>
                        <a:t>16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spc="95" dirty="0">
                          <a:latin typeface="Tahoma"/>
                          <a:cs typeface="Tahoma"/>
                        </a:rPr>
                        <a:t>10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800" spc="-3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4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ytes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80982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20" dirty="0">
                          <a:latin typeface="Tahoma"/>
                          <a:cs typeface="Tahoma"/>
                        </a:rPr>
                        <a:t>BFLOAT16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spc="95" dirty="0">
                          <a:latin typeface="Tahoma"/>
                          <a:cs typeface="Tahoma"/>
                        </a:rPr>
                        <a:t>16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800" spc="-3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4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ytes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9FC5E7"/>
                    </a:solidFill>
                  </a:tcPr>
                </a:tc>
              </a:tr>
              <a:tr h="80982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spc="-185" dirty="0">
                          <a:latin typeface="Tahoma"/>
                          <a:cs typeface="Tahoma"/>
                        </a:rPr>
                        <a:t>INT8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8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spc="-70" dirty="0">
                          <a:latin typeface="Tahoma"/>
                          <a:cs typeface="Tahoma"/>
                        </a:rPr>
                        <a:t>–/–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800" spc="-3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4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yte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3789037" y="3752986"/>
            <a:ext cx="1967864" cy="1963420"/>
            <a:chOff x="13789037" y="3752986"/>
            <a:chExt cx="1967864" cy="1963420"/>
          </a:xfrm>
        </p:grpSpPr>
        <p:sp>
          <p:nvSpPr>
            <p:cNvPr id="5" name="object 5"/>
            <p:cNvSpPr/>
            <p:nvPr/>
          </p:nvSpPr>
          <p:spPr>
            <a:xfrm>
              <a:off x="13793799" y="3757749"/>
              <a:ext cx="1958339" cy="1953895"/>
            </a:xfrm>
            <a:custGeom>
              <a:avLst/>
              <a:gdLst/>
              <a:ahLst/>
              <a:cxnLst/>
              <a:rect l="l" t="t" r="r" b="b"/>
              <a:pathLst>
                <a:path w="1958340" h="1953895">
                  <a:moveTo>
                    <a:pt x="979049" y="1953899"/>
                  </a:moveTo>
                  <a:lnTo>
                    <a:pt x="930185" y="1952704"/>
                  </a:lnTo>
                  <a:lnTo>
                    <a:pt x="881941" y="1949154"/>
                  </a:lnTo>
                  <a:lnTo>
                    <a:pt x="834373" y="1943307"/>
                  </a:lnTo>
                  <a:lnTo>
                    <a:pt x="787537" y="1935217"/>
                  </a:lnTo>
                  <a:lnTo>
                    <a:pt x="741490" y="1924942"/>
                  </a:lnTo>
                  <a:lnTo>
                    <a:pt x="696287" y="1912536"/>
                  </a:lnTo>
                  <a:lnTo>
                    <a:pt x="651985" y="1898057"/>
                  </a:lnTo>
                  <a:lnTo>
                    <a:pt x="608640" y="1881559"/>
                  </a:lnTo>
                  <a:lnTo>
                    <a:pt x="566307" y="1863099"/>
                  </a:lnTo>
                  <a:lnTo>
                    <a:pt x="525043" y="1842733"/>
                  </a:lnTo>
                  <a:lnTo>
                    <a:pt x="484904" y="1820517"/>
                  </a:lnTo>
                  <a:lnTo>
                    <a:pt x="445947" y="1796507"/>
                  </a:lnTo>
                  <a:lnTo>
                    <a:pt x="408226" y="1770758"/>
                  </a:lnTo>
                  <a:lnTo>
                    <a:pt x="371799" y="1743327"/>
                  </a:lnTo>
                  <a:lnTo>
                    <a:pt x="336721" y="1714270"/>
                  </a:lnTo>
                  <a:lnTo>
                    <a:pt x="303048" y="1683643"/>
                  </a:lnTo>
                  <a:lnTo>
                    <a:pt x="270837" y="1651501"/>
                  </a:lnTo>
                  <a:lnTo>
                    <a:pt x="240144" y="1617901"/>
                  </a:lnTo>
                  <a:lnTo>
                    <a:pt x="211024" y="1582898"/>
                  </a:lnTo>
                  <a:lnTo>
                    <a:pt x="183535" y="1546549"/>
                  </a:lnTo>
                  <a:lnTo>
                    <a:pt x="157731" y="1508909"/>
                  </a:lnTo>
                  <a:lnTo>
                    <a:pt x="133669" y="1470035"/>
                  </a:lnTo>
                  <a:lnTo>
                    <a:pt x="111405" y="1429982"/>
                  </a:lnTo>
                  <a:lnTo>
                    <a:pt x="90995" y="1388807"/>
                  </a:lnTo>
                  <a:lnTo>
                    <a:pt x="72495" y="1346565"/>
                  </a:lnTo>
                  <a:lnTo>
                    <a:pt x="55962" y="1303313"/>
                  </a:lnTo>
                  <a:lnTo>
                    <a:pt x="41452" y="1259106"/>
                  </a:lnTo>
                  <a:lnTo>
                    <a:pt x="29019" y="1214000"/>
                  </a:lnTo>
                  <a:lnTo>
                    <a:pt x="18722" y="1168051"/>
                  </a:lnTo>
                  <a:lnTo>
                    <a:pt x="10615" y="1121316"/>
                  </a:lnTo>
                  <a:lnTo>
                    <a:pt x="4755" y="1073850"/>
                  </a:lnTo>
                  <a:lnTo>
                    <a:pt x="1198" y="1025709"/>
                  </a:lnTo>
                  <a:lnTo>
                    <a:pt x="0" y="976949"/>
                  </a:lnTo>
                  <a:lnTo>
                    <a:pt x="1198" y="928190"/>
                  </a:lnTo>
                  <a:lnTo>
                    <a:pt x="4755" y="880049"/>
                  </a:lnTo>
                  <a:lnTo>
                    <a:pt x="10615" y="832583"/>
                  </a:lnTo>
                  <a:lnTo>
                    <a:pt x="18722" y="785848"/>
                  </a:lnTo>
                  <a:lnTo>
                    <a:pt x="29019" y="739899"/>
                  </a:lnTo>
                  <a:lnTo>
                    <a:pt x="41452" y="694794"/>
                  </a:lnTo>
                  <a:lnTo>
                    <a:pt x="55962" y="650586"/>
                  </a:lnTo>
                  <a:lnTo>
                    <a:pt x="72495" y="607334"/>
                  </a:lnTo>
                  <a:lnTo>
                    <a:pt x="90995" y="565092"/>
                  </a:lnTo>
                  <a:lnTo>
                    <a:pt x="111405" y="523917"/>
                  </a:lnTo>
                  <a:lnTo>
                    <a:pt x="133669" y="483864"/>
                  </a:lnTo>
                  <a:lnTo>
                    <a:pt x="157731" y="444990"/>
                  </a:lnTo>
                  <a:lnTo>
                    <a:pt x="183535" y="407351"/>
                  </a:lnTo>
                  <a:lnTo>
                    <a:pt x="211024" y="371001"/>
                  </a:lnTo>
                  <a:lnTo>
                    <a:pt x="240144" y="335999"/>
                  </a:lnTo>
                  <a:lnTo>
                    <a:pt x="270837" y="302398"/>
                  </a:lnTo>
                  <a:lnTo>
                    <a:pt x="303048" y="270257"/>
                  </a:lnTo>
                  <a:lnTo>
                    <a:pt x="336721" y="239629"/>
                  </a:lnTo>
                  <a:lnTo>
                    <a:pt x="371799" y="210572"/>
                  </a:lnTo>
                  <a:lnTo>
                    <a:pt x="408226" y="183141"/>
                  </a:lnTo>
                  <a:lnTo>
                    <a:pt x="445947" y="157392"/>
                  </a:lnTo>
                  <a:lnTo>
                    <a:pt x="484904" y="133382"/>
                  </a:lnTo>
                  <a:lnTo>
                    <a:pt x="525043" y="111166"/>
                  </a:lnTo>
                  <a:lnTo>
                    <a:pt x="566307" y="90800"/>
                  </a:lnTo>
                  <a:lnTo>
                    <a:pt x="608640" y="72340"/>
                  </a:lnTo>
                  <a:lnTo>
                    <a:pt x="651985" y="55842"/>
                  </a:lnTo>
                  <a:lnTo>
                    <a:pt x="696287" y="41363"/>
                  </a:lnTo>
                  <a:lnTo>
                    <a:pt x="741490" y="28957"/>
                  </a:lnTo>
                  <a:lnTo>
                    <a:pt x="787537" y="18682"/>
                  </a:lnTo>
                  <a:lnTo>
                    <a:pt x="834373" y="10592"/>
                  </a:lnTo>
                  <a:lnTo>
                    <a:pt x="881941" y="4745"/>
                  </a:lnTo>
                  <a:lnTo>
                    <a:pt x="930185" y="1195"/>
                  </a:lnTo>
                  <a:lnTo>
                    <a:pt x="979049" y="0"/>
                  </a:lnTo>
                  <a:lnTo>
                    <a:pt x="1027598" y="1200"/>
                  </a:lnTo>
                  <a:lnTo>
                    <a:pt x="1075817" y="4780"/>
                  </a:lnTo>
                  <a:lnTo>
                    <a:pt x="1123626" y="10706"/>
                  </a:lnTo>
                  <a:lnTo>
                    <a:pt x="1170945" y="18945"/>
                  </a:lnTo>
                  <a:lnTo>
                    <a:pt x="1217694" y="29463"/>
                  </a:lnTo>
                  <a:lnTo>
                    <a:pt x="1263792" y="42228"/>
                  </a:lnTo>
                  <a:lnTo>
                    <a:pt x="1309160" y="57207"/>
                  </a:lnTo>
                  <a:lnTo>
                    <a:pt x="1353716" y="74365"/>
                  </a:lnTo>
                  <a:lnTo>
                    <a:pt x="1397381" y="93671"/>
                  </a:lnTo>
                  <a:lnTo>
                    <a:pt x="1440075" y="115091"/>
                  </a:lnTo>
                  <a:lnTo>
                    <a:pt x="1481717" y="138591"/>
                  </a:lnTo>
                  <a:lnTo>
                    <a:pt x="1522227" y="164139"/>
                  </a:lnTo>
                  <a:lnTo>
                    <a:pt x="1561525" y="191701"/>
                  </a:lnTo>
                  <a:lnTo>
                    <a:pt x="1599530" y="221244"/>
                  </a:lnTo>
                  <a:lnTo>
                    <a:pt x="1636163" y="252736"/>
                  </a:lnTo>
                  <a:lnTo>
                    <a:pt x="1671342" y="286142"/>
                  </a:lnTo>
                  <a:lnTo>
                    <a:pt x="1704820" y="321246"/>
                  </a:lnTo>
                  <a:lnTo>
                    <a:pt x="1736379" y="357800"/>
                  </a:lnTo>
                  <a:lnTo>
                    <a:pt x="1765986" y="395724"/>
                  </a:lnTo>
                  <a:lnTo>
                    <a:pt x="1793607" y="434937"/>
                  </a:lnTo>
                  <a:lnTo>
                    <a:pt x="1819210" y="475360"/>
                  </a:lnTo>
                  <a:lnTo>
                    <a:pt x="1842761" y="516913"/>
                  </a:lnTo>
                  <a:lnTo>
                    <a:pt x="1864226" y="559515"/>
                  </a:lnTo>
                  <a:lnTo>
                    <a:pt x="1883574" y="603087"/>
                  </a:lnTo>
                  <a:lnTo>
                    <a:pt x="1900769" y="647548"/>
                  </a:lnTo>
                  <a:lnTo>
                    <a:pt x="1915780" y="692818"/>
                  </a:lnTo>
                  <a:lnTo>
                    <a:pt x="1928572" y="738818"/>
                  </a:lnTo>
                  <a:lnTo>
                    <a:pt x="1939113" y="785466"/>
                  </a:lnTo>
                  <a:lnTo>
                    <a:pt x="1947370" y="832684"/>
                  </a:lnTo>
                  <a:lnTo>
                    <a:pt x="1953309" y="880390"/>
                  </a:lnTo>
                  <a:lnTo>
                    <a:pt x="1956896" y="928505"/>
                  </a:lnTo>
                  <a:lnTo>
                    <a:pt x="1958099" y="976949"/>
                  </a:lnTo>
                  <a:lnTo>
                    <a:pt x="1956901" y="1025709"/>
                  </a:lnTo>
                  <a:lnTo>
                    <a:pt x="1953344" y="1073850"/>
                  </a:lnTo>
                  <a:lnTo>
                    <a:pt x="1947484" y="1121316"/>
                  </a:lnTo>
                  <a:lnTo>
                    <a:pt x="1939377" y="1168051"/>
                  </a:lnTo>
                  <a:lnTo>
                    <a:pt x="1929080" y="1214000"/>
                  </a:lnTo>
                  <a:lnTo>
                    <a:pt x="1916647" y="1259106"/>
                  </a:lnTo>
                  <a:lnTo>
                    <a:pt x="1902137" y="1303313"/>
                  </a:lnTo>
                  <a:lnTo>
                    <a:pt x="1885604" y="1346565"/>
                  </a:lnTo>
                  <a:lnTo>
                    <a:pt x="1867104" y="1388807"/>
                  </a:lnTo>
                  <a:lnTo>
                    <a:pt x="1846694" y="1429982"/>
                  </a:lnTo>
                  <a:lnTo>
                    <a:pt x="1824430" y="1470035"/>
                  </a:lnTo>
                  <a:lnTo>
                    <a:pt x="1800368" y="1508909"/>
                  </a:lnTo>
                  <a:lnTo>
                    <a:pt x="1774564" y="1546549"/>
                  </a:lnTo>
                  <a:lnTo>
                    <a:pt x="1747075" y="1582898"/>
                  </a:lnTo>
                  <a:lnTo>
                    <a:pt x="1717955" y="1617901"/>
                  </a:lnTo>
                  <a:lnTo>
                    <a:pt x="1687262" y="1651501"/>
                  </a:lnTo>
                  <a:lnTo>
                    <a:pt x="1655051" y="1683643"/>
                  </a:lnTo>
                  <a:lnTo>
                    <a:pt x="1621378" y="1714270"/>
                  </a:lnTo>
                  <a:lnTo>
                    <a:pt x="1586300" y="1743327"/>
                  </a:lnTo>
                  <a:lnTo>
                    <a:pt x="1549873" y="1770758"/>
                  </a:lnTo>
                  <a:lnTo>
                    <a:pt x="1512152" y="1796507"/>
                  </a:lnTo>
                  <a:lnTo>
                    <a:pt x="1473195" y="1820517"/>
                  </a:lnTo>
                  <a:lnTo>
                    <a:pt x="1433056" y="1842733"/>
                  </a:lnTo>
                  <a:lnTo>
                    <a:pt x="1391792" y="1863099"/>
                  </a:lnTo>
                  <a:lnTo>
                    <a:pt x="1349459" y="1881559"/>
                  </a:lnTo>
                  <a:lnTo>
                    <a:pt x="1306114" y="1898057"/>
                  </a:lnTo>
                  <a:lnTo>
                    <a:pt x="1261812" y="1912536"/>
                  </a:lnTo>
                  <a:lnTo>
                    <a:pt x="1216609" y="1924942"/>
                  </a:lnTo>
                  <a:lnTo>
                    <a:pt x="1170562" y="1935217"/>
                  </a:lnTo>
                  <a:lnTo>
                    <a:pt x="1123726" y="1943307"/>
                  </a:lnTo>
                  <a:lnTo>
                    <a:pt x="1076158" y="1949154"/>
                  </a:lnTo>
                  <a:lnTo>
                    <a:pt x="1027914" y="1952704"/>
                  </a:lnTo>
                  <a:lnTo>
                    <a:pt x="979049" y="19538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93799" y="3757749"/>
              <a:ext cx="1958339" cy="1953895"/>
            </a:xfrm>
            <a:custGeom>
              <a:avLst/>
              <a:gdLst/>
              <a:ahLst/>
              <a:cxnLst/>
              <a:rect l="l" t="t" r="r" b="b"/>
              <a:pathLst>
                <a:path w="1958340" h="1953895">
                  <a:moveTo>
                    <a:pt x="0" y="976949"/>
                  </a:moveTo>
                  <a:lnTo>
                    <a:pt x="1198" y="928190"/>
                  </a:lnTo>
                  <a:lnTo>
                    <a:pt x="4755" y="880049"/>
                  </a:lnTo>
                  <a:lnTo>
                    <a:pt x="10615" y="832583"/>
                  </a:lnTo>
                  <a:lnTo>
                    <a:pt x="18722" y="785848"/>
                  </a:lnTo>
                  <a:lnTo>
                    <a:pt x="29019" y="739899"/>
                  </a:lnTo>
                  <a:lnTo>
                    <a:pt x="41452" y="694794"/>
                  </a:lnTo>
                  <a:lnTo>
                    <a:pt x="55962" y="650586"/>
                  </a:lnTo>
                  <a:lnTo>
                    <a:pt x="72495" y="607334"/>
                  </a:lnTo>
                  <a:lnTo>
                    <a:pt x="90995" y="565092"/>
                  </a:lnTo>
                  <a:lnTo>
                    <a:pt x="111405" y="523917"/>
                  </a:lnTo>
                  <a:lnTo>
                    <a:pt x="133669" y="483864"/>
                  </a:lnTo>
                  <a:lnTo>
                    <a:pt x="157731" y="444990"/>
                  </a:lnTo>
                  <a:lnTo>
                    <a:pt x="183535" y="407351"/>
                  </a:lnTo>
                  <a:lnTo>
                    <a:pt x="211024" y="371001"/>
                  </a:lnTo>
                  <a:lnTo>
                    <a:pt x="240144" y="335999"/>
                  </a:lnTo>
                  <a:lnTo>
                    <a:pt x="270837" y="302398"/>
                  </a:lnTo>
                  <a:lnTo>
                    <a:pt x="303048" y="270257"/>
                  </a:lnTo>
                  <a:lnTo>
                    <a:pt x="336721" y="239629"/>
                  </a:lnTo>
                  <a:lnTo>
                    <a:pt x="371799" y="210572"/>
                  </a:lnTo>
                  <a:lnTo>
                    <a:pt x="408226" y="183141"/>
                  </a:lnTo>
                  <a:lnTo>
                    <a:pt x="445947" y="157392"/>
                  </a:lnTo>
                  <a:lnTo>
                    <a:pt x="484904" y="133382"/>
                  </a:lnTo>
                  <a:lnTo>
                    <a:pt x="525043" y="111166"/>
                  </a:lnTo>
                  <a:lnTo>
                    <a:pt x="566307" y="90800"/>
                  </a:lnTo>
                  <a:lnTo>
                    <a:pt x="608640" y="72340"/>
                  </a:lnTo>
                  <a:lnTo>
                    <a:pt x="651985" y="55842"/>
                  </a:lnTo>
                  <a:lnTo>
                    <a:pt x="696287" y="41363"/>
                  </a:lnTo>
                  <a:lnTo>
                    <a:pt x="741490" y="28957"/>
                  </a:lnTo>
                  <a:lnTo>
                    <a:pt x="787537" y="18682"/>
                  </a:lnTo>
                  <a:lnTo>
                    <a:pt x="834373" y="10592"/>
                  </a:lnTo>
                  <a:lnTo>
                    <a:pt x="881941" y="4745"/>
                  </a:lnTo>
                  <a:lnTo>
                    <a:pt x="930185" y="1195"/>
                  </a:lnTo>
                  <a:lnTo>
                    <a:pt x="979049" y="0"/>
                  </a:lnTo>
                  <a:lnTo>
                    <a:pt x="1027598" y="1200"/>
                  </a:lnTo>
                  <a:lnTo>
                    <a:pt x="1075817" y="4780"/>
                  </a:lnTo>
                  <a:lnTo>
                    <a:pt x="1123626" y="10706"/>
                  </a:lnTo>
                  <a:lnTo>
                    <a:pt x="1170945" y="18945"/>
                  </a:lnTo>
                  <a:lnTo>
                    <a:pt x="1217694" y="29463"/>
                  </a:lnTo>
                  <a:lnTo>
                    <a:pt x="1263792" y="42228"/>
                  </a:lnTo>
                  <a:lnTo>
                    <a:pt x="1309160" y="57207"/>
                  </a:lnTo>
                  <a:lnTo>
                    <a:pt x="1353716" y="74365"/>
                  </a:lnTo>
                  <a:lnTo>
                    <a:pt x="1397381" y="93671"/>
                  </a:lnTo>
                  <a:lnTo>
                    <a:pt x="1440075" y="115091"/>
                  </a:lnTo>
                  <a:lnTo>
                    <a:pt x="1481717" y="138591"/>
                  </a:lnTo>
                  <a:lnTo>
                    <a:pt x="1522227" y="164139"/>
                  </a:lnTo>
                  <a:lnTo>
                    <a:pt x="1561525" y="191701"/>
                  </a:lnTo>
                  <a:lnTo>
                    <a:pt x="1599530" y="221244"/>
                  </a:lnTo>
                  <a:lnTo>
                    <a:pt x="1636163" y="252736"/>
                  </a:lnTo>
                  <a:lnTo>
                    <a:pt x="1671342" y="286142"/>
                  </a:lnTo>
                  <a:lnTo>
                    <a:pt x="1704820" y="321246"/>
                  </a:lnTo>
                  <a:lnTo>
                    <a:pt x="1736379" y="357800"/>
                  </a:lnTo>
                  <a:lnTo>
                    <a:pt x="1765986" y="395724"/>
                  </a:lnTo>
                  <a:lnTo>
                    <a:pt x="1793607" y="434937"/>
                  </a:lnTo>
                  <a:lnTo>
                    <a:pt x="1819210" y="475360"/>
                  </a:lnTo>
                  <a:lnTo>
                    <a:pt x="1842761" y="516913"/>
                  </a:lnTo>
                  <a:lnTo>
                    <a:pt x="1864226" y="559515"/>
                  </a:lnTo>
                  <a:lnTo>
                    <a:pt x="1883574" y="603087"/>
                  </a:lnTo>
                  <a:lnTo>
                    <a:pt x="1900769" y="647548"/>
                  </a:lnTo>
                  <a:lnTo>
                    <a:pt x="1915780" y="692818"/>
                  </a:lnTo>
                  <a:lnTo>
                    <a:pt x="1928572" y="738818"/>
                  </a:lnTo>
                  <a:lnTo>
                    <a:pt x="1939113" y="785466"/>
                  </a:lnTo>
                  <a:lnTo>
                    <a:pt x="1947370" y="832684"/>
                  </a:lnTo>
                  <a:lnTo>
                    <a:pt x="1953309" y="880390"/>
                  </a:lnTo>
                  <a:lnTo>
                    <a:pt x="1956896" y="928505"/>
                  </a:lnTo>
                  <a:lnTo>
                    <a:pt x="1958099" y="976949"/>
                  </a:lnTo>
                  <a:lnTo>
                    <a:pt x="1956901" y="1025709"/>
                  </a:lnTo>
                  <a:lnTo>
                    <a:pt x="1953344" y="1073850"/>
                  </a:lnTo>
                  <a:lnTo>
                    <a:pt x="1947484" y="1121316"/>
                  </a:lnTo>
                  <a:lnTo>
                    <a:pt x="1939377" y="1168051"/>
                  </a:lnTo>
                  <a:lnTo>
                    <a:pt x="1929080" y="1214000"/>
                  </a:lnTo>
                  <a:lnTo>
                    <a:pt x="1916647" y="1259106"/>
                  </a:lnTo>
                  <a:lnTo>
                    <a:pt x="1902137" y="1303313"/>
                  </a:lnTo>
                  <a:lnTo>
                    <a:pt x="1885604" y="1346565"/>
                  </a:lnTo>
                  <a:lnTo>
                    <a:pt x="1867104" y="1388807"/>
                  </a:lnTo>
                  <a:lnTo>
                    <a:pt x="1846694" y="1429982"/>
                  </a:lnTo>
                  <a:lnTo>
                    <a:pt x="1824430" y="1470035"/>
                  </a:lnTo>
                  <a:lnTo>
                    <a:pt x="1800368" y="1508909"/>
                  </a:lnTo>
                  <a:lnTo>
                    <a:pt x="1774564" y="1546549"/>
                  </a:lnTo>
                  <a:lnTo>
                    <a:pt x="1747075" y="1582898"/>
                  </a:lnTo>
                  <a:lnTo>
                    <a:pt x="1717955" y="1617901"/>
                  </a:lnTo>
                  <a:lnTo>
                    <a:pt x="1687262" y="1651501"/>
                  </a:lnTo>
                  <a:lnTo>
                    <a:pt x="1655051" y="1683643"/>
                  </a:lnTo>
                  <a:lnTo>
                    <a:pt x="1621378" y="1714270"/>
                  </a:lnTo>
                  <a:lnTo>
                    <a:pt x="1586300" y="1743327"/>
                  </a:lnTo>
                  <a:lnTo>
                    <a:pt x="1549873" y="1770758"/>
                  </a:lnTo>
                  <a:lnTo>
                    <a:pt x="1512152" y="1796507"/>
                  </a:lnTo>
                  <a:lnTo>
                    <a:pt x="1473195" y="1820517"/>
                  </a:lnTo>
                  <a:lnTo>
                    <a:pt x="1433056" y="1842733"/>
                  </a:lnTo>
                  <a:lnTo>
                    <a:pt x="1391792" y="1863099"/>
                  </a:lnTo>
                  <a:lnTo>
                    <a:pt x="1349459" y="1881559"/>
                  </a:lnTo>
                  <a:lnTo>
                    <a:pt x="1306114" y="1898057"/>
                  </a:lnTo>
                  <a:lnTo>
                    <a:pt x="1261812" y="1912536"/>
                  </a:lnTo>
                  <a:lnTo>
                    <a:pt x="1216609" y="1924942"/>
                  </a:lnTo>
                  <a:lnTo>
                    <a:pt x="1170562" y="1935217"/>
                  </a:lnTo>
                  <a:lnTo>
                    <a:pt x="1123726" y="1943307"/>
                  </a:lnTo>
                  <a:lnTo>
                    <a:pt x="1076158" y="1949154"/>
                  </a:lnTo>
                  <a:lnTo>
                    <a:pt x="1027914" y="1952704"/>
                  </a:lnTo>
                  <a:lnTo>
                    <a:pt x="979049" y="1953899"/>
                  </a:lnTo>
                  <a:lnTo>
                    <a:pt x="930185" y="1952704"/>
                  </a:lnTo>
                  <a:lnTo>
                    <a:pt x="881941" y="1949154"/>
                  </a:lnTo>
                  <a:lnTo>
                    <a:pt x="834373" y="1943307"/>
                  </a:lnTo>
                  <a:lnTo>
                    <a:pt x="787537" y="1935217"/>
                  </a:lnTo>
                  <a:lnTo>
                    <a:pt x="741490" y="1924942"/>
                  </a:lnTo>
                  <a:lnTo>
                    <a:pt x="696287" y="1912536"/>
                  </a:lnTo>
                  <a:lnTo>
                    <a:pt x="651985" y="1898057"/>
                  </a:lnTo>
                  <a:lnTo>
                    <a:pt x="608640" y="1881559"/>
                  </a:lnTo>
                  <a:lnTo>
                    <a:pt x="566307" y="1863099"/>
                  </a:lnTo>
                  <a:lnTo>
                    <a:pt x="525043" y="1842733"/>
                  </a:lnTo>
                  <a:lnTo>
                    <a:pt x="484904" y="1820517"/>
                  </a:lnTo>
                  <a:lnTo>
                    <a:pt x="445947" y="1796507"/>
                  </a:lnTo>
                  <a:lnTo>
                    <a:pt x="408226" y="1770758"/>
                  </a:lnTo>
                  <a:lnTo>
                    <a:pt x="371799" y="1743327"/>
                  </a:lnTo>
                  <a:lnTo>
                    <a:pt x="336721" y="1714270"/>
                  </a:lnTo>
                  <a:lnTo>
                    <a:pt x="303048" y="1683643"/>
                  </a:lnTo>
                  <a:lnTo>
                    <a:pt x="270837" y="1651501"/>
                  </a:lnTo>
                  <a:lnTo>
                    <a:pt x="240144" y="1617901"/>
                  </a:lnTo>
                  <a:lnTo>
                    <a:pt x="211024" y="1582898"/>
                  </a:lnTo>
                  <a:lnTo>
                    <a:pt x="183535" y="1546549"/>
                  </a:lnTo>
                  <a:lnTo>
                    <a:pt x="157731" y="1508909"/>
                  </a:lnTo>
                  <a:lnTo>
                    <a:pt x="133669" y="1470035"/>
                  </a:lnTo>
                  <a:lnTo>
                    <a:pt x="111405" y="1429982"/>
                  </a:lnTo>
                  <a:lnTo>
                    <a:pt x="90995" y="1388807"/>
                  </a:lnTo>
                  <a:lnTo>
                    <a:pt x="72495" y="1346565"/>
                  </a:lnTo>
                  <a:lnTo>
                    <a:pt x="55962" y="1303313"/>
                  </a:lnTo>
                  <a:lnTo>
                    <a:pt x="41452" y="1259106"/>
                  </a:lnTo>
                  <a:lnTo>
                    <a:pt x="29019" y="1214000"/>
                  </a:lnTo>
                  <a:lnTo>
                    <a:pt x="18722" y="1168051"/>
                  </a:lnTo>
                  <a:lnTo>
                    <a:pt x="10615" y="1121316"/>
                  </a:lnTo>
                  <a:lnTo>
                    <a:pt x="4755" y="1073850"/>
                  </a:lnTo>
                  <a:lnTo>
                    <a:pt x="1198" y="1025709"/>
                  </a:lnTo>
                  <a:lnTo>
                    <a:pt x="0" y="9769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0149" y="4151261"/>
            <a:ext cx="15135225" cy="42595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3702030" marR="582295" indent="-307975">
              <a:lnSpc>
                <a:spcPct val="100699"/>
              </a:lnSpc>
              <a:spcBef>
                <a:spcPts val="70"/>
              </a:spcBef>
            </a:pPr>
            <a:r>
              <a:rPr sz="3600" spc="175" dirty="0">
                <a:latin typeface="Tahoma"/>
                <a:cs typeface="Tahoma"/>
              </a:rPr>
              <a:t>FLAN  </a:t>
            </a:r>
            <a:r>
              <a:rPr sz="3600" spc="70" dirty="0">
                <a:latin typeface="Tahoma"/>
                <a:cs typeface="Tahoma"/>
              </a:rPr>
              <a:t>T5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300">
              <a:latin typeface="Tahoma"/>
              <a:cs typeface="Tahoma"/>
            </a:endParaRPr>
          </a:p>
          <a:p>
            <a:pPr marL="471170" indent="-459105">
              <a:lnSpc>
                <a:spcPct val="100000"/>
              </a:lnSpc>
              <a:spcBef>
                <a:spcPts val="3454"/>
              </a:spcBef>
              <a:buFont typeface="Arial MT"/>
              <a:buChar char="●"/>
              <a:tabLst>
                <a:tab pos="471170" algn="l"/>
                <a:tab pos="471805" algn="l"/>
              </a:tabLst>
            </a:pPr>
            <a:r>
              <a:rPr sz="3000" spc="10" dirty="0">
                <a:latin typeface="Tahoma"/>
                <a:cs typeface="Tahoma"/>
              </a:rPr>
              <a:t>Reduce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40" dirty="0">
                <a:latin typeface="Tahoma"/>
                <a:cs typeface="Tahoma"/>
              </a:rPr>
              <a:t>required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10" dirty="0">
                <a:latin typeface="Tahoma"/>
                <a:cs typeface="Tahoma"/>
              </a:rPr>
              <a:t>memory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75" dirty="0">
                <a:latin typeface="Tahoma"/>
                <a:cs typeface="Tahoma"/>
              </a:rPr>
              <a:t>to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45" dirty="0">
                <a:latin typeface="Tahoma"/>
                <a:cs typeface="Tahoma"/>
              </a:rPr>
              <a:t>store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and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40" dirty="0">
                <a:latin typeface="Tahoma"/>
                <a:cs typeface="Tahoma"/>
              </a:rPr>
              <a:t>train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5" dirty="0">
                <a:latin typeface="Tahoma"/>
                <a:cs typeface="Tahoma"/>
              </a:rPr>
              <a:t>models</a:t>
            </a:r>
            <a:endParaRPr sz="3000">
              <a:latin typeface="Tahoma"/>
              <a:cs typeface="Tahoma"/>
            </a:endParaRPr>
          </a:p>
          <a:p>
            <a:pPr marL="471170" indent="-459105">
              <a:lnSpc>
                <a:spcPct val="100000"/>
              </a:lnSpc>
              <a:spcBef>
                <a:spcPts val="540"/>
              </a:spcBef>
              <a:buFont typeface="Arial MT"/>
              <a:buChar char="●"/>
              <a:tabLst>
                <a:tab pos="471170" algn="l"/>
                <a:tab pos="471805" algn="l"/>
              </a:tabLst>
            </a:pPr>
            <a:r>
              <a:rPr sz="3000" spc="40" dirty="0">
                <a:latin typeface="Tahoma"/>
                <a:cs typeface="Tahoma"/>
              </a:rPr>
              <a:t>Projects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25" dirty="0">
                <a:latin typeface="Tahoma"/>
                <a:cs typeface="Tahoma"/>
              </a:rPr>
              <a:t>original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60" dirty="0">
                <a:latin typeface="Tahoma"/>
                <a:cs typeface="Tahoma"/>
              </a:rPr>
              <a:t>32-bit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30" dirty="0">
                <a:latin typeface="Tahoma"/>
                <a:cs typeface="Tahoma"/>
              </a:rPr>
              <a:t>ﬂoating</a:t>
            </a:r>
            <a:r>
              <a:rPr sz="3000" spc="-350" dirty="0">
                <a:latin typeface="Tahoma"/>
                <a:cs typeface="Tahoma"/>
              </a:rPr>
              <a:t> </a:t>
            </a:r>
            <a:r>
              <a:rPr sz="3000" spc="45" dirty="0">
                <a:latin typeface="Tahoma"/>
                <a:cs typeface="Tahoma"/>
              </a:rPr>
              <a:t>point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5" dirty="0">
                <a:latin typeface="Tahoma"/>
                <a:cs typeface="Tahoma"/>
              </a:rPr>
              <a:t>numbers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55" dirty="0">
                <a:latin typeface="Tahoma"/>
                <a:cs typeface="Tahoma"/>
              </a:rPr>
              <a:t>into</a:t>
            </a:r>
            <a:r>
              <a:rPr sz="3000" spc="-350" dirty="0">
                <a:latin typeface="Tahoma"/>
                <a:cs typeface="Tahoma"/>
              </a:rPr>
              <a:t> </a:t>
            </a:r>
            <a:r>
              <a:rPr sz="3000" spc="60" dirty="0">
                <a:latin typeface="Tahoma"/>
                <a:cs typeface="Tahoma"/>
              </a:rPr>
              <a:t>lower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30" dirty="0">
                <a:latin typeface="Tahoma"/>
                <a:cs typeface="Tahoma"/>
              </a:rPr>
              <a:t>precision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spaces</a:t>
            </a:r>
            <a:endParaRPr sz="3000">
              <a:latin typeface="Tahoma"/>
              <a:cs typeface="Tahoma"/>
            </a:endParaRPr>
          </a:p>
          <a:p>
            <a:pPr marL="471170" indent="-459105">
              <a:lnSpc>
                <a:spcPct val="100000"/>
              </a:lnSpc>
              <a:spcBef>
                <a:spcPts val="540"/>
              </a:spcBef>
              <a:buFont typeface="Arial MT"/>
              <a:buChar char="●"/>
              <a:tabLst>
                <a:tab pos="471170" algn="l"/>
                <a:tab pos="471805" algn="l"/>
              </a:tabLst>
            </a:pPr>
            <a:r>
              <a:rPr sz="3000" spc="35" dirty="0">
                <a:latin typeface="Tahoma"/>
                <a:cs typeface="Tahoma"/>
              </a:rPr>
              <a:t>Quantization-aware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20" dirty="0">
                <a:latin typeface="Tahoma"/>
                <a:cs typeface="Tahoma"/>
              </a:rPr>
              <a:t>training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(QAT)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15" dirty="0">
                <a:latin typeface="Tahoma"/>
                <a:cs typeface="Tahoma"/>
              </a:rPr>
              <a:t>learns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30" dirty="0">
                <a:latin typeface="Tahoma"/>
                <a:cs typeface="Tahoma"/>
              </a:rPr>
              <a:t>the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30" dirty="0">
                <a:latin typeface="Tahoma"/>
                <a:cs typeface="Tahoma"/>
              </a:rPr>
              <a:t>quantization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scaling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35" dirty="0">
                <a:latin typeface="Tahoma"/>
                <a:cs typeface="Tahoma"/>
              </a:rPr>
              <a:t>factors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15" dirty="0">
                <a:latin typeface="Tahoma"/>
                <a:cs typeface="Tahoma"/>
              </a:rPr>
              <a:t>during</a:t>
            </a:r>
            <a:r>
              <a:rPr sz="3000" spc="-355" dirty="0">
                <a:latin typeface="Tahoma"/>
                <a:cs typeface="Tahoma"/>
              </a:rPr>
              <a:t> </a:t>
            </a:r>
            <a:r>
              <a:rPr sz="3000" spc="20" dirty="0">
                <a:latin typeface="Tahoma"/>
                <a:cs typeface="Tahoma"/>
              </a:rPr>
              <a:t>training</a:t>
            </a:r>
            <a:endParaRPr sz="3000">
              <a:latin typeface="Tahoma"/>
              <a:cs typeface="Tahoma"/>
            </a:endParaRPr>
          </a:p>
          <a:p>
            <a:pPr marL="471170" indent="-459105">
              <a:lnSpc>
                <a:spcPct val="100000"/>
              </a:lnSpc>
              <a:spcBef>
                <a:spcPts val="540"/>
              </a:spcBef>
              <a:buFont typeface="Arial MT"/>
              <a:buChar char="●"/>
              <a:tabLst>
                <a:tab pos="471170" algn="l"/>
                <a:tab pos="471805" algn="l"/>
              </a:tabLst>
            </a:pPr>
            <a:r>
              <a:rPr sz="3000" spc="150" dirty="0">
                <a:latin typeface="Tahoma"/>
                <a:cs typeface="Tahoma"/>
              </a:rPr>
              <a:t>BF</a:t>
            </a:r>
            <a:r>
              <a:rPr sz="3000" spc="-75" dirty="0">
                <a:latin typeface="Tahoma"/>
                <a:cs typeface="Tahoma"/>
              </a:rPr>
              <a:t>L</a:t>
            </a:r>
            <a:r>
              <a:rPr sz="3000" spc="204" dirty="0">
                <a:latin typeface="Tahoma"/>
                <a:cs typeface="Tahoma"/>
              </a:rPr>
              <a:t>O</a:t>
            </a:r>
            <a:r>
              <a:rPr sz="3000" spc="40" dirty="0">
                <a:latin typeface="Tahoma"/>
                <a:cs typeface="Tahoma"/>
              </a:rPr>
              <a:t>A</a:t>
            </a:r>
            <a:r>
              <a:rPr sz="3000" spc="70" dirty="0">
                <a:latin typeface="Tahoma"/>
                <a:cs typeface="Tahoma"/>
              </a:rPr>
              <a:t>T16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20" dirty="0">
                <a:latin typeface="Tahoma"/>
                <a:cs typeface="Tahoma"/>
              </a:rPr>
              <a:t>is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55" dirty="0">
                <a:latin typeface="Tahoma"/>
                <a:cs typeface="Tahoma"/>
              </a:rPr>
              <a:t>a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25" dirty="0">
                <a:latin typeface="Tahoma"/>
                <a:cs typeface="Tahoma"/>
              </a:rPr>
              <a:t>popular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20" dirty="0">
                <a:latin typeface="Tahoma"/>
                <a:cs typeface="Tahoma"/>
              </a:rPr>
              <a:t>choice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6" y="322726"/>
            <a:ext cx="171577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Approximate</a:t>
            </a:r>
            <a:r>
              <a:rPr spc="-670" dirty="0"/>
              <a:t> </a:t>
            </a:r>
            <a:r>
              <a:rPr spc="370" dirty="0"/>
              <a:t>GPU</a:t>
            </a:r>
            <a:r>
              <a:rPr spc="-670" dirty="0"/>
              <a:t> </a:t>
            </a:r>
            <a:r>
              <a:rPr spc="470" dirty="0"/>
              <a:t>RAM</a:t>
            </a:r>
            <a:r>
              <a:rPr spc="-665" dirty="0"/>
              <a:t> </a:t>
            </a:r>
            <a:r>
              <a:rPr dirty="0"/>
              <a:t>needed</a:t>
            </a:r>
            <a:r>
              <a:rPr spc="-670" dirty="0"/>
              <a:t> </a:t>
            </a:r>
            <a:r>
              <a:rPr spc="140" dirty="0"/>
              <a:t>to</a:t>
            </a:r>
            <a:r>
              <a:rPr spc="-665" dirty="0"/>
              <a:t> </a:t>
            </a:r>
            <a:r>
              <a:rPr spc="85" dirty="0"/>
              <a:t>store</a:t>
            </a:r>
            <a:r>
              <a:rPr spc="-670" dirty="0"/>
              <a:t> </a:t>
            </a:r>
            <a:r>
              <a:rPr spc="254" dirty="0"/>
              <a:t>1B</a:t>
            </a:r>
            <a:r>
              <a:rPr spc="-665" dirty="0"/>
              <a:t> </a:t>
            </a:r>
            <a:r>
              <a:rPr spc="15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725" y="8720331"/>
            <a:ext cx="16410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Sources: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/huggingface.co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docs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t</a:t>
            </a:r>
            <a:r>
              <a:rPr sz="1800" u="heavy" spc="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ansformers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v4.20.1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en</a:t>
            </a:r>
            <a:r>
              <a:rPr sz="1800" u="heavy" spc="-9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perf_t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ain_gpu_one#anato</a:t>
            </a:r>
            <a:r>
              <a:rPr sz="1800" u="heavy" spc="-10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m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y-of-models-memor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</a:t>
            </a:r>
            <a:r>
              <a:rPr sz="1800" spc="-165" dirty="0">
                <a:latin typeface="Tahoma"/>
                <a:cs typeface="Tahoma"/>
              </a:rPr>
              <a:t>,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//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github.com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</a:t>
            </a:r>
            <a:r>
              <a:rPr sz="18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facebookresearch/bitsand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b</a:t>
            </a:r>
            <a:r>
              <a:rPr sz="1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ytes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06579" y="4359487"/>
            <a:ext cx="4124325" cy="3687445"/>
            <a:chOff x="2006579" y="4359487"/>
            <a:chExt cx="4124325" cy="3687445"/>
          </a:xfrm>
        </p:grpSpPr>
        <p:sp>
          <p:nvSpPr>
            <p:cNvPr id="5" name="object 5"/>
            <p:cNvSpPr/>
            <p:nvPr/>
          </p:nvSpPr>
          <p:spPr>
            <a:xfrm>
              <a:off x="2011341" y="4364249"/>
              <a:ext cx="4114800" cy="3677920"/>
            </a:xfrm>
            <a:custGeom>
              <a:avLst/>
              <a:gdLst/>
              <a:ahLst/>
              <a:cxnLst/>
              <a:rect l="l" t="t" r="r" b="b"/>
              <a:pathLst>
                <a:path w="4114800" h="3677920">
                  <a:moveTo>
                    <a:pt x="3501887" y="3677399"/>
                  </a:moveTo>
                  <a:lnTo>
                    <a:pt x="612912" y="3677399"/>
                  </a:lnTo>
                  <a:lnTo>
                    <a:pt x="565013" y="3675555"/>
                  </a:lnTo>
                  <a:lnTo>
                    <a:pt x="518123" y="3670114"/>
                  </a:lnTo>
                  <a:lnTo>
                    <a:pt x="472377" y="3661212"/>
                  </a:lnTo>
                  <a:lnTo>
                    <a:pt x="427911" y="3648985"/>
                  </a:lnTo>
                  <a:lnTo>
                    <a:pt x="384863" y="3633570"/>
                  </a:lnTo>
                  <a:lnTo>
                    <a:pt x="343368" y="3615102"/>
                  </a:lnTo>
                  <a:lnTo>
                    <a:pt x="303563" y="3593719"/>
                  </a:lnTo>
                  <a:lnTo>
                    <a:pt x="265584" y="3569556"/>
                  </a:lnTo>
                  <a:lnTo>
                    <a:pt x="229566" y="3542750"/>
                  </a:lnTo>
                  <a:lnTo>
                    <a:pt x="195647" y="3513436"/>
                  </a:lnTo>
                  <a:lnTo>
                    <a:pt x="163963" y="3481752"/>
                  </a:lnTo>
                  <a:lnTo>
                    <a:pt x="134649" y="3447833"/>
                  </a:lnTo>
                  <a:lnTo>
                    <a:pt x="107843" y="3411815"/>
                  </a:lnTo>
                  <a:lnTo>
                    <a:pt x="83680" y="3373836"/>
                  </a:lnTo>
                  <a:lnTo>
                    <a:pt x="62297" y="3334030"/>
                  </a:lnTo>
                  <a:lnTo>
                    <a:pt x="43829" y="3292536"/>
                  </a:lnTo>
                  <a:lnTo>
                    <a:pt x="28414" y="3249487"/>
                  </a:lnTo>
                  <a:lnTo>
                    <a:pt x="16187" y="3205022"/>
                  </a:lnTo>
                  <a:lnTo>
                    <a:pt x="7285" y="3159276"/>
                  </a:lnTo>
                  <a:lnTo>
                    <a:pt x="1844" y="3112386"/>
                  </a:lnTo>
                  <a:lnTo>
                    <a:pt x="0" y="3064487"/>
                  </a:lnTo>
                  <a:lnTo>
                    <a:pt x="0" y="612911"/>
                  </a:lnTo>
                  <a:lnTo>
                    <a:pt x="1844" y="565013"/>
                  </a:lnTo>
                  <a:lnTo>
                    <a:pt x="7285" y="518122"/>
                  </a:lnTo>
                  <a:lnTo>
                    <a:pt x="16187" y="472376"/>
                  </a:lnTo>
                  <a:lnTo>
                    <a:pt x="28414" y="427911"/>
                  </a:lnTo>
                  <a:lnTo>
                    <a:pt x="43829" y="384863"/>
                  </a:lnTo>
                  <a:lnTo>
                    <a:pt x="62297" y="343368"/>
                  </a:lnTo>
                  <a:lnTo>
                    <a:pt x="83680" y="303563"/>
                  </a:lnTo>
                  <a:lnTo>
                    <a:pt x="107843" y="265584"/>
                  </a:lnTo>
                  <a:lnTo>
                    <a:pt x="134649" y="229566"/>
                  </a:lnTo>
                  <a:lnTo>
                    <a:pt x="163963" y="195647"/>
                  </a:lnTo>
                  <a:lnTo>
                    <a:pt x="195647" y="163963"/>
                  </a:lnTo>
                  <a:lnTo>
                    <a:pt x="229566" y="134649"/>
                  </a:lnTo>
                  <a:lnTo>
                    <a:pt x="265584" y="107843"/>
                  </a:lnTo>
                  <a:lnTo>
                    <a:pt x="303563" y="83680"/>
                  </a:lnTo>
                  <a:lnTo>
                    <a:pt x="343368" y="62297"/>
                  </a:lnTo>
                  <a:lnTo>
                    <a:pt x="384863" y="43829"/>
                  </a:lnTo>
                  <a:lnTo>
                    <a:pt x="427911" y="28414"/>
                  </a:lnTo>
                  <a:lnTo>
                    <a:pt x="472377" y="16187"/>
                  </a:lnTo>
                  <a:lnTo>
                    <a:pt x="518123" y="7285"/>
                  </a:lnTo>
                  <a:lnTo>
                    <a:pt x="565013" y="1844"/>
                  </a:lnTo>
                  <a:lnTo>
                    <a:pt x="612912" y="0"/>
                  </a:lnTo>
                  <a:lnTo>
                    <a:pt x="3501887" y="0"/>
                  </a:lnTo>
                  <a:lnTo>
                    <a:pt x="3550419" y="1923"/>
                  </a:lnTo>
                  <a:lnTo>
                    <a:pt x="3598346" y="7635"/>
                  </a:lnTo>
                  <a:lnTo>
                    <a:pt x="3645462" y="17051"/>
                  </a:lnTo>
                  <a:lnTo>
                    <a:pt x="3691562" y="30086"/>
                  </a:lnTo>
                  <a:lnTo>
                    <a:pt x="3736438" y="46655"/>
                  </a:lnTo>
                  <a:lnTo>
                    <a:pt x="3779887" y="66672"/>
                  </a:lnTo>
                  <a:lnTo>
                    <a:pt x="3821701" y="90052"/>
                  </a:lnTo>
                  <a:lnTo>
                    <a:pt x="3861675" y="116709"/>
                  </a:lnTo>
                  <a:lnTo>
                    <a:pt x="3899604" y="146560"/>
                  </a:lnTo>
                  <a:lnTo>
                    <a:pt x="3935281" y="179517"/>
                  </a:lnTo>
                  <a:lnTo>
                    <a:pt x="3968239" y="215195"/>
                  </a:lnTo>
                  <a:lnTo>
                    <a:pt x="3998090" y="253123"/>
                  </a:lnTo>
                  <a:lnTo>
                    <a:pt x="4024747" y="293098"/>
                  </a:lnTo>
                  <a:lnTo>
                    <a:pt x="4048127" y="334912"/>
                  </a:lnTo>
                  <a:lnTo>
                    <a:pt x="4068144" y="378360"/>
                  </a:lnTo>
                  <a:lnTo>
                    <a:pt x="4084713" y="423237"/>
                  </a:lnTo>
                  <a:lnTo>
                    <a:pt x="4097748" y="469336"/>
                  </a:lnTo>
                  <a:lnTo>
                    <a:pt x="4107164" y="516452"/>
                  </a:lnTo>
                  <a:lnTo>
                    <a:pt x="4112876" y="564379"/>
                  </a:lnTo>
                  <a:lnTo>
                    <a:pt x="4114799" y="612911"/>
                  </a:lnTo>
                  <a:lnTo>
                    <a:pt x="4114799" y="3064487"/>
                  </a:lnTo>
                  <a:lnTo>
                    <a:pt x="4112955" y="3112386"/>
                  </a:lnTo>
                  <a:lnTo>
                    <a:pt x="4107514" y="3159276"/>
                  </a:lnTo>
                  <a:lnTo>
                    <a:pt x="4098612" y="3205022"/>
                  </a:lnTo>
                  <a:lnTo>
                    <a:pt x="4086385" y="3249487"/>
                  </a:lnTo>
                  <a:lnTo>
                    <a:pt x="4070970" y="3292536"/>
                  </a:lnTo>
                  <a:lnTo>
                    <a:pt x="4052502" y="3334030"/>
                  </a:lnTo>
                  <a:lnTo>
                    <a:pt x="4031119" y="3373836"/>
                  </a:lnTo>
                  <a:lnTo>
                    <a:pt x="4006956" y="3411815"/>
                  </a:lnTo>
                  <a:lnTo>
                    <a:pt x="3980150" y="3447833"/>
                  </a:lnTo>
                  <a:lnTo>
                    <a:pt x="3950836" y="3481752"/>
                  </a:lnTo>
                  <a:lnTo>
                    <a:pt x="3919152" y="3513436"/>
                  </a:lnTo>
                  <a:lnTo>
                    <a:pt x="3885233" y="3542750"/>
                  </a:lnTo>
                  <a:lnTo>
                    <a:pt x="3849215" y="3569556"/>
                  </a:lnTo>
                  <a:lnTo>
                    <a:pt x="3811236" y="3593719"/>
                  </a:lnTo>
                  <a:lnTo>
                    <a:pt x="3771430" y="3615102"/>
                  </a:lnTo>
                  <a:lnTo>
                    <a:pt x="3729936" y="3633570"/>
                  </a:lnTo>
                  <a:lnTo>
                    <a:pt x="3686888" y="3648985"/>
                  </a:lnTo>
                  <a:lnTo>
                    <a:pt x="3642422" y="3661212"/>
                  </a:lnTo>
                  <a:lnTo>
                    <a:pt x="3596676" y="3670114"/>
                  </a:lnTo>
                  <a:lnTo>
                    <a:pt x="3549786" y="3675555"/>
                  </a:lnTo>
                  <a:lnTo>
                    <a:pt x="3501887" y="36773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1341" y="4364249"/>
              <a:ext cx="4114800" cy="3677920"/>
            </a:xfrm>
            <a:custGeom>
              <a:avLst/>
              <a:gdLst/>
              <a:ahLst/>
              <a:cxnLst/>
              <a:rect l="l" t="t" r="r" b="b"/>
              <a:pathLst>
                <a:path w="4114800" h="3677920">
                  <a:moveTo>
                    <a:pt x="0" y="612911"/>
                  </a:moveTo>
                  <a:lnTo>
                    <a:pt x="1844" y="565013"/>
                  </a:lnTo>
                  <a:lnTo>
                    <a:pt x="7285" y="518122"/>
                  </a:lnTo>
                  <a:lnTo>
                    <a:pt x="16187" y="472376"/>
                  </a:lnTo>
                  <a:lnTo>
                    <a:pt x="28414" y="427911"/>
                  </a:lnTo>
                  <a:lnTo>
                    <a:pt x="43829" y="384863"/>
                  </a:lnTo>
                  <a:lnTo>
                    <a:pt x="62297" y="343368"/>
                  </a:lnTo>
                  <a:lnTo>
                    <a:pt x="83680" y="303563"/>
                  </a:lnTo>
                  <a:lnTo>
                    <a:pt x="107843" y="265584"/>
                  </a:lnTo>
                  <a:lnTo>
                    <a:pt x="134649" y="229566"/>
                  </a:lnTo>
                  <a:lnTo>
                    <a:pt x="163963" y="195647"/>
                  </a:lnTo>
                  <a:lnTo>
                    <a:pt x="195647" y="163963"/>
                  </a:lnTo>
                  <a:lnTo>
                    <a:pt x="229566" y="134649"/>
                  </a:lnTo>
                  <a:lnTo>
                    <a:pt x="265584" y="107843"/>
                  </a:lnTo>
                  <a:lnTo>
                    <a:pt x="303563" y="83680"/>
                  </a:lnTo>
                  <a:lnTo>
                    <a:pt x="343368" y="62297"/>
                  </a:lnTo>
                  <a:lnTo>
                    <a:pt x="384863" y="43829"/>
                  </a:lnTo>
                  <a:lnTo>
                    <a:pt x="427911" y="28414"/>
                  </a:lnTo>
                  <a:lnTo>
                    <a:pt x="472377" y="16187"/>
                  </a:lnTo>
                  <a:lnTo>
                    <a:pt x="518123" y="7285"/>
                  </a:lnTo>
                  <a:lnTo>
                    <a:pt x="565013" y="1844"/>
                  </a:lnTo>
                  <a:lnTo>
                    <a:pt x="612912" y="0"/>
                  </a:lnTo>
                  <a:lnTo>
                    <a:pt x="3501887" y="0"/>
                  </a:lnTo>
                  <a:lnTo>
                    <a:pt x="3550419" y="1923"/>
                  </a:lnTo>
                  <a:lnTo>
                    <a:pt x="3598346" y="7635"/>
                  </a:lnTo>
                  <a:lnTo>
                    <a:pt x="3645462" y="17051"/>
                  </a:lnTo>
                  <a:lnTo>
                    <a:pt x="3691562" y="30086"/>
                  </a:lnTo>
                  <a:lnTo>
                    <a:pt x="3736438" y="46655"/>
                  </a:lnTo>
                  <a:lnTo>
                    <a:pt x="3779887" y="66672"/>
                  </a:lnTo>
                  <a:lnTo>
                    <a:pt x="3821701" y="90052"/>
                  </a:lnTo>
                  <a:lnTo>
                    <a:pt x="3861675" y="116709"/>
                  </a:lnTo>
                  <a:lnTo>
                    <a:pt x="3899604" y="146560"/>
                  </a:lnTo>
                  <a:lnTo>
                    <a:pt x="3935281" y="179517"/>
                  </a:lnTo>
                  <a:lnTo>
                    <a:pt x="3968239" y="215195"/>
                  </a:lnTo>
                  <a:lnTo>
                    <a:pt x="3998090" y="253123"/>
                  </a:lnTo>
                  <a:lnTo>
                    <a:pt x="4024747" y="293098"/>
                  </a:lnTo>
                  <a:lnTo>
                    <a:pt x="4048127" y="334912"/>
                  </a:lnTo>
                  <a:lnTo>
                    <a:pt x="4068144" y="378360"/>
                  </a:lnTo>
                  <a:lnTo>
                    <a:pt x="4084713" y="423237"/>
                  </a:lnTo>
                  <a:lnTo>
                    <a:pt x="4097748" y="469336"/>
                  </a:lnTo>
                  <a:lnTo>
                    <a:pt x="4107164" y="516452"/>
                  </a:lnTo>
                  <a:lnTo>
                    <a:pt x="4112876" y="564379"/>
                  </a:lnTo>
                  <a:lnTo>
                    <a:pt x="4114799" y="612911"/>
                  </a:lnTo>
                  <a:lnTo>
                    <a:pt x="4114799" y="3064487"/>
                  </a:lnTo>
                  <a:lnTo>
                    <a:pt x="4112955" y="3112386"/>
                  </a:lnTo>
                  <a:lnTo>
                    <a:pt x="4107514" y="3159276"/>
                  </a:lnTo>
                  <a:lnTo>
                    <a:pt x="4098612" y="3205022"/>
                  </a:lnTo>
                  <a:lnTo>
                    <a:pt x="4086385" y="3249487"/>
                  </a:lnTo>
                  <a:lnTo>
                    <a:pt x="4070970" y="3292536"/>
                  </a:lnTo>
                  <a:lnTo>
                    <a:pt x="4052502" y="3334031"/>
                  </a:lnTo>
                  <a:lnTo>
                    <a:pt x="4031119" y="3373836"/>
                  </a:lnTo>
                  <a:lnTo>
                    <a:pt x="4006956" y="3411815"/>
                  </a:lnTo>
                  <a:lnTo>
                    <a:pt x="3980150" y="3447833"/>
                  </a:lnTo>
                  <a:lnTo>
                    <a:pt x="3950836" y="3481752"/>
                  </a:lnTo>
                  <a:lnTo>
                    <a:pt x="3919152" y="3513436"/>
                  </a:lnTo>
                  <a:lnTo>
                    <a:pt x="3885233" y="3542750"/>
                  </a:lnTo>
                  <a:lnTo>
                    <a:pt x="3849215" y="3569556"/>
                  </a:lnTo>
                  <a:lnTo>
                    <a:pt x="3811236" y="3593719"/>
                  </a:lnTo>
                  <a:lnTo>
                    <a:pt x="3771430" y="3615102"/>
                  </a:lnTo>
                  <a:lnTo>
                    <a:pt x="3729936" y="3633570"/>
                  </a:lnTo>
                  <a:lnTo>
                    <a:pt x="3686888" y="3648985"/>
                  </a:lnTo>
                  <a:lnTo>
                    <a:pt x="3642422" y="3661212"/>
                  </a:lnTo>
                  <a:lnTo>
                    <a:pt x="3596676" y="3670114"/>
                  </a:lnTo>
                  <a:lnTo>
                    <a:pt x="3549786" y="3675555"/>
                  </a:lnTo>
                  <a:lnTo>
                    <a:pt x="3501887" y="3677399"/>
                  </a:lnTo>
                  <a:lnTo>
                    <a:pt x="612912" y="3677399"/>
                  </a:lnTo>
                  <a:lnTo>
                    <a:pt x="565013" y="3675555"/>
                  </a:lnTo>
                  <a:lnTo>
                    <a:pt x="518123" y="3670114"/>
                  </a:lnTo>
                  <a:lnTo>
                    <a:pt x="472377" y="3661212"/>
                  </a:lnTo>
                  <a:lnTo>
                    <a:pt x="427911" y="3648985"/>
                  </a:lnTo>
                  <a:lnTo>
                    <a:pt x="384863" y="3633570"/>
                  </a:lnTo>
                  <a:lnTo>
                    <a:pt x="343368" y="3615102"/>
                  </a:lnTo>
                  <a:lnTo>
                    <a:pt x="303563" y="3593719"/>
                  </a:lnTo>
                  <a:lnTo>
                    <a:pt x="265584" y="3569556"/>
                  </a:lnTo>
                  <a:lnTo>
                    <a:pt x="229566" y="3542750"/>
                  </a:lnTo>
                  <a:lnTo>
                    <a:pt x="195647" y="3513436"/>
                  </a:lnTo>
                  <a:lnTo>
                    <a:pt x="163963" y="3481752"/>
                  </a:lnTo>
                  <a:lnTo>
                    <a:pt x="134649" y="3447833"/>
                  </a:lnTo>
                  <a:lnTo>
                    <a:pt x="107843" y="3411815"/>
                  </a:lnTo>
                  <a:lnTo>
                    <a:pt x="83680" y="3373836"/>
                  </a:lnTo>
                  <a:lnTo>
                    <a:pt x="62297" y="3334031"/>
                  </a:lnTo>
                  <a:lnTo>
                    <a:pt x="43829" y="3292536"/>
                  </a:lnTo>
                  <a:lnTo>
                    <a:pt x="28414" y="3249487"/>
                  </a:lnTo>
                  <a:lnTo>
                    <a:pt x="16187" y="3205022"/>
                  </a:lnTo>
                  <a:lnTo>
                    <a:pt x="7285" y="3159276"/>
                  </a:lnTo>
                  <a:lnTo>
                    <a:pt x="1844" y="3112386"/>
                  </a:lnTo>
                  <a:lnTo>
                    <a:pt x="0" y="3064487"/>
                  </a:lnTo>
                  <a:lnTo>
                    <a:pt x="0" y="6129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05386" y="5747401"/>
            <a:ext cx="212725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005" marR="5080" indent="-27940">
              <a:lnSpc>
                <a:spcPct val="100400"/>
              </a:lnSpc>
              <a:spcBef>
                <a:spcPts val="85"/>
              </a:spcBef>
            </a:pPr>
            <a:r>
              <a:rPr sz="2800" b="1" spc="-110" dirty="0">
                <a:latin typeface="Tahoma"/>
                <a:cs typeface="Tahoma"/>
              </a:rPr>
              <a:t>4GB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32-bit  </a:t>
            </a: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60512" y="1730885"/>
            <a:ext cx="2644140" cy="2638425"/>
            <a:chOff x="2760512" y="1730885"/>
            <a:chExt cx="2644140" cy="2638425"/>
          </a:xfrm>
        </p:grpSpPr>
        <p:sp>
          <p:nvSpPr>
            <p:cNvPr id="9" name="object 9"/>
            <p:cNvSpPr/>
            <p:nvPr/>
          </p:nvSpPr>
          <p:spPr>
            <a:xfrm>
              <a:off x="2765274" y="1735647"/>
              <a:ext cx="2634615" cy="2628900"/>
            </a:xfrm>
            <a:custGeom>
              <a:avLst/>
              <a:gdLst/>
              <a:ahLst/>
              <a:cxnLst/>
              <a:rect l="l" t="t" r="r" b="b"/>
              <a:pathLst>
                <a:path w="2634615" h="2628900">
                  <a:moveTo>
                    <a:pt x="1316999" y="2628599"/>
                  </a:moveTo>
                  <a:lnTo>
                    <a:pt x="1268718" y="2627732"/>
                  </a:lnTo>
                  <a:lnTo>
                    <a:pt x="1220874" y="2625152"/>
                  </a:lnTo>
                  <a:lnTo>
                    <a:pt x="1173498" y="2620887"/>
                  </a:lnTo>
                  <a:lnTo>
                    <a:pt x="1126619" y="2614968"/>
                  </a:lnTo>
                  <a:lnTo>
                    <a:pt x="1080267" y="2607424"/>
                  </a:lnTo>
                  <a:lnTo>
                    <a:pt x="1034472" y="2598285"/>
                  </a:lnTo>
                  <a:lnTo>
                    <a:pt x="989264" y="2587581"/>
                  </a:lnTo>
                  <a:lnTo>
                    <a:pt x="944672" y="2575341"/>
                  </a:lnTo>
                  <a:lnTo>
                    <a:pt x="900726" y="2561595"/>
                  </a:lnTo>
                  <a:lnTo>
                    <a:pt x="857456" y="2546373"/>
                  </a:lnTo>
                  <a:lnTo>
                    <a:pt x="814891" y="2529705"/>
                  </a:lnTo>
                  <a:lnTo>
                    <a:pt x="773062" y="2511619"/>
                  </a:lnTo>
                  <a:lnTo>
                    <a:pt x="731998" y="2492147"/>
                  </a:lnTo>
                  <a:lnTo>
                    <a:pt x="691729" y="2471317"/>
                  </a:lnTo>
                  <a:lnTo>
                    <a:pt x="652284" y="2449159"/>
                  </a:lnTo>
                  <a:lnTo>
                    <a:pt x="613694" y="2425703"/>
                  </a:lnTo>
                  <a:lnTo>
                    <a:pt x="575988" y="2400979"/>
                  </a:lnTo>
                  <a:lnTo>
                    <a:pt x="539196" y="2375016"/>
                  </a:lnTo>
                  <a:lnTo>
                    <a:pt x="503348" y="2347844"/>
                  </a:lnTo>
                  <a:lnTo>
                    <a:pt x="468473" y="2319492"/>
                  </a:lnTo>
                  <a:lnTo>
                    <a:pt x="434601" y="2289992"/>
                  </a:lnTo>
                  <a:lnTo>
                    <a:pt x="401763" y="2259371"/>
                  </a:lnTo>
                  <a:lnTo>
                    <a:pt x="369987" y="2227660"/>
                  </a:lnTo>
                  <a:lnTo>
                    <a:pt x="339303" y="2194888"/>
                  </a:lnTo>
                  <a:lnTo>
                    <a:pt x="309741" y="2161086"/>
                  </a:lnTo>
                  <a:lnTo>
                    <a:pt x="281332" y="2126283"/>
                  </a:lnTo>
                  <a:lnTo>
                    <a:pt x="254104" y="2090508"/>
                  </a:lnTo>
                  <a:lnTo>
                    <a:pt x="228088" y="2053791"/>
                  </a:lnTo>
                  <a:lnTo>
                    <a:pt x="203313" y="2016163"/>
                  </a:lnTo>
                  <a:lnTo>
                    <a:pt x="179809" y="1977652"/>
                  </a:lnTo>
                  <a:lnTo>
                    <a:pt x="157605" y="1938288"/>
                  </a:lnTo>
                  <a:lnTo>
                    <a:pt x="136732" y="1898102"/>
                  </a:lnTo>
                  <a:lnTo>
                    <a:pt x="117220" y="1857122"/>
                  </a:lnTo>
                  <a:lnTo>
                    <a:pt x="99097" y="1815378"/>
                  </a:lnTo>
                  <a:lnTo>
                    <a:pt x="82394" y="1772901"/>
                  </a:lnTo>
                  <a:lnTo>
                    <a:pt x="67141" y="1729720"/>
                  </a:lnTo>
                  <a:lnTo>
                    <a:pt x="53367" y="1685864"/>
                  </a:lnTo>
                  <a:lnTo>
                    <a:pt x="41102" y="1641363"/>
                  </a:lnTo>
                  <a:lnTo>
                    <a:pt x="30376" y="1596248"/>
                  </a:lnTo>
                  <a:lnTo>
                    <a:pt x="21218" y="1550547"/>
                  </a:lnTo>
                  <a:lnTo>
                    <a:pt x="13659" y="1504290"/>
                  </a:lnTo>
                  <a:lnTo>
                    <a:pt x="7727" y="1457507"/>
                  </a:lnTo>
                  <a:lnTo>
                    <a:pt x="3454" y="1410228"/>
                  </a:lnTo>
                  <a:lnTo>
                    <a:pt x="868" y="1362482"/>
                  </a:lnTo>
                  <a:lnTo>
                    <a:pt x="0" y="1314299"/>
                  </a:lnTo>
                  <a:lnTo>
                    <a:pt x="868" y="1266117"/>
                  </a:lnTo>
                  <a:lnTo>
                    <a:pt x="3454" y="1218371"/>
                  </a:lnTo>
                  <a:lnTo>
                    <a:pt x="7727" y="1171092"/>
                  </a:lnTo>
                  <a:lnTo>
                    <a:pt x="13659" y="1124309"/>
                  </a:lnTo>
                  <a:lnTo>
                    <a:pt x="21218" y="1078052"/>
                  </a:lnTo>
                  <a:lnTo>
                    <a:pt x="30376" y="1032351"/>
                  </a:lnTo>
                  <a:lnTo>
                    <a:pt x="41102" y="987236"/>
                  </a:lnTo>
                  <a:lnTo>
                    <a:pt x="53367" y="942735"/>
                  </a:lnTo>
                  <a:lnTo>
                    <a:pt x="67141" y="898879"/>
                  </a:lnTo>
                  <a:lnTo>
                    <a:pt x="82394" y="855698"/>
                  </a:lnTo>
                  <a:lnTo>
                    <a:pt x="99097" y="813220"/>
                  </a:lnTo>
                  <a:lnTo>
                    <a:pt x="117220" y="771477"/>
                  </a:lnTo>
                  <a:lnTo>
                    <a:pt x="136732" y="730497"/>
                  </a:lnTo>
                  <a:lnTo>
                    <a:pt x="157605" y="690311"/>
                  </a:lnTo>
                  <a:lnTo>
                    <a:pt x="179809" y="650947"/>
                  </a:lnTo>
                  <a:lnTo>
                    <a:pt x="203313" y="612436"/>
                  </a:lnTo>
                  <a:lnTo>
                    <a:pt x="228088" y="574807"/>
                  </a:lnTo>
                  <a:lnTo>
                    <a:pt x="254104" y="538091"/>
                  </a:lnTo>
                  <a:lnTo>
                    <a:pt x="281332" y="502316"/>
                  </a:lnTo>
                  <a:lnTo>
                    <a:pt x="309741" y="467513"/>
                  </a:lnTo>
                  <a:lnTo>
                    <a:pt x="339303" y="433710"/>
                  </a:lnTo>
                  <a:lnTo>
                    <a:pt x="369987" y="400939"/>
                  </a:lnTo>
                  <a:lnTo>
                    <a:pt x="401763" y="369228"/>
                  </a:lnTo>
                  <a:lnTo>
                    <a:pt x="434601" y="338607"/>
                  </a:lnTo>
                  <a:lnTo>
                    <a:pt x="468473" y="309106"/>
                  </a:lnTo>
                  <a:lnTo>
                    <a:pt x="503348" y="280755"/>
                  </a:lnTo>
                  <a:lnTo>
                    <a:pt x="539196" y="253583"/>
                  </a:lnTo>
                  <a:lnTo>
                    <a:pt x="575988" y="227620"/>
                  </a:lnTo>
                  <a:lnTo>
                    <a:pt x="613694" y="202896"/>
                  </a:lnTo>
                  <a:lnTo>
                    <a:pt x="652284" y="179440"/>
                  </a:lnTo>
                  <a:lnTo>
                    <a:pt x="691729" y="157282"/>
                  </a:lnTo>
                  <a:lnTo>
                    <a:pt x="731998" y="136452"/>
                  </a:lnTo>
                  <a:lnTo>
                    <a:pt x="773062" y="116979"/>
                  </a:lnTo>
                  <a:lnTo>
                    <a:pt x="814891" y="98894"/>
                  </a:lnTo>
                  <a:lnTo>
                    <a:pt x="857456" y="82225"/>
                  </a:lnTo>
                  <a:lnTo>
                    <a:pt x="900726" y="67003"/>
                  </a:lnTo>
                  <a:lnTo>
                    <a:pt x="944672" y="53258"/>
                  </a:lnTo>
                  <a:lnTo>
                    <a:pt x="989264" y="41018"/>
                  </a:lnTo>
                  <a:lnTo>
                    <a:pt x="1034472" y="30314"/>
                  </a:lnTo>
                  <a:lnTo>
                    <a:pt x="1080267" y="21175"/>
                  </a:lnTo>
                  <a:lnTo>
                    <a:pt x="1126619" y="13631"/>
                  </a:lnTo>
                  <a:lnTo>
                    <a:pt x="1173498" y="7712"/>
                  </a:lnTo>
                  <a:lnTo>
                    <a:pt x="1220874" y="3447"/>
                  </a:lnTo>
                  <a:lnTo>
                    <a:pt x="1268718" y="866"/>
                  </a:lnTo>
                  <a:lnTo>
                    <a:pt x="1316999" y="0"/>
                  </a:lnTo>
                  <a:lnTo>
                    <a:pt x="1366793" y="938"/>
                  </a:lnTo>
                  <a:lnTo>
                    <a:pt x="1416344" y="3741"/>
                  </a:lnTo>
                  <a:lnTo>
                    <a:pt x="1465605" y="8388"/>
                  </a:lnTo>
                  <a:lnTo>
                    <a:pt x="1514528" y="14861"/>
                  </a:lnTo>
                  <a:lnTo>
                    <a:pt x="1563065" y="23138"/>
                  </a:lnTo>
                  <a:lnTo>
                    <a:pt x="1611169" y="33200"/>
                  </a:lnTo>
                  <a:lnTo>
                    <a:pt x="1658792" y="45028"/>
                  </a:lnTo>
                  <a:lnTo>
                    <a:pt x="1705886" y="58602"/>
                  </a:lnTo>
                  <a:lnTo>
                    <a:pt x="1752403" y="73902"/>
                  </a:lnTo>
                  <a:lnTo>
                    <a:pt x="1798296" y="90908"/>
                  </a:lnTo>
                  <a:lnTo>
                    <a:pt x="1843517" y="109601"/>
                  </a:lnTo>
                  <a:lnTo>
                    <a:pt x="1888018" y="129960"/>
                  </a:lnTo>
                  <a:lnTo>
                    <a:pt x="1931752" y="151967"/>
                  </a:lnTo>
                  <a:lnTo>
                    <a:pt x="1974670" y="175601"/>
                  </a:lnTo>
                  <a:lnTo>
                    <a:pt x="2016725" y="200843"/>
                  </a:lnTo>
                  <a:lnTo>
                    <a:pt x="2057870" y="227672"/>
                  </a:lnTo>
                  <a:lnTo>
                    <a:pt x="2098056" y="256070"/>
                  </a:lnTo>
                  <a:lnTo>
                    <a:pt x="2137235" y="286017"/>
                  </a:lnTo>
                  <a:lnTo>
                    <a:pt x="2175361" y="317492"/>
                  </a:lnTo>
                  <a:lnTo>
                    <a:pt x="2212385" y="350476"/>
                  </a:lnTo>
                  <a:lnTo>
                    <a:pt x="2248259" y="384949"/>
                  </a:lnTo>
                  <a:lnTo>
                    <a:pt x="2282803" y="420750"/>
                  </a:lnTo>
                  <a:lnTo>
                    <a:pt x="2315855" y="457698"/>
                  </a:lnTo>
                  <a:lnTo>
                    <a:pt x="2347395" y="495745"/>
                  </a:lnTo>
                  <a:lnTo>
                    <a:pt x="2377403" y="534844"/>
                  </a:lnTo>
                  <a:lnTo>
                    <a:pt x="2405859" y="574948"/>
                  </a:lnTo>
                  <a:lnTo>
                    <a:pt x="2432744" y="616008"/>
                  </a:lnTo>
                  <a:lnTo>
                    <a:pt x="2458037" y="657977"/>
                  </a:lnTo>
                  <a:lnTo>
                    <a:pt x="2481720" y="700807"/>
                  </a:lnTo>
                  <a:lnTo>
                    <a:pt x="2503772" y="744451"/>
                  </a:lnTo>
                  <a:lnTo>
                    <a:pt x="2524173" y="788861"/>
                  </a:lnTo>
                  <a:lnTo>
                    <a:pt x="2542904" y="833990"/>
                  </a:lnTo>
                  <a:lnTo>
                    <a:pt x="2559945" y="879789"/>
                  </a:lnTo>
                  <a:lnTo>
                    <a:pt x="2575277" y="926211"/>
                  </a:lnTo>
                  <a:lnTo>
                    <a:pt x="2588878" y="973208"/>
                  </a:lnTo>
                  <a:lnTo>
                    <a:pt x="2600731" y="1020733"/>
                  </a:lnTo>
                  <a:lnTo>
                    <a:pt x="2610814" y="1068739"/>
                  </a:lnTo>
                  <a:lnTo>
                    <a:pt x="2619108" y="1117176"/>
                  </a:lnTo>
                  <a:lnTo>
                    <a:pt x="2625593" y="1165999"/>
                  </a:lnTo>
                  <a:lnTo>
                    <a:pt x="2630250" y="1215159"/>
                  </a:lnTo>
                  <a:lnTo>
                    <a:pt x="2633059" y="1264608"/>
                  </a:lnTo>
                  <a:lnTo>
                    <a:pt x="2633999" y="1314299"/>
                  </a:lnTo>
                  <a:lnTo>
                    <a:pt x="2633131" y="1362482"/>
                  </a:lnTo>
                  <a:lnTo>
                    <a:pt x="2630545" y="1410228"/>
                  </a:lnTo>
                  <a:lnTo>
                    <a:pt x="2626272" y="1457507"/>
                  </a:lnTo>
                  <a:lnTo>
                    <a:pt x="2620340" y="1504290"/>
                  </a:lnTo>
                  <a:lnTo>
                    <a:pt x="2612781" y="1550547"/>
                  </a:lnTo>
                  <a:lnTo>
                    <a:pt x="2603623" y="1596248"/>
                  </a:lnTo>
                  <a:lnTo>
                    <a:pt x="2592897" y="1641363"/>
                  </a:lnTo>
                  <a:lnTo>
                    <a:pt x="2580632" y="1685864"/>
                  </a:lnTo>
                  <a:lnTo>
                    <a:pt x="2566858" y="1729720"/>
                  </a:lnTo>
                  <a:lnTo>
                    <a:pt x="2551605" y="1772901"/>
                  </a:lnTo>
                  <a:lnTo>
                    <a:pt x="2534902" y="1815378"/>
                  </a:lnTo>
                  <a:lnTo>
                    <a:pt x="2516779" y="1857122"/>
                  </a:lnTo>
                  <a:lnTo>
                    <a:pt x="2497267" y="1898102"/>
                  </a:lnTo>
                  <a:lnTo>
                    <a:pt x="2476394" y="1938288"/>
                  </a:lnTo>
                  <a:lnTo>
                    <a:pt x="2454190" y="1977652"/>
                  </a:lnTo>
                  <a:lnTo>
                    <a:pt x="2430686" y="2016163"/>
                  </a:lnTo>
                  <a:lnTo>
                    <a:pt x="2405911" y="2053791"/>
                  </a:lnTo>
                  <a:lnTo>
                    <a:pt x="2379895" y="2090508"/>
                  </a:lnTo>
                  <a:lnTo>
                    <a:pt x="2352667" y="2126283"/>
                  </a:lnTo>
                  <a:lnTo>
                    <a:pt x="2324258" y="2161086"/>
                  </a:lnTo>
                  <a:lnTo>
                    <a:pt x="2294696" y="2194888"/>
                  </a:lnTo>
                  <a:lnTo>
                    <a:pt x="2264012" y="2227660"/>
                  </a:lnTo>
                  <a:lnTo>
                    <a:pt x="2232236" y="2259371"/>
                  </a:lnTo>
                  <a:lnTo>
                    <a:pt x="2199398" y="2289992"/>
                  </a:lnTo>
                  <a:lnTo>
                    <a:pt x="2165526" y="2319492"/>
                  </a:lnTo>
                  <a:lnTo>
                    <a:pt x="2130651" y="2347844"/>
                  </a:lnTo>
                  <a:lnTo>
                    <a:pt x="2094803" y="2375016"/>
                  </a:lnTo>
                  <a:lnTo>
                    <a:pt x="2058011" y="2400979"/>
                  </a:lnTo>
                  <a:lnTo>
                    <a:pt x="2020305" y="2425703"/>
                  </a:lnTo>
                  <a:lnTo>
                    <a:pt x="1981715" y="2449159"/>
                  </a:lnTo>
                  <a:lnTo>
                    <a:pt x="1942270" y="2471317"/>
                  </a:lnTo>
                  <a:lnTo>
                    <a:pt x="1902001" y="2492147"/>
                  </a:lnTo>
                  <a:lnTo>
                    <a:pt x="1860937" y="2511619"/>
                  </a:lnTo>
                  <a:lnTo>
                    <a:pt x="1819108" y="2529705"/>
                  </a:lnTo>
                  <a:lnTo>
                    <a:pt x="1776543" y="2546373"/>
                  </a:lnTo>
                  <a:lnTo>
                    <a:pt x="1733273" y="2561595"/>
                  </a:lnTo>
                  <a:lnTo>
                    <a:pt x="1689327" y="2575341"/>
                  </a:lnTo>
                  <a:lnTo>
                    <a:pt x="1644735" y="2587581"/>
                  </a:lnTo>
                  <a:lnTo>
                    <a:pt x="1599527" y="2598285"/>
                  </a:lnTo>
                  <a:lnTo>
                    <a:pt x="1553732" y="2607424"/>
                  </a:lnTo>
                  <a:lnTo>
                    <a:pt x="1507380" y="2614968"/>
                  </a:lnTo>
                  <a:lnTo>
                    <a:pt x="1460501" y="2620887"/>
                  </a:lnTo>
                  <a:lnTo>
                    <a:pt x="1413125" y="2625152"/>
                  </a:lnTo>
                  <a:lnTo>
                    <a:pt x="1365281" y="2627732"/>
                  </a:lnTo>
                  <a:lnTo>
                    <a:pt x="1316999" y="2628599"/>
                  </a:lnTo>
                  <a:close/>
                </a:path>
              </a:pathLst>
            </a:custGeom>
            <a:solidFill>
              <a:srgbClr val="D7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65275" y="1735647"/>
              <a:ext cx="2634615" cy="2628900"/>
            </a:xfrm>
            <a:custGeom>
              <a:avLst/>
              <a:gdLst/>
              <a:ahLst/>
              <a:cxnLst/>
              <a:rect l="l" t="t" r="r" b="b"/>
              <a:pathLst>
                <a:path w="2634615" h="2628900">
                  <a:moveTo>
                    <a:pt x="0" y="1314299"/>
                  </a:moveTo>
                  <a:lnTo>
                    <a:pt x="868" y="1266117"/>
                  </a:lnTo>
                  <a:lnTo>
                    <a:pt x="3454" y="1218371"/>
                  </a:lnTo>
                  <a:lnTo>
                    <a:pt x="7727" y="1171092"/>
                  </a:lnTo>
                  <a:lnTo>
                    <a:pt x="13659" y="1124309"/>
                  </a:lnTo>
                  <a:lnTo>
                    <a:pt x="21218" y="1078052"/>
                  </a:lnTo>
                  <a:lnTo>
                    <a:pt x="30376" y="1032351"/>
                  </a:lnTo>
                  <a:lnTo>
                    <a:pt x="41102" y="987236"/>
                  </a:lnTo>
                  <a:lnTo>
                    <a:pt x="53367" y="942735"/>
                  </a:lnTo>
                  <a:lnTo>
                    <a:pt x="67141" y="898879"/>
                  </a:lnTo>
                  <a:lnTo>
                    <a:pt x="82394" y="855698"/>
                  </a:lnTo>
                  <a:lnTo>
                    <a:pt x="99097" y="813220"/>
                  </a:lnTo>
                  <a:lnTo>
                    <a:pt x="117220" y="771477"/>
                  </a:lnTo>
                  <a:lnTo>
                    <a:pt x="136732" y="730497"/>
                  </a:lnTo>
                  <a:lnTo>
                    <a:pt x="157605" y="690311"/>
                  </a:lnTo>
                  <a:lnTo>
                    <a:pt x="179809" y="650947"/>
                  </a:lnTo>
                  <a:lnTo>
                    <a:pt x="203313" y="612436"/>
                  </a:lnTo>
                  <a:lnTo>
                    <a:pt x="228088" y="574807"/>
                  </a:lnTo>
                  <a:lnTo>
                    <a:pt x="254104" y="538091"/>
                  </a:lnTo>
                  <a:lnTo>
                    <a:pt x="281332" y="502316"/>
                  </a:lnTo>
                  <a:lnTo>
                    <a:pt x="309741" y="467513"/>
                  </a:lnTo>
                  <a:lnTo>
                    <a:pt x="339303" y="433710"/>
                  </a:lnTo>
                  <a:lnTo>
                    <a:pt x="369987" y="400939"/>
                  </a:lnTo>
                  <a:lnTo>
                    <a:pt x="401763" y="369228"/>
                  </a:lnTo>
                  <a:lnTo>
                    <a:pt x="434601" y="338607"/>
                  </a:lnTo>
                  <a:lnTo>
                    <a:pt x="468473" y="309106"/>
                  </a:lnTo>
                  <a:lnTo>
                    <a:pt x="503348" y="280755"/>
                  </a:lnTo>
                  <a:lnTo>
                    <a:pt x="539196" y="253583"/>
                  </a:lnTo>
                  <a:lnTo>
                    <a:pt x="575988" y="227620"/>
                  </a:lnTo>
                  <a:lnTo>
                    <a:pt x="613694" y="202896"/>
                  </a:lnTo>
                  <a:lnTo>
                    <a:pt x="652284" y="179440"/>
                  </a:lnTo>
                  <a:lnTo>
                    <a:pt x="691729" y="157282"/>
                  </a:lnTo>
                  <a:lnTo>
                    <a:pt x="731998" y="136452"/>
                  </a:lnTo>
                  <a:lnTo>
                    <a:pt x="773062" y="116979"/>
                  </a:lnTo>
                  <a:lnTo>
                    <a:pt x="814891" y="98894"/>
                  </a:lnTo>
                  <a:lnTo>
                    <a:pt x="857456" y="82225"/>
                  </a:lnTo>
                  <a:lnTo>
                    <a:pt x="900726" y="67003"/>
                  </a:lnTo>
                  <a:lnTo>
                    <a:pt x="944672" y="53258"/>
                  </a:lnTo>
                  <a:lnTo>
                    <a:pt x="989264" y="41018"/>
                  </a:lnTo>
                  <a:lnTo>
                    <a:pt x="1034472" y="30314"/>
                  </a:lnTo>
                  <a:lnTo>
                    <a:pt x="1080267" y="21175"/>
                  </a:lnTo>
                  <a:lnTo>
                    <a:pt x="1126619" y="13631"/>
                  </a:lnTo>
                  <a:lnTo>
                    <a:pt x="1173498" y="7712"/>
                  </a:lnTo>
                  <a:lnTo>
                    <a:pt x="1220874" y="3447"/>
                  </a:lnTo>
                  <a:lnTo>
                    <a:pt x="1268718" y="866"/>
                  </a:lnTo>
                  <a:lnTo>
                    <a:pt x="1316999" y="0"/>
                  </a:lnTo>
                  <a:lnTo>
                    <a:pt x="1366793" y="938"/>
                  </a:lnTo>
                  <a:lnTo>
                    <a:pt x="1416344" y="3741"/>
                  </a:lnTo>
                  <a:lnTo>
                    <a:pt x="1465605" y="8388"/>
                  </a:lnTo>
                  <a:lnTo>
                    <a:pt x="1514528" y="14861"/>
                  </a:lnTo>
                  <a:lnTo>
                    <a:pt x="1563065" y="23138"/>
                  </a:lnTo>
                  <a:lnTo>
                    <a:pt x="1611169" y="33200"/>
                  </a:lnTo>
                  <a:lnTo>
                    <a:pt x="1658792" y="45028"/>
                  </a:lnTo>
                  <a:lnTo>
                    <a:pt x="1705886" y="58602"/>
                  </a:lnTo>
                  <a:lnTo>
                    <a:pt x="1752403" y="73902"/>
                  </a:lnTo>
                  <a:lnTo>
                    <a:pt x="1798296" y="90908"/>
                  </a:lnTo>
                  <a:lnTo>
                    <a:pt x="1843517" y="109601"/>
                  </a:lnTo>
                  <a:lnTo>
                    <a:pt x="1888018" y="129960"/>
                  </a:lnTo>
                  <a:lnTo>
                    <a:pt x="1931752" y="151967"/>
                  </a:lnTo>
                  <a:lnTo>
                    <a:pt x="1974670" y="175601"/>
                  </a:lnTo>
                  <a:lnTo>
                    <a:pt x="2016726" y="200843"/>
                  </a:lnTo>
                  <a:lnTo>
                    <a:pt x="2057870" y="227672"/>
                  </a:lnTo>
                  <a:lnTo>
                    <a:pt x="2098056" y="256070"/>
                  </a:lnTo>
                  <a:lnTo>
                    <a:pt x="2137235" y="286017"/>
                  </a:lnTo>
                  <a:lnTo>
                    <a:pt x="2175361" y="317492"/>
                  </a:lnTo>
                  <a:lnTo>
                    <a:pt x="2212385" y="350476"/>
                  </a:lnTo>
                  <a:lnTo>
                    <a:pt x="2248259" y="384949"/>
                  </a:lnTo>
                  <a:lnTo>
                    <a:pt x="2282803" y="420750"/>
                  </a:lnTo>
                  <a:lnTo>
                    <a:pt x="2315855" y="457698"/>
                  </a:lnTo>
                  <a:lnTo>
                    <a:pt x="2347395" y="495745"/>
                  </a:lnTo>
                  <a:lnTo>
                    <a:pt x="2377403" y="534844"/>
                  </a:lnTo>
                  <a:lnTo>
                    <a:pt x="2405859" y="574948"/>
                  </a:lnTo>
                  <a:lnTo>
                    <a:pt x="2432744" y="616008"/>
                  </a:lnTo>
                  <a:lnTo>
                    <a:pt x="2458037" y="657977"/>
                  </a:lnTo>
                  <a:lnTo>
                    <a:pt x="2481720" y="700807"/>
                  </a:lnTo>
                  <a:lnTo>
                    <a:pt x="2503772" y="744451"/>
                  </a:lnTo>
                  <a:lnTo>
                    <a:pt x="2524173" y="788861"/>
                  </a:lnTo>
                  <a:lnTo>
                    <a:pt x="2542904" y="833990"/>
                  </a:lnTo>
                  <a:lnTo>
                    <a:pt x="2559945" y="879789"/>
                  </a:lnTo>
                  <a:lnTo>
                    <a:pt x="2575277" y="926211"/>
                  </a:lnTo>
                  <a:lnTo>
                    <a:pt x="2588878" y="973208"/>
                  </a:lnTo>
                  <a:lnTo>
                    <a:pt x="2600731" y="1020733"/>
                  </a:lnTo>
                  <a:lnTo>
                    <a:pt x="2610814" y="1068739"/>
                  </a:lnTo>
                  <a:lnTo>
                    <a:pt x="2619108" y="1117176"/>
                  </a:lnTo>
                  <a:lnTo>
                    <a:pt x="2625593" y="1165999"/>
                  </a:lnTo>
                  <a:lnTo>
                    <a:pt x="2630250" y="1215159"/>
                  </a:lnTo>
                  <a:lnTo>
                    <a:pt x="2633059" y="1264608"/>
                  </a:lnTo>
                  <a:lnTo>
                    <a:pt x="2633999" y="1314299"/>
                  </a:lnTo>
                  <a:lnTo>
                    <a:pt x="2633131" y="1362482"/>
                  </a:lnTo>
                  <a:lnTo>
                    <a:pt x="2630545" y="1410228"/>
                  </a:lnTo>
                  <a:lnTo>
                    <a:pt x="2626272" y="1457507"/>
                  </a:lnTo>
                  <a:lnTo>
                    <a:pt x="2620340" y="1504290"/>
                  </a:lnTo>
                  <a:lnTo>
                    <a:pt x="2612781" y="1550547"/>
                  </a:lnTo>
                  <a:lnTo>
                    <a:pt x="2603623" y="1596248"/>
                  </a:lnTo>
                  <a:lnTo>
                    <a:pt x="2592897" y="1641363"/>
                  </a:lnTo>
                  <a:lnTo>
                    <a:pt x="2580632" y="1685864"/>
                  </a:lnTo>
                  <a:lnTo>
                    <a:pt x="2566858" y="1729720"/>
                  </a:lnTo>
                  <a:lnTo>
                    <a:pt x="2551605" y="1772901"/>
                  </a:lnTo>
                  <a:lnTo>
                    <a:pt x="2534902" y="1815378"/>
                  </a:lnTo>
                  <a:lnTo>
                    <a:pt x="2516779" y="1857122"/>
                  </a:lnTo>
                  <a:lnTo>
                    <a:pt x="2497267" y="1898102"/>
                  </a:lnTo>
                  <a:lnTo>
                    <a:pt x="2476394" y="1938288"/>
                  </a:lnTo>
                  <a:lnTo>
                    <a:pt x="2454190" y="1977652"/>
                  </a:lnTo>
                  <a:lnTo>
                    <a:pt x="2430686" y="2016163"/>
                  </a:lnTo>
                  <a:lnTo>
                    <a:pt x="2405911" y="2053791"/>
                  </a:lnTo>
                  <a:lnTo>
                    <a:pt x="2379895" y="2090508"/>
                  </a:lnTo>
                  <a:lnTo>
                    <a:pt x="2352667" y="2126283"/>
                  </a:lnTo>
                  <a:lnTo>
                    <a:pt x="2324258" y="2161086"/>
                  </a:lnTo>
                  <a:lnTo>
                    <a:pt x="2294696" y="2194888"/>
                  </a:lnTo>
                  <a:lnTo>
                    <a:pt x="2264012" y="2227660"/>
                  </a:lnTo>
                  <a:lnTo>
                    <a:pt x="2232236" y="2259371"/>
                  </a:lnTo>
                  <a:lnTo>
                    <a:pt x="2199398" y="2289992"/>
                  </a:lnTo>
                  <a:lnTo>
                    <a:pt x="2165526" y="2319492"/>
                  </a:lnTo>
                  <a:lnTo>
                    <a:pt x="2130651" y="2347844"/>
                  </a:lnTo>
                  <a:lnTo>
                    <a:pt x="2094803" y="2375016"/>
                  </a:lnTo>
                  <a:lnTo>
                    <a:pt x="2058011" y="2400979"/>
                  </a:lnTo>
                  <a:lnTo>
                    <a:pt x="2020305" y="2425703"/>
                  </a:lnTo>
                  <a:lnTo>
                    <a:pt x="1981715" y="2449159"/>
                  </a:lnTo>
                  <a:lnTo>
                    <a:pt x="1942270" y="2471317"/>
                  </a:lnTo>
                  <a:lnTo>
                    <a:pt x="1902001" y="2492147"/>
                  </a:lnTo>
                  <a:lnTo>
                    <a:pt x="1860937" y="2511619"/>
                  </a:lnTo>
                  <a:lnTo>
                    <a:pt x="1819108" y="2529705"/>
                  </a:lnTo>
                  <a:lnTo>
                    <a:pt x="1776543" y="2546373"/>
                  </a:lnTo>
                  <a:lnTo>
                    <a:pt x="1733273" y="2561595"/>
                  </a:lnTo>
                  <a:lnTo>
                    <a:pt x="1689327" y="2575341"/>
                  </a:lnTo>
                  <a:lnTo>
                    <a:pt x="1644735" y="2587581"/>
                  </a:lnTo>
                  <a:lnTo>
                    <a:pt x="1599527" y="2598285"/>
                  </a:lnTo>
                  <a:lnTo>
                    <a:pt x="1553732" y="2607424"/>
                  </a:lnTo>
                  <a:lnTo>
                    <a:pt x="1507380" y="2614968"/>
                  </a:lnTo>
                  <a:lnTo>
                    <a:pt x="1460501" y="2620887"/>
                  </a:lnTo>
                  <a:lnTo>
                    <a:pt x="1413125" y="2625152"/>
                  </a:lnTo>
                  <a:lnTo>
                    <a:pt x="1365281" y="2627732"/>
                  </a:lnTo>
                  <a:lnTo>
                    <a:pt x="1316999" y="2628599"/>
                  </a:lnTo>
                  <a:lnTo>
                    <a:pt x="1268718" y="2627732"/>
                  </a:lnTo>
                  <a:lnTo>
                    <a:pt x="1220874" y="2625152"/>
                  </a:lnTo>
                  <a:lnTo>
                    <a:pt x="1173498" y="2620887"/>
                  </a:lnTo>
                  <a:lnTo>
                    <a:pt x="1126619" y="2614968"/>
                  </a:lnTo>
                  <a:lnTo>
                    <a:pt x="1080267" y="2607424"/>
                  </a:lnTo>
                  <a:lnTo>
                    <a:pt x="1034472" y="2598285"/>
                  </a:lnTo>
                  <a:lnTo>
                    <a:pt x="989264" y="2587581"/>
                  </a:lnTo>
                  <a:lnTo>
                    <a:pt x="944672" y="2575341"/>
                  </a:lnTo>
                  <a:lnTo>
                    <a:pt x="900726" y="2561595"/>
                  </a:lnTo>
                  <a:lnTo>
                    <a:pt x="857456" y="2546373"/>
                  </a:lnTo>
                  <a:lnTo>
                    <a:pt x="814891" y="2529705"/>
                  </a:lnTo>
                  <a:lnTo>
                    <a:pt x="773062" y="2511619"/>
                  </a:lnTo>
                  <a:lnTo>
                    <a:pt x="731998" y="2492147"/>
                  </a:lnTo>
                  <a:lnTo>
                    <a:pt x="691729" y="2471317"/>
                  </a:lnTo>
                  <a:lnTo>
                    <a:pt x="652284" y="2449159"/>
                  </a:lnTo>
                  <a:lnTo>
                    <a:pt x="613694" y="2425703"/>
                  </a:lnTo>
                  <a:lnTo>
                    <a:pt x="575988" y="2400979"/>
                  </a:lnTo>
                  <a:lnTo>
                    <a:pt x="539196" y="2375016"/>
                  </a:lnTo>
                  <a:lnTo>
                    <a:pt x="503348" y="2347844"/>
                  </a:lnTo>
                  <a:lnTo>
                    <a:pt x="468473" y="2319492"/>
                  </a:lnTo>
                  <a:lnTo>
                    <a:pt x="434601" y="2289992"/>
                  </a:lnTo>
                  <a:lnTo>
                    <a:pt x="401763" y="2259371"/>
                  </a:lnTo>
                  <a:lnTo>
                    <a:pt x="369987" y="2227660"/>
                  </a:lnTo>
                  <a:lnTo>
                    <a:pt x="339303" y="2194888"/>
                  </a:lnTo>
                  <a:lnTo>
                    <a:pt x="309741" y="2161086"/>
                  </a:lnTo>
                  <a:lnTo>
                    <a:pt x="281332" y="2126283"/>
                  </a:lnTo>
                  <a:lnTo>
                    <a:pt x="254104" y="2090508"/>
                  </a:lnTo>
                  <a:lnTo>
                    <a:pt x="228088" y="2053791"/>
                  </a:lnTo>
                  <a:lnTo>
                    <a:pt x="203313" y="2016163"/>
                  </a:lnTo>
                  <a:lnTo>
                    <a:pt x="179809" y="1977652"/>
                  </a:lnTo>
                  <a:lnTo>
                    <a:pt x="157605" y="1938288"/>
                  </a:lnTo>
                  <a:lnTo>
                    <a:pt x="136732" y="1898102"/>
                  </a:lnTo>
                  <a:lnTo>
                    <a:pt x="117220" y="1857122"/>
                  </a:lnTo>
                  <a:lnTo>
                    <a:pt x="99097" y="1815378"/>
                  </a:lnTo>
                  <a:lnTo>
                    <a:pt x="82394" y="1772901"/>
                  </a:lnTo>
                  <a:lnTo>
                    <a:pt x="67141" y="1729720"/>
                  </a:lnTo>
                  <a:lnTo>
                    <a:pt x="53367" y="1685864"/>
                  </a:lnTo>
                  <a:lnTo>
                    <a:pt x="41102" y="1641363"/>
                  </a:lnTo>
                  <a:lnTo>
                    <a:pt x="30376" y="1596248"/>
                  </a:lnTo>
                  <a:lnTo>
                    <a:pt x="21218" y="1550547"/>
                  </a:lnTo>
                  <a:lnTo>
                    <a:pt x="13659" y="1504290"/>
                  </a:lnTo>
                  <a:lnTo>
                    <a:pt x="7727" y="1457507"/>
                  </a:lnTo>
                  <a:lnTo>
                    <a:pt x="3454" y="1410228"/>
                  </a:lnTo>
                  <a:lnTo>
                    <a:pt x="868" y="1362482"/>
                  </a:lnTo>
                  <a:lnTo>
                    <a:pt x="0" y="13142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41563" y="2190284"/>
            <a:ext cx="1856105" cy="16789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0699"/>
              </a:lnSpc>
              <a:spcBef>
                <a:spcPts val="70"/>
              </a:spcBef>
            </a:pPr>
            <a:r>
              <a:rPr sz="3600" spc="35" dirty="0">
                <a:latin typeface="Tahoma"/>
                <a:cs typeface="Tahoma"/>
              </a:rPr>
              <a:t>Full- </a:t>
            </a:r>
            <a:r>
              <a:rPr sz="3600" spc="40" dirty="0">
                <a:latin typeface="Tahoma"/>
                <a:cs typeface="Tahoma"/>
              </a:rPr>
              <a:t> </a:t>
            </a:r>
            <a:r>
              <a:rPr sz="3600" spc="35" dirty="0">
                <a:latin typeface="Tahoma"/>
                <a:cs typeface="Tahoma"/>
              </a:rPr>
              <a:t>precision  </a:t>
            </a:r>
            <a:r>
              <a:rPr sz="3600" spc="15" dirty="0">
                <a:latin typeface="Tahoma"/>
                <a:cs typeface="Tahoma"/>
              </a:rPr>
              <a:t>model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136293" y="6212537"/>
            <a:ext cx="4124325" cy="1849120"/>
            <a:chOff x="7136293" y="6212537"/>
            <a:chExt cx="4124325" cy="1849120"/>
          </a:xfrm>
        </p:grpSpPr>
        <p:sp>
          <p:nvSpPr>
            <p:cNvPr id="13" name="object 13"/>
            <p:cNvSpPr/>
            <p:nvPr/>
          </p:nvSpPr>
          <p:spPr>
            <a:xfrm>
              <a:off x="7141055" y="6217299"/>
              <a:ext cx="4114800" cy="1839595"/>
            </a:xfrm>
            <a:custGeom>
              <a:avLst/>
              <a:gdLst/>
              <a:ahLst/>
              <a:cxnLst/>
              <a:rect l="l" t="t" r="r" b="b"/>
              <a:pathLst>
                <a:path w="4114800" h="1839595">
                  <a:moveTo>
                    <a:pt x="3808293" y="1838999"/>
                  </a:moveTo>
                  <a:lnTo>
                    <a:pt x="306506" y="1838999"/>
                  </a:lnTo>
                  <a:lnTo>
                    <a:pt x="256789" y="1834988"/>
                  </a:lnTo>
                  <a:lnTo>
                    <a:pt x="209626" y="1823374"/>
                  </a:lnTo>
                  <a:lnTo>
                    <a:pt x="165648" y="1804788"/>
                  </a:lnTo>
                  <a:lnTo>
                    <a:pt x="125487" y="1779862"/>
                  </a:lnTo>
                  <a:lnTo>
                    <a:pt x="89773" y="1749226"/>
                  </a:lnTo>
                  <a:lnTo>
                    <a:pt x="59137" y="1713512"/>
                  </a:lnTo>
                  <a:lnTo>
                    <a:pt x="34211" y="1673351"/>
                  </a:lnTo>
                  <a:lnTo>
                    <a:pt x="15625" y="1629373"/>
                  </a:lnTo>
                  <a:lnTo>
                    <a:pt x="4011" y="1582210"/>
                  </a:lnTo>
                  <a:lnTo>
                    <a:pt x="0" y="1532493"/>
                  </a:lnTo>
                  <a:lnTo>
                    <a:pt x="0" y="306506"/>
                  </a:lnTo>
                  <a:lnTo>
                    <a:pt x="4011" y="256789"/>
                  </a:lnTo>
                  <a:lnTo>
                    <a:pt x="15625" y="209626"/>
                  </a:lnTo>
                  <a:lnTo>
                    <a:pt x="34211" y="165648"/>
                  </a:lnTo>
                  <a:lnTo>
                    <a:pt x="59137" y="125487"/>
                  </a:lnTo>
                  <a:lnTo>
                    <a:pt x="89773" y="89773"/>
                  </a:lnTo>
                  <a:lnTo>
                    <a:pt x="125487" y="59137"/>
                  </a:lnTo>
                  <a:lnTo>
                    <a:pt x="165648" y="34211"/>
                  </a:lnTo>
                  <a:lnTo>
                    <a:pt x="209626" y="15625"/>
                  </a:lnTo>
                  <a:lnTo>
                    <a:pt x="256789" y="4011"/>
                  </a:lnTo>
                  <a:lnTo>
                    <a:pt x="306506" y="0"/>
                  </a:lnTo>
                  <a:lnTo>
                    <a:pt x="3808293" y="0"/>
                  </a:lnTo>
                  <a:lnTo>
                    <a:pt x="3856531" y="3818"/>
                  </a:lnTo>
                  <a:lnTo>
                    <a:pt x="3903146" y="15045"/>
                  </a:lnTo>
                  <a:lnTo>
                    <a:pt x="3947316" y="33341"/>
                  </a:lnTo>
                  <a:lnTo>
                    <a:pt x="3988217" y="58364"/>
                  </a:lnTo>
                  <a:lnTo>
                    <a:pt x="4025026" y="89773"/>
                  </a:lnTo>
                  <a:lnTo>
                    <a:pt x="4056435" y="126582"/>
                  </a:lnTo>
                  <a:lnTo>
                    <a:pt x="4081458" y="167483"/>
                  </a:lnTo>
                  <a:lnTo>
                    <a:pt x="4099754" y="211653"/>
                  </a:lnTo>
                  <a:lnTo>
                    <a:pt x="4110981" y="258268"/>
                  </a:lnTo>
                  <a:lnTo>
                    <a:pt x="4114799" y="306506"/>
                  </a:lnTo>
                  <a:lnTo>
                    <a:pt x="4114799" y="1532493"/>
                  </a:lnTo>
                  <a:lnTo>
                    <a:pt x="4110788" y="1582210"/>
                  </a:lnTo>
                  <a:lnTo>
                    <a:pt x="4099174" y="1629373"/>
                  </a:lnTo>
                  <a:lnTo>
                    <a:pt x="4080588" y="1673351"/>
                  </a:lnTo>
                  <a:lnTo>
                    <a:pt x="4055662" y="1713512"/>
                  </a:lnTo>
                  <a:lnTo>
                    <a:pt x="4025026" y="1749226"/>
                  </a:lnTo>
                  <a:lnTo>
                    <a:pt x="3989312" y="1779862"/>
                  </a:lnTo>
                  <a:lnTo>
                    <a:pt x="3949151" y="1804788"/>
                  </a:lnTo>
                  <a:lnTo>
                    <a:pt x="3905173" y="1823374"/>
                  </a:lnTo>
                  <a:lnTo>
                    <a:pt x="3858010" y="1834988"/>
                  </a:lnTo>
                  <a:lnTo>
                    <a:pt x="3808293" y="18389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41055" y="6217299"/>
              <a:ext cx="4114800" cy="1839595"/>
            </a:xfrm>
            <a:custGeom>
              <a:avLst/>
              <a:gdLst/>
              <a:ahLst/>
              <a:cxnLst/>
              <a:rect l="l" t="t" r="r" b="b"/>
              <a:pathLst>
                <a:path w="4114800" h="1839595">
                  <a:moveTo>
                    <a:pt x="0" y="306506"/>
                  </a:moveTo>
                  <a:lnTo>
                    <a:pt x="4011" y="256789"/>
                  </a:lnTo>
                  <a:lnTo>
                    <a:pt x="15625" y="209626"/>
                  </a:lnTo>
                  <a:lnTo>
                    <a:pt x="34211" y="165648"/>
                  </a:lnTo>
                  <a:lnTo>
                    <a:pt x="59137" y="125487"/>
                  </a:lnTo>
                  <a:lnTo>
                    <a:pt x="89773" y="89773"/>
                  </a:lnTo>
                  <a:lnTo>
                    <a:pt x="125487" y="59137"/>
                  </a:lnTo>
                  <a:lnTo>
                    <a:pt x="165648" y="34211"/>
                  </a:lnTo>
                  <a:lnTo>
                    <a:pt x="209626" y="15625"/>
                  </a:lnTo>
                  <a:lnTo>
                    <a:pt x="256789" y="4011"/>
                  </a:lnTo>
                  <a:lnTo>
                    <a:pt x="306506" y="0"/>
                  </a:lnTo>
                  <a:lnTo>
                    <a:pt x="3808293" y="0"/>
                  </a:lnTo>
                  <a:lnTo>
                    <a:pt x="3856531" y="3818"/>
                  </a:lnTo>
                  <a:lnTo>
                    <a:pt x="3903146" y="15045"/>
                  </a:lnTo>
                  <a:lnTo>
                    <a:pt x="3947316" y="33341"/>
                  </a:lnTo>
                  <a:lnTo>
                    <a:pt x="3988217" y="58364"/>
                  </a:lnTo>
                  <a:lnTo>
                    <a:pt x="4025026" y="89773"/>
                  </a:lnTo>
                  <a:lnTo>
                    <a:pt x="4056435" y="126582"/>
                  </a:lnTo>
                  <a:lnTo>
                    <a:pt x="4081458" y="167483"/>
                  </a:lnTo>
                  <a:lnTo>
                    <a:pt x="4099754" y="211653"/>
                  </a:lnTo>
                  <a:lnTo>
                    <a:pt x="4110981" y="258268"/>
                  </a:lnTo>
                  <a:lnTo>
                    <a:pt x="4114799" y="306506"/>
                  </a:lnTo>
                  <a:lnTo>
                    <a:pt x="4114799" y="1532493"/>
                  </a:lnTo>
                  <a:lnTo>
                    <a:pt x="4110788" y="1582210"/>
                  </a:lnTo>
                  <a:lnTo>
                    <a:pt x="4099174" y="1629373"/>
                  </a:lnTo>
                  <a:lnTo>
                    <a:pt x="4080588" y="1673351"/>
                  </a:lnTo>
                  <a:lnTo>
                    <a:pt x="4055662" y="1713512"/>
                  </a:lnTo>
                  <a:lnTo>
                    <a:pt x="4025026" y="1749226"/>
                  </a:lnTo>
                  <a:lnTo>
                    <a:pt x="3989312" y="1779862"/>
                  </a:lnTo>
                  <a:lnTo>
                    <a:pt x="3949151" y="1804788"/>
                  </a:lnTo>
                  <a:lnTo>
                    <a:pt x="3905173" y="1823374"/>
                  </a:lnTo>
                  <a:lnTo>
                    <a:pt x="3858010" y="1834988"/>
                  </a:lnTo>
                  <a:lnTo>
                    <a:pt x="3808293" y="1838999"/>
                  </a:lnTo>
                  <a:lnTo>
                    <a:pt x="306506" y="1838999"/>
                  </a:lnTo>
                  <a:lnTo>
                    <a:pt x="256789" y="1834988"/>
                  </a:lnTo>
                  <a:lnTo>
                    <a:pt x="209626" y="1823374"/>
                  </a:lnTo>
                  <a:lnTo>
                    <a:pt x="165648" y="1804788"/>
                  </a:lnTo>
                  <a:lnTo>
                    <a:pt x="125487" y="1779862"/>
                  </a:lnTo>
                  <a:lnTo>
                    <a:pt x="89773" y="1749226"/>
                  </a:lnTo>
                  <a:lnTo>
                    <a:pt x="59137" y="1713512"/>
                  </a:lnTo>
                  <a:lnTo>
                    <a:pt x="34211" y="1673351"/>
                  </a:lnTo>
                  <a:lnTo>
                    <a:pt x="15625" y="1629373"/>
                  </a:lnTo>
                  <a:lnTo>
                    <a:pt x="4011" y="1582210"/>
                  </a:lnTo>
                  <a:lnTo>
                    <a:pt x="0" y="1532493"/>
                  </a:lnTo>
                  <a:lnTo>
                    <a:pt x="0" y="30650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17679" y="6681251"/>
            <a:ext cx="215900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7145">
              <a:lnSpc>
                <a:spcPct val="100400"/>
              </a:lnSpc>
              <a:spcBef>
                <a:spcPts val="85"/>
              </a:spcBef>
            </a:pPr>
            <a:r>
              <a:rPr sz="2800" b="1" spc="-110" dirty="0">
                <a:latin typeface="Tahoma"/>
                <a:cs typeface="Tahoma"/>
              </a:rPr>
              <a:t>2GB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16-bit  </a:t>
            </a:r>
            <a:r>
              <a:rPr sz="2800" b="1" spc="-165" dirty="0">
                <a:latin typeface="Tahoma"/>
                <a:cs typeface="Tahoma"/>
              </a:rPr>
              <a:t>hal</a:t>
            </a:r>
            <a:r>
              <a:rPr sz="2800" b="1" spc="-120" dirty="0">
                <a:latin typeface="Tahoma"/>
                <a:cs typeface="Tahoma"/>
              </a:rPr>
              <a:t>f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844612" y="3535559"/>
            <a:ext cx="2644140" cy="2638425"/>
            <a:chOff x="7844612" y="3535559"/>
            <a:chExt cx="2644140" cy="2638425"/>
          </a:xfrm>
        </p:grpSpPr>
        <p:sp>
          <p:nvSpPr>
            <p:cNvPr id="17" name="object 17"/>
            <p:cNvSpPr/>
            <p:nvPr/>
          </p:nvSpPr>
          <p:spPr>
            <a:xfrm>
              <a:off x="7849375" y="3540322"/>
              <a:ext cx="2634615" cy="2628900"/>
            </a:xfrm>
            <a:custGeom>
              <a:avLst/>
              <a:gdLst/>
              <a:ahLst/>
              <a:cxnLst/>
              <a:rect l="l" t="t" r="r" b="b"/>
              <a:pathLst>
                <a:path w="2634615" h="2628900">
                  <a:moveTo>
                    <a:pt x="1316999" y="2628599"/>
                  </a:moveTo>
                  <a:lnTo>
                    <a:pt x="1268718" y="2627733"/>
                  </a:lnTo>
                  <a:lnTo>
                    <a:pt x="1220874" y="2625152"/>
                  </a:lnTo>
                  <a:lnTo>
                    <a:pt x="1173498" y="2620887"/>
                  </a:lnTo>
                  <a:lnTo>
                    <a:pt x="1126619" y="2614968"/>
                  </a:lnTo>
                  <a:lnTo>
                    <a:pt x="1080267" y="2607424"/>
                  </a:lnTo>
                  <a:lnTo>
                    <a:pt x="1034472" y="2598285"/>
                  </a:lnTo>
                  <a:lnTo>
                    <a:pt x="989263" y="2587581"/>
                  </a:lnTo>
                  <a:lnTo>
                    <a:pt x="944671" y="2575341"/>
                  </a:lnTo>
                  <a:lnTo>
                    <a:pt x="900725" y="2561596"/>
                  </a:lnTo>
                  <a:lnTo>
                    <a:pt x="857455" y="2546374"/>
                  </a:lnTo>
                  <a:lnTo>
                    <a:pt x="814891" y="2529705"/>
                  </a:lnTo>
                  <a:lnTo>
                    <a:pt x="773062" y="2511620"/>
                  </a:lnTo>
                  <a:lnTo>
                    <a:pt x="731998" y="2492147"/>
                  </a:lnTo>
                  <a:lnTo>
                    <a:pt x="691729" y="2471317"/>
                  </a:lnTo>
                  <a:lnTo>
                    <a:pt x="652284" y="2449159"/>
                  </a:lnTo>
                  <a:lnTo>
                    <a:pt x="613694" y="2425703"/>
                  </a:lnTo>
                  <a:lnTo>
                    <a:pt x="575988" y="2400979"/>
                  </a:lnTo>
                  <a:lnTo>
                    <a:pt x="539196" y="2375016"/>
                  </a:lnTo>
                  <a:lnTo>
                    <a:pt x="503348" y="2347844"/>
                  </a:lnTo>
                  <a:lnTo>
                    <a:pt x="468473" y="2319493"/>
                  </a:lnTo>
                  <a:lnTo>
                    <a:pt x="434601" y="2289992"/>
                  </a:lnTo>
                  <a:lnTo>
                    <a:pt x="401762" y="2259371"/>
                  </a:lnTo>
                  <a:lnTo>
                    <a:pt x="369986" y="2227660"/>
                  </a:lnTo>
                  <a:lnTo>
                    <a:pt x="339303" y="2194889"/>
                  </a:lnTo>
                  <a:lnTo>
                    <a:pt x="309741" y="2161086"/>
                  </a:lnTo>
                  <a:lnTo>
                    <a:pt x="281332" y="2126283"/>
                  </a:lnTo>
                  <a:lnTo>
                    <a:pt x="254104" y="2090508"/>
                  </a:lnTo>
                  <a:lnTo>
                    <a:pt x="228088" y="2053791"/>
                  </a:lnTo>
                  <a:lnTo>
                    <a:pt x="203313" y="2016163"/>
                  </a:lnTo>
                  <a:lnTo>
                    <a:pt x="179808" y="1977652"/>
                  </a:lnTo>
                  <a:lnTo>
                    <a:pt x="157605" y="1938288"/>
                  </a:lnTo>
                  <a:lnTo>
                    <a:pt x="136732" y="1898102"/>
                  </a:lnTo>
                  <a:lnTo>
                    <a:pt x="117220" y="1857122"/>
                  </a:lnTo>
                  <a:lnTo>
                    <a:pt x="99097" y="1815379"/>
                  </a:lnTo>
                  <a:lnTo>
                    <a:pt x="82394" y="1772901"/>
                  </a:lnTo>
                  <a:lnTo>
                    <a:pt x="67141" y="1729720"/>
                  </a:lnTo>
                  <a:lnTo>
                    <a:pt x="53367" y="1685864"/>
                  </a:lnTo>
                  <a:lnTo>
                    <a:pt x="41102" y="1641363"/>
                  </a:lnTo>
                  <a:lnTo>
                    <a:pt x="30376" y="1596248"/>
                  </a:lnTo>
                  <a:lnTo>
                    <a:pt x="21218" y="1550547"/>
                  </a:lnTo>
                  <a:lnTo>
                    <a:pt x="13659" y="1504290"/>
                  </a:lnTo>
                  <a:lnTo>
                    <a:pt x="7727" y="1457507"/>
                  </a:lnTo>
                  <a:lnTo>
                    <a:pt x="3454" y="1410228"/>
                  </a:lnTo>
                  <a:lnTo>
                    <a:pt x="868" y="1362482"/>
                  </a:lnTo>
                  <a:lnTo>
                    <a:pt x="0" y="1314299"/>
                  </a:lnTo>
                  <a:lnTo>
                    <a:pt x="868" y="1266117"/>
                  </a:lnTo>
                  <a:lnTo>
                    <a:pt x="3454" y="1218371"/>
                  </a:lnTo>
                  <a:lnTo>
                    <a:pt x="7727" y="1171092"/>
                  </a:lnTo>
                  <a:lnTo>
                    <a:pt x="13659" y="1124309"/>
                  </a:lnTo>
                  <a:lnTo>
                    <a:pt x="21218" y="1078052"/>
                  </a:lnTo>
                  <a:lnTo>
                    <a:pt x="30376" y="1032351"/>
                  </a:lnTo>
                  <a:lnTo>
                    <a:pt x="41102" y="987236"/>
                  </a:lnTo>
                  <a:lnTo>
                    <a:pt x="53367" y="942735"/>
                  </a:lnTo>
                  <a:lnTo>
                    <a:pt x="67141" y="898879"/>
                  </a:lnTo>
                  <a:lnTo>
                    <a:pt x="82394" y="855698"/>
                  </a:lnTo>
                  <a:lnTo>
                    <a:pt x="99097" y="813221"/>
                  </a:lnTo>
                  <a:lnTo>
                    <a:pt x="117220" y="771477"/>
                  </a:lnTo>
                  <a:lnTo>
                    <a:pt x="136732" y="730497"/>
                  </a:lnTo>
                  <a:lnTo>
                    <a:pt x="157605" y="690311"/>
                  </a:lnTo>
                  <a:lnTo>
                    <a:pt x="179808" y="650947"/>
                  </a:lnTo>
                  <a:lnTo>
                    <a:pt x="203313" y="612436"/>
                  </a:lnTo>
                  <a:lnTo>
                    <a:pt x="228088" y="574808"/>
                  </a:lnTo>
                  <a:lnTo>
                    <a:pt x="254104" y="538091"/>
                  </a:lnTo>
                  <a:lnTo>
                    <a:pt x="281332" y="502316"/>
                  </a:lnTo>
                  <a:lnTo>
                    <a:pt x="309741" y="467513"/>
                  </a:lnTo>
                  <a:lnTo>
                    <a:pt x="339303" y="433711"/>
                  </a:lnTo>
                  <a:lnTo>
                    <a:pt x="369986" y="400939"/>
                  </a:lnTo>
                  <a:lnTo>
                    <a:pt x="401762" y="369228"/>
                  </a:lnTo>
                  <a:lnTo>
                    <a:pt x="434601" y="338607"/>
                  </a:lnTo>
                  <a:lnTo>
                    <a:pt x="468473" y="309106"/>
                  </a:lnTo>
                  <a:lnTo>
                    <a:pt x="503348" y="280755"/>
                  </a:lnTo>
                  <a:lnTo>
                    <a:pt x="539196" y="253583"/>
                  </a:lnTo>
                  <a:lnTo>
                    <a:pt x="575988" y="227620"/>
                  </a:lnTo>
                  <a:lnTo>
                    <a:pt x="613694" y="202896"/>
                  </a:lnTo>
                  <a:lnTo>
                    <a:pt x="652284" y="179440"/>
                  </a:lnTo>
                  <a:lnTo>
                    <a:pt x="691729" y="157282"/>
                  </a:lnTo>
                  <a:lnTo>
                    <a:pt x="731998" y="136452"/>
                  </a:lnTo>
                  <a:lnTo>
                    <a:pt x="773062" y="116980"/>
                  </a:lnTo>
                  <a:lnTo>
                    <a:pt x="814891" y="98894"/>
                  </a:lnTo>
                  <a:lnTo>
                    <a:pt x="857455" y="82225"/>
                  </a:lnTo>
                  <a:lnTo>
                    <a:pt x="900725" y="67003"/>
                  </a:lnTo>
                  <a:lnTo>
                    <a:pt x="944671" y="53258"/>
                  </a:lnTo>
                  <a:lnTo>
                    <a:pt x="989263" y="41018"/>
                  </a:lnTo>
                  <a:lnTo>
                    <a:pt x="1034472" y="30314"/>
                  </a:lnTo>
                  <a:lnTo>
                    <a:pt x="1080267" y="21175"/>
                  </a:lnTo>
                  <a:lnTo>
                    <a:pt x="1126619" y="13631"/>
                  </a:lnTo>
                  <a:lnTo>
                    <a:pt x="1173498" y="7712"/>
                  </a:lnTo>
                  <a:lnTo>
                    <a:pt x="1220874" y="3447"/>
                  </a:lnTo>
                  <a:lnTo>
                    <a:pt x="1268718" y="866"/>
                  </a:lnTo>
                  <a:lnTo>
                    <a:pt x="1316999" y="0"/>
                  </a:lnTo>
                  <a:lnTo>
                    <a:pt x="1366793" y="938"/>
                  </a:lnTo>
                  <a:lnTo>
                    <a:pt x="1416344" y="3741"/>
                  </a:lnTo>
                  <a:lnTo>
                    <a:pt x="1465604" y="8388"/>
                  </a:lnTo>
                  <a:lnTo>
                    <a:pt x="1514527" y="14861"/>
                  </a:lnTo>
                  <a:lnTo>
                    <a:pt x="1563065" y="23138"/>
                  </a:lnTo>
                  <a:lnTo>
                    <a:pt x="1611169" y="33200"/>
                  </a:lnTo>
                  <a:lnTo>
                    <a:pt x="1658792" y="45028"/>
                  </a:lnTo>
                  <a:lnTo>
                    <a:pt x="1705886" y="58602"/>
                  </a:lnTo>
                  <a:lnTo>
                    <a:pt x="1752403" y="73902"/>
                  </a:lnTo>
                  <a:lnTo>
                    <a:pt x="1798296" y="90908"/>
                  </a:lnTo>
                  <a:lnTo>
                    <a:pt x="1843517" y="109601"/>
                  </a:lnTo>
                  <a:lnTo>
                    <a:pt x="1888018" y="129960"/>
                  </a:lnTo>
                  <a:lnTo>
                    <a:pt x="1931752" y="151967"/>
                  </a:lnTo>
                  <a:lnTo>
                    <a:pt x="1974670" y="175601"/>
                  </a:lnTo>
                  <a:lnTo>
                    <a:pt x="2016725" y="200843"/>
                  </a:lnTo>
                  <a:lnTo>
                    <a:pt x="2057870" y="227673"/>
                  </a:lnTo>
                  <a:lnTo>
                    <a:pt x="2098056" y="256071"/>
                  </a:lnTo>
                  <a:lnTo>
                    <a:pt x="2137235" y="286017"/>
                  </a:lnTo>
                  <a:lnTo>
                    <a:pt x="2175361" y="317492"/>
                  </a:lnTo>
                  <a:lnTo>
                    <a:pt x="2212385" y="350476"/>
                  </a:lnTo>
                  <a:lnTo>
                    <a:pt x="2248259" y="384949"/>
                  </a:lnTo>
                  <a:lnTo>
                    <a:pt x="2282803" y="420750"/>
                  </a:lnTo>
                  <a:lnTo>
                    <a:pt x="2315855" y="457698"/>
                  </a:lnTo>
                  <a:lnTo>
                    <a:pt x="2347395" y="495745"/>
                  </a:lnTo>
                  <a:lnTo>
                    <a:pt x="2377402" y="534845"/>
                  </a:lnTo>
                  <a:lnTo>
                    <a:pt x="2405859" y="574948"/>
                  </a:lnTo>
                  <a:lnTo>
                    <a:pt x="2432743" y="616008"/>
                  </a:lnTo>
                  <a:lnTo>
                    <a:pt x="2458037" y="657977"/>
                  </a:lnTo>
                  <a:lnTo>
                    <a:pt x="2481720" y="700808"/>
                  </a:lnTo>
                  <a:lnTo>
                    <a:pt x="2503772" y="744452"/>
                  </a:lnTo>
                  <a:lnTo>
                    <a:pt x="2524173" y="788862"/>
                  </a:lnTo>
                  <a:lnTo>
                    <a:pt x="2542904" y="833990"/>
                  </a:lnTo>
                  <a:lnTo>
                    <a:pt x="2559945" y="879789"/>
                  </a:lnTo>
                  <a:lnTo>
                    <a:pt x="2575277" y="926211"/>
                  </a:lnTo>
                  <a:lnTo>
                    <a:pt x="2588878" y="973208"/>
                  </a:lnTo>
                  <a:lnTo>
                    <a:pt x="2600731" y="1020734"/>
                  </a:lnTo>
                  <a:lnTo>
                    <a:pt x="2610814" y="1068739"/>
                  </a:lnTo>
                  <a:lnTo>
                    <a:pt x="2619108" y="1117177"/>
                  </a:lnTo>
                  <a:lnTo>
                    <a:pt x="2625593" y="1165999"/>
                  </a:lnTo>
                  <a:lnTo>
                    <a:pt x="2630250" y="1215159"/>
                  </a:lnTo>
                  <a:lnTo>
                    <a:pt x="2633059" y="1264608"/>
                  </a:lnTo>
                  <a:lnTo>
                    <a:pt x="2633999" y="1314299"/>
                  </a:lnTo>
                  <a:lnTo>
                    <a:pt x="2633131" y="1362482"/>
                  </a:lnTo>
                  <a:lnTo>
                    <a:pt x="2630545" y="1410228"/>
                  </a:lnTo>
                  <a:lnTo>
                    <a:pt x="2626272" y="1457507"/>
                  </a:lnTo>
                  <a:lnTo>
                    <a:pt x="2620340" y="1504290"/>
                  </a:lnTo>
                  <a:lnTo>
                    <a:pt x="2612781" y="1550547"/>
                  </a:lnTo>
                  <a:lnTo>
                    <a:pt x="2603623" y="1596248"/>
                  </a:lnTo>
                  <a:lnTo>
                    <a:pt x="2592897" y="1641363"/>
                  </a:lnTo>
                  <a:lnTo>
                    <a:pt x="2580632" y="1685864"/>
                  </a:lnTo>
                  <a:lnTo>
                    <a:pt x="2566858" y="1729720"/>
                  </a:lnTo>
                  <a:lnTo>
                    <a:pt x="2551605" y="1772901"/>
                  </a:lnTo>
                  <a:lnTo>
                    <a:pt x="2534902" y="1815379"/>
                  </a:lnTo>
                  <a:lnTo>
                    <a:pt x="2516779" y="1857122"/>
                  </a:lnTo>
                  <a:lnTo>
                    <a:pt x="2497267" y="1898102"/>
                  </a:lnTo>
                  <a:lnTo>
                    <a:pt x="2476394" y="1938288"/>
                  </a:lnTo>
                  <a:lnTo>
                    <a:pt x="2454190" y="1977652"/>
                  </a:lnTo>
                  <a:lnTo>
                    <a:pt x="2430686" y="2016163"/>
                  </a:lnTo>
                  <a:lnTo>
                    <a:pt x="2405911" y="2053791"/>
                  </a:lnTo>
                  <a:lnTo>
                    <a:pt x="2379895" y="2090508"/>
                  </a:lnTo>
                  <a:lnTo>
                    <a:pt x="2352667" y="2126283"/>
                  </a:lnTo>
                  <a:lnTo>
                    <a:pt x="2324258" y="2161086"/>
                  </a:lnTo>
                  <a:lnTo>
                    <a:pt x="2294696" y="2194889"/>
                  </a:lnTo>
                  <a:lnTo>
                    <a:pt x="2264013" y="2227660"/>
                  </a:lnTo>
                  <a:lnTo>
                    <a:pt x="2232237" y="2259371"/>
                  </a:lnTo>
                  <a:lnTo>
                    <a:pt x="2199398" y="2289992"/>
                  </a:lnTo>
                  <a:lnTo>
                    <a:pt x="2165526" y="2319493"/>
                  </a:lnTo>
                  <a:lnTo>
                    <a:pt x="2130651" y="2347844"/>
                  </a:lnTo>
                  <a:lnTo>
                    <a:pt x="2094803" y="2375016"/>
                  </a:lnTo>
                  <a:lnTo>
                    <a:pt x="2058011" y="2400979"/>
                  </a:lnTo>
                  <a:lnTo>
                    <a:pt x="2020305" y="2425703"/>
                  </a:lnTo>
                  <a:lnTo>
                    <a:pt x="1981715" y="2449159"/>
                  </a:lnTo>
                  <a:lnTo>
                    <a:pt x="1942270" y="2471317"/>
                  </a:lnTo>
                  <a:lnTo>
                    <a:pt x="1902001" y="2492147"/>
                  </a:lnTo>
                  <a:lnTo>
                    <a:pt x="1860937" y="2511620"/>
                  </a:lnTo>
                  <a:lnTo>
                    <a:pt x="1819108" y="2529705"/>
                  </a:lnTo>
                  <a:lnTo>
                    <a:pt x="1776544" y="2546374"/>
                  </a:lnTo>
                  <a:lnTo>
                    <a:pt x="1733274" y="2561596"/>
                  </a:lnTo>
                  <a:lnTo>
                    <a:pt x="1689328" y="2575341"/>
                  </a:lnTo>
                  <a:lnTo>
                    <a:pt x="1644735" y="2587581"/>
                  </a:lnTo>
                  <a:lnTo>
                    <a:pt x="1599527" y="2598285"/>
                  </a:lnTo>
                  <a:lnTo>
                    <a:pt x="1553732" y="2607424"/>
                  </a:lnTo>
                  <a:lnTo>
                    <a:pt x="1507380" y="2614968"/>
                  </a:lnTo>
                  <a:lnTo>
                    <a:pt x="1460501" y="2620887"/>
                  </a:lnTo>
                  <a:lnTo>
                    <a:pt x="1413125" y="2625152"/>
                  </a:lnTo>
                  <a:lnTo>
                    <a:pt x="1365281" y="2627733"/>
                  </a:lnTo>
                  <a:lnTo>
                    <a:pt x="1316999" y="2628599"/>
                  </a:lnTo>
                  <a:close/>
                </a:path>
              </a:pathLst>
            </a:custGeom>
            <a:solidFill>
              <a:srgbClr val="E4B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49375" y="3540322"/>
              <a:ext cx="2634615" cy="2628900"/>
            </a:xfrm>
            <a:custGeom>
              <a:avLst/>
              <a:gdLst/>
              <a:ahLst/>
              <a:cxnLst/>
              <a:rect l="l" t="t" r="r" b="b"/>
              <a:pathLst>
                <a:path w="2634615" h="2628900">
                  <a:moveTo>
                    <a:pt x="0" y="1314299"/>
                  </a:moveTo>
                  <a:lnTo>
                    <a:pt x="868" y="1266117"/>
                  </a:lnTo>
                  <a:lnTo>
                    <a:pt x="3454" y="1218371"/>
                  </a:lnTo>
                  <a:lnTo>
                    <a:pt x="7727" y="1171092"/>
                  </a:lnTo>
                  <a:lnTo>
                    <a:pt x="13659" y="1124309"/>
                  </a:lnTo>
                  <a:lnTo>
                    <a:pt x="21218" y="1078053"/>
                  </a:lnTo>
                  <a:lnTo>
                    <a:pt x="30376" y="1032351"/>
                  </a:lnTo>
                  <a:lnTo>
                    <a:pt x="41102" y="987236"/>
                  </a:lnTo>
                  <a:lnTo>
                    <a:pt x="53367" y="942735"/>
                  </a:lnTo>
                  <a:lnTo>
                    <a:pt x="67141" y="898879"/>
                  </a:lnTo>
                  <a:lnTo>
                    <a:pt x="82394" y="855698"/>
                  </a:lnTo>
                  <a:lnTo>
                    <a:pt x="99097" y="813221"/>
                  </a:lnTo>
                  <a:lnTo>
                    <a:pt x="117220" y="771477"/>
                  </a:lnTo>
                  <a:lnTo>
                    <a:pt x="136732" y="730497"/>
                  </a:lnTo>
                  <a:lnTo>
                    <a:pt x="157605" y="690311"/>
                  </a:lnTo>
                  <a:lnTo>
                    <a:pt x="179808" y="650947"/>
                  </a:lnTo>
                  <a:lnTo>
                    <a:pt x="203313" y="612436"/>
                  </a:lnTo>
                  <a:lnTo>
                    <a:pt x="228088" y="574808"/>
                  </a:lnTo>
                  <a:lnTo>
                    <a:pt x="254104" y="538091"/>
                  </a:lnTo>
                  <a:lnTo>
                    <a:pt x="281332" y="502316"/>
                  </a:lnTo>
                  <a:lnTo>
                    <a:pt x="309741" y="467513"/>
                  </a:lnTo>
                  <a:lnTo>
                    <a:pt x="339303" y="433711"/>
                  </a:lnTo>
                  <a:lnTo>
                    <a:pt x="369986" y="400939"/>
                  </a:lnTo>
                  <a:lnTo>
                    <a:pt x="401762" y="369228"/>
                  </a:lnTo>
                  <a:lnTo>
                    <a:pt x="434601" y="338607"/>
                  </a:lnTo>
                  <a:lnTo>
                    <a:pt x="468473" y="309106"/>
                  </a:lnTo>
                  <a:lnTo>
                    <a:pt x="503348" y="280755"/>
                  </a:lnTo>
                  <a:lnTo>
                    <a:pt x="539196" y="253583"/>
                  </a:lnTo>
                  <a:lnTo>
                    <a:pt x="575988" y="227620"/>
                  </a:lnTo>
                  <a:lnTo>
                    <a:pt x="613694" y="202896"/>
                  </a:lnTo>
                  <a:lnTo>
                    <a:pt x="652284" y="179440"/>
                  </a:lnTo>
                  <a:lnTo>
                    <a:pt x="691729" y="157282"/>
                  </a:lnTo>
                  <a:lnTo>
                    <a:pt x="731998" y="136452"/>
                  </a:lnTo>
                  <a:lnTo>
                    <a:pt x="773062" y="116980"/>
                  </a:lnTo>
                  <a:lnTo>
                    <a:pt x="814891" y="98894"/>
                  </a:lnTo>
                  <a:lnTo>
                    <a:pt x="857455" y="82225"/>
                  </a:lnTo>
                  <a:lnTo>
                    <a:pt x="900725" y="67003"/>
                  </a:lnTo>
                  <a:lnTo>
                    <a:pt x="944671" y="53258"/>
                  </a:lnTo>
                  <a:lnTo>
                    <a:pt x="989264" y="41018"/>
                  </a:lnTo>
                  <a:lnTo>
                    <a:pt x="1034472" y="30314"/>
                  </a:lnTo>
                  <a:lnTo>
                    <a:pt x="1080267" y="21175"/>
                  </a:lnTo>
                  <a:lnTo>
                    <a:pt x="1126619" y="13631"/>
                  </a:lnTo>
                  <a:lnTo>
                    <a:pt x="1173498" y="7712"/>
                  </a:lnTo>
                  <a:lnTo>
                    <a:pt x="1220874" y="3447"/>
                  </a:lnTo>
                  <a:lnTo>
                    <a:pt x="1268718" y="866"/>
                  </a:lnTo>
                  <a:lnTo>
                    <a:pt x="1316999" y="0"/>
                  </a:lnTo>
                  <a:lnTo>
                    <a:pt x="1366793" y="938"/>
                  </a:lnTo>
                  <a:lnTo>
                    <a:pt x="1416344" y="3741"/>
                  </a:lnTo>
                  <a:lnTo>
                    <a:pt x="1465604" y="8388"/>
                  </a:lnTo>
                  <a:lnTo>
                    <a:pt x="1514527" y="14861"/>
                  </a:lnTo>
                  <a:lnTo>
                    <a:pt x="1563065" y="23138"/>
                  </a:lnTo>
                  <a:lnTo>
                    <a:pt x="1611169" y="33200"/>
                  </a:lnTo>
                  <a:lnTo>
                    <a:pt x="1658792" y="45028"/>
                  </a:lnTo>
                  <a:lnTo>
                    <a:pt x="1705886" y="58602"/>
                  </a:lnTo>
                  <a:lnTo>
                    <a:pt x="1752403" y="73902"/>
                  </a:lnTo>
                  <a:lnTo>
                    <a:pt x="1798296" y="90908"/>
                  </a:lnTo>
                  <a:lnTo>
                    <a:pt x="1843517" y="109601"/>
                  </a:lnTo>
                  <a:lnTo>
                    <a:pt x="1888018" y="129960"/>
                  </a:lnTo>
                  <a:lnTo>
                    <a:pt x="1931752" y="151967"/>
                  </a:lnTo>
                  <a:lnTo>
                    <a:pt x="1974670" y="175601"/>
                  </a:lnTo>
                  <a:lnTo>
                    <a:pt x="2016725" y="200843"/>
                  </a:lnTo>
                  <a:lnTo>
                    <a:pt x="2057870" y="227673"/>
                  </a:lnTo>
                  <a:lnTo>
                    <a:pt x="2098056" y="256071"/>
                  </a:lnTo>
                  <a:lnTo>
                    <a:pt x="2137235" y="286017"/>
                  </a:lnTo>
                  <a:lnTo>
                    <a:pt x="2175361" y="317492"/>
                  </a:lnTo>
                  <a:lnTo>
                    <a:pt x="2212385" y="350476"/>
                  </a:lnTo>
                  <a:lnTo>
                    <a:pt x="2248259" y="384949"/>
                  </a:lnTo>
                  <a:lnTo>
                    <a:pt x="2282803" y="420750"/>
                  </a:lnTo>
                  <a:lnTo>
                    <a:pt x="2315855" y="457698"/>
                  </a:lnTo>
                  <a:lnTo>
                    <a:pt x="2347395" y="495745"/>
                  </a:lnTo>
                  <a:lnTo>
                    <a:pt x="2377402" y="534845"/>
                  </a:lnTo>
                  <a:lnTo>
                    <a:pt x="2405859" y="574948"/>
                  </a:lnTo>
                  <a:lnTo>
                    <a:pt x="2432743" y="616008"/>
                  </a:lnTo>
                  <a:lnTo>
                    <a:pt x="2458037" y="657977"/>
                  </a:lnTo>
                  <a:lnTo>
                    <a:pt x="2481720" y="700808"/>
                  </a:lnTo>
                  <a:lnTo>
                    <a:pt x="2503772" y="744452"/>
                  </a:lnTo>
                  <a:lnTo>
                    <a:pt x="2524173" y="788862"/>
                  </a:lnTo>
                  <a:lnTo>
                    <a:pt x="2542904" y="833990"/>
                  </a:lnTo>
                  <a:lnTo>
                    <a:pt x="2559945" y="879789"/>
                  </a:lnTo>
                  <a:lnTo>
                    <a:pt x="2575277" y="926211"/>
                  </a:lnTo>
                  <a:lnTo>
                    <a:pt x="2588878" y="973208"/>
                  </a:lnTo>
                  <a:lnTo>
                    <a:pt x="2600731" y="1020734"/>
                  </a:lnTo>
                  <a:lnTo>
                    <a:pt x="2610814" y="1068739"/>
                  </a:lnTo>
                  <a:lnTo>
                    <a:pt x="2619108" y="1117177"/>
                  </a:lnTo>
                  <a:lnTo>
                    <a:pt x="2625593" y="1165999"/>
                  </a:lnTo>
                  <a:lnTo>
                    <a:pt x="2630250" y="1215159"/>
                  </a:lnTo>
                  <a:lnTo>
                    <a:pt x="2633059" y="1264608"/>
                  </a:lnTo>
                  <a:lnTo>
                    <a:pt x="2633999" y="1314299"/>
                  </a:lnTo>
                  <a:lnTo>
                    <a:pt x="2633131" y="1362482"/>
                  </a:lnTo>
                  <a:lnTo>
                    <a:pt x="2630545" y="1410228"/>
                  </a:lnTo>
                  <a:lnTo>
                    <a:pt x="2626272" y="1457507"/>
                  </a:lnTo>
                  <a:lnTo>
                    <a:pt x="2620340" y="1504290"/>
                  </a:lnTo>
                  <a:lnTo>
                    <a:pt x="2612781" y="1550547"/>
                  </a:lnTo>
                  <a:lnTo>
                    <a:pt x="2603623" y="1596248"/>
                  </a:lnTo>
                  <a:lnTo>
                    <a:pt x="2592897" y="1641363"/>
                  </a:lnTo>
                  <a:lnTo>
                    <a:pt x="2580632" y="1685864"/>
                  </a:lnTo>
                  <a:lnTo>
                    <a:pt x="2566858" y="1729720"/>
                  </a:lnTo>
                  <a:lnTo>
                    <a:pt x="2551605" y="1772901"/>
                  </a:lnTo>
                  <a:lnTo>
                    <a:pt x="2534902" y="1815379"/>
                  </a:lnTo>
                  <a:lnTo>
                    <a:pt x="2516779" y="1857122"/>
                  </a:lnTo>
                  <a:lnTo>
                    <a:pt x="2497267" y="1898102"/>
                  </a:lnTo>
                  <a:lnTo>
                    <a:pt x="2476394" y="1938288"/>
                  </a:lnTo>
                  <a:lnTo>
                    <a:pt x="2454190" y="1977652"/>
                  </a:lnTo>
                  <a:lnTo>
                    <a:pt x="2430686" y="2016163"/>
                  </a:lnTo>
                  <a:lnTo>
                    <a:pt x="2405911" y="2053791"/>
                  </a:lnTo>
                  <a:lnTo>
                    <a:pt x="2379895" y="2090508"/>
                  </a:lnTo>
                  <a:lnTo>
                    <a:pt x="2352667" y="2126283"/>
                  </a:lnTo>
                  <a:lnTo>
                    <a:pt x="2324258" y="2161086"/>
                  </a:lnTo>
                  <a:lnTo>
                    <a:pt x="2294696" y="2194889"/>
                  </a:lnTo>
                  <a:lnTo>
                    <a:pt x="2264013" y="2227660"/>
                  </a:lnTo>
                  <a:lnTo>
                    <a:pt x="2232237" y="2259371"/>
                  </a:lnTo>
                  <a:lnTo>
                    <a:pt x="2199398" y="2289992"/>
                  </a:lnTo>
                  <a:lnTo>
                    <a:pt x="2165526" y="2319493"/>
                  </a:lnTo>
                  <a:lnTo>
                    <a:pt x="2130651" y="2347844"/>
                  </a:lnTo>
                  <a:lnTo>
                    <a:pt x="2094803" y="2375016"/>
                  </a:lnTo>
                  <a:lnTo>
                    <a:pt x="2058011" y="2400979"/>
                  </a:lnTo>
                  <a:lnTo>
                    <a:pt x="2020305" y="2425703"/>
                  </a:lnTo>
                  <a:lnTo>
                    <a:pt x="1981715" y="2449159"/>
                  </a:lnTo>
                  <a:lnTo>
                    <a:pt x="1942270" y="2471317"/>
                  </a:lnTo>
                  <a:lnTo>
                    <a:pt x="1902001" y="2492147"/>
                  </a:lnTo>
                  <a:lnTo>
                    <a:pt x="1860937" y="2511620"/>
                  </a:lnTo>
                  <a:lnTo>
                    <a:pt x="1819108" y="2529705"/>
                  </a:lnTo>
                  <a:lnTo>
                    <a:pt x="1776544" y="2546374"/>
                  </a:lnTo>
                  <a:lnTo>
                    <a:pt x="1733274" y="2561596"/>
                  </a:lnTo>
                  <a:lnTo>
                    <a:pt x="1689328" y="2575341"/>
                  </a:lnTo>
                  <a:lnTo>
                    <a:pt x="1644735" y="2587581"/>
                  </a:lnTo>
                  <a:lnTo>
                    <a:pt x="1599527" y="2598285"/>
                  </a:lnTo>
                  <a:lnTo>
                    <a:pt x="1553732" y="2607424"/>
                  </a:lnTo>
                  <a:lnTo>
                    <a:pt x="1507380" y="2614968"/>
                  </a:lnTo>
                  <a:lnTo>
                    <a:pt x="1460501" y="2620887"/>
                  </a:lnTo>
                  <a:lnTo>
                    <a:pt x="1413125" y="2625152"/>
                  </a:lnTo>
                  <a:lnTo>
                    <a:pt x="1365281" y="2627733"/>
                  </a:lnTo>
                  <a:lnTo>
                    <a:pt x="1316999" y="2628599"/>
                  </a:lnTo>
                  <a:lnTo>
                    <a:pt x="1268718" y="2627733"/>
                  </a:lnTo>
                  <a:lnTo>
                    <a:pt x="1220874" y="2625152"/>
                  </a:lnTo>
                  <a:lnTo>
                    <a:pt x="1173498" y="2620887"/>
                  </a:lnTo>
                  <a:lnTo>
                    <a:pt x="1126619" y="2614968"/>
                  </a:lnTo>
                  <a:lnTo>
                    <a:pt x="1080267" y="2607424"/>
                  </a:lnTo>
                  <a:lnTo>
                    <a:pt x="1034472" y="2598285"/>
                  </a:lnTo>
                  <a:lnTo>
                    <a:pt x="989264" y="2587581"/>
                  </a:lnTo>
                  <a:lnTo>
                    <a:pt x="944671" y="2575341"/>
                  </a:lnTo>
                  <a:lnTo>
                    <a:pt x="900725" y="2561596"/>
                  </a:lnTo>
                  <a:lnTo>
                    <a:pt x="857455" y="2546374"/>
                  </a:lnTo>
                  <a:lnTo>
                    <a:pt x="814891" y="2529705"/>
                  </a:lnTo>
                  <a:lnTo>
                    <a:pt x="773062" y="2511620"/>
                  </a:lnTo>
                  <a:lnTo>
                    <a:pt x="731998" y="2492147"/>
                  </a:lnTo>
                  <a:lnTo>
                    <a:pt x="691729" y="2471317"/>
                  </a:lnTo>
                  <a:lnTo>
                    <a:pt x="652284" y="2449159"/>
                  </a:lnTo>
                  <a:lnTo>
                    <a:pt x="613694" y="2425703"/>
                  </a:lnTo>
                  <a:lnTo>
                    <a:pt x="575988" y="2400979"/>
                  </a:lnTo>
                  <a:lnTo>
                    <a:pt x="539196" y="2375016"/>
                  </a:lnTo>
                  <a:lnTo>
                    <a:pt x="503348" y="2347844"/>
                  </a:lnTo>
                  <a:lnTo>
                    <a:pt x="468473" y="2319493"/>
                  </a:lnTo>
                  <a:lnTo>
                    <a:pt x="434601" y="2289992"/>
                  </a:lnTo>
                  <a:lnTo>
                    <a:pt x="401762" y="2259371"/>
                  </a:lnTo>
                  <a:lnTo>
                    <a:pt x="369986" y="2227660"/>
                  </a:lnTo>
                  <a:lnTo>
                    <a:pt x="339303" y="2194889"/>
                  </a:lnTo>
                  <a:lnTo>
                    <a:pt x="309741" y="2161086"/>
                  </a:lnTo>
                  <a:lnTo>
                    <a:pt x="281332" y="2126283"/>
                  </a:lnTo>
                  <a:lnTo>
                    <a:pt x="254104" y="2090508"/>
                  </a:lnTo>
                  <a:lnTo>
                    <a:pt x="228088" y="2053791"/>
                  </a:lnTo>
                  <a:lnTo>
                    <a:pt x="203313" y="2016163"/>
                  </a:lnTo>
                  <a:lnTo>
                    <a:pt x="179808" y="1977652"/>
                  </a:lnTo>
                  <a:lnTo>
                    <a:pt x="157605" y="1938288"/>
                  </a:lnTo>
                  <a:lnTo>
                    <a:pt x="136732" y="1898102"/>
                  </a:lnTo>
                  <a:lnTo>
                    <a:pt x="117220" y="1857122"/>
                  </a:lnTo>
                  <a:lnTo>
                    <a:pt x="99097" y="1815379"/>
                  </a:lnTo>
                  <a:lnTo>
                    <a:pt x="82394" y="1772901"/>
                  </a:lnTo>
                  <a:lnTo>
                    <a:pt x="67141" y="1729720"/>
                  </a:lnTo>
                  <a:lnTo>
                    <a:pt x="53367" y="1685864"/>
                  </a:lnTo>
                  <a:lnTo>
                    <a:pt x="41102" y="1641363"/>
                  </a:lnTo>
                  <a:lnTo>
                    <a:pt x="30376" y="1596248"/>
                  </a:lnTo>
                  <a:lnTo>
                    <a:pt x="21218" y="1550547"/>
                  </a:lnTo>
                  <a:lnTo>
                    <a:pt x="13659" y="1504290"/>
                  </a:lnTo>
                  <a:lnTo>
                    <a:pt x="7727" y="1457507"/>
                  </a:lnTo>
                  <a:lnTo>
                    <a:pt x="3454" y="1410228"/>
                  </a:lnTo>
                  <a:lnTo>
                    <a:pt x="868" y="1362482"/>
                  </a:lnTo>
                  <a:lnTo>
                    <a:pt x="0" y="13142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46110" y="3994959"/>
            <a:ext cx="2015489" cy="16789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0699"/>
              </a:lnSpc>
              <a:spcBef>
                <a:spcPts val="70"/>
              </a:spcBef>
            </a:pPr>
            <a:r>
              <a:rPr sz="3600" spc="70" dirty="0">
                <a:latin typeface="Tahoma"/>
                <a:cs typeface="Tahoma"/>
              </a:rPr>
              <a:t>16-bit </a:t>
            </a:r>
            <a:r>
              <a:rPr sz="3600" spc="75" dirty="0">
                <a:latin typeface="Tahoma"/>
                <a:cs typeface="Tahoma"/>
              </a:rPr>
              <a:t> </a:t>
            </a:r>
            <a:r>
              <a:rPr sz="3600" spc="25" dirty="0">
                <a:latin typeface="Tahoma"/>
                <a:cs typeface="Tahoma"/>
              </a:rPr>
              <a:t>quantized  </a:t>
            </a:r>
            <a:r>
              <a:rPr sz="3600" spc="15" dirty="0">
                <a:latin typeface="Tahoma"/>
                <a:cs typeface="Tahoma"/>
              </a:rPr>
              <a:t>model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181187" y="7035762"/>
            <a:ext cx="4124325" cy="1025525"/>
            <a:chOff x="12181187" y="7035762"/>
            <a:chExt cx="4124325" cy="1025525"/>
          </a:xfrm>
        </p:grpSpPr>
        <p:sp>
          <p:nvSpPr>
            <p:cNvPr id="21" name="object 21"/>
            <p:cNvSpPr/>
            <p:nvPr/>
          </p:nvSpPr>
          <p:spPr>
            <a:xfrm>
              <a:off x="12185949" y="7040525"/>
              <a:ext cx="4114800" cy="1016000"/>
            </a:xfrm>
            <a:custGeom>
              <a:avLst/>
              <a:gdLst/>
              <a:ahLst/>
              <a:cxnLst/>
              <a:rect l="l" t="t" r="r" b="b"/>
              <a:pathLst>
                <a:path w="4114800" h="1016000">
                  <a:moveTo>
                    <a:pt x="3945497" y="1015799"/>
                  </a:moveTo>
                  <a:lnTo>
                    <a:pt x="169302" y="1015799"/>
                  </a:lnTo>
                  <a:lnTo>
                    <a:pt x="124295" y="1009752"/>
                  </a:lnTo>
                  <a:lnTo>
                    <a:pt x="83852" y="992685"/>
                  </a:lnTo>
                  <a:lnTo>
                    <a:pt x="49587" y="966212"/>
                  </a:lnTo>
                  <a:lnTo>
                    <a:pt x="23114" y="931947"/>
                  </a:lnTo>
                  <a:lnTo>
                    <a:pt x="6047" y="891504"/>
                  </a:lnTo>
                  <a:lnTo>
                    <a:pt x="0" y="846496"/>
                  </a:lnTo>
                  <a:lnTo>
                    <a:pt x="0" y="169302"/>
                  </a:lnTo>
                  <a:lnTo>
                    <a:pt x="6047" y="124295"/>
                  </a:lnTo>
                  <a:lnTo>
                    <a:pt x="23114" y="83852"/>
                  </a:lnTo>
                  <a:lnTo>
                    <a:pt x="49587" y="49587"/>
                  </a:lnTo>
                  <a:lnTo>
                    <a:pt x="83852" y="23114"/>
                  </a:lnTo>
                  <a:lnTo>
                    <a:pt x="124295" y="6047"/>
                  </a:lnTo>
                  <a:lnTo>
                    <a:pt x="169302" y="0"/>
                  </a:lnTo>
                  <a:lnTo>
                    <a:pt x="3945497" y="0"/>
                  </a:lnTo>
                  <a:lnTo>
                    <a:pt x="4010286" y="12887"/>
                  </a:lnTo>
                  <a:lnTo>
                    <a:pt x="4065212" y="49587"/>
                  </a:lnTo>
                  <a:lnTo>
                    <a:pt x="4101912" y="104513"/>
                  </a:lnTo>
                  <a:lnTo>
                    <a:pt x="4114799" y="169302"/>
                  </a:lnTo>
                  <a:lnTo>
                    <a:pt x="4114799" y="846496"/>
                  </a:lnTo>
                  <a:lnTo>
                    <a:pt x="4108752" y="891504"/>
                  </a:lnTo>
                  <a:lnTo>
                    <a:pt x="4091685" y="931947"/>
                  </a:lnTo>
                  <a:lnTo>
                    <a:pt x="4065212" y="966212"/>
                  </a:lnTo>
                  <a:lnTo>
                    <a:pt x="4030947" y="992685"/>
                  </a:lnTo>
                  <a:lnTo>
                    <a:pt x="3990504" y="1009752"/>
                  </a:lnTo>
                  <a:lnTo>
                    <a:pt x="3945497" y="1015799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185949" y="7040525"/>
              <a:ext cx="4114800" cy="1016000"/>
            </a:xfrm>
            <a:custGeom>
              <a:avLst/>
              <a:gdLst/>
              <a:ahLst/>
              <a:cxnLst/>
              <a:rect l="l" t="t" r="r" b="b"/>
              <a:pathLst>
                <a:path w="4114800" h="1016000">
                  <a:moveTo>
                    <a:pt x="0" y="169302"/>
                  </a:moveTo>
                  <a:lnTo>
                    <a:pt x="6047" y="124295"/>
                  </a:lnTo>
                  <a:lnTo>
                    <a:pt x="23114" y="83852"/>
                  </a:lnTo>
                  <a:lnTo>
                    <a:pt x="49587" y="49587"/>
                  </a:lnTo>
                  <a:lnTo>
                    <a:pt x="83852" y="23114"/>
                  </a:lnTo>
                  <a:lnTo>
                    <a:pt x="124295" y="6047"/>
                  </a:lnTo>
                  <a:lnTo>
                    <a:pt x="169302" y="0"/>
                  </a:lnTo>
                  <a:lnTo>
                    <a:pt x="3945497" y="0"/>
                  </a:lnTo>
                  <a:lnTo>
                    <a:pt x="4010286" y="12887"/>
                  </a:lnTo>
                  <a:lnTo>
                    <a:pt x="4065212" y="49587"/>
                  </a:lnTo>
                  <a:lnTo>
                    <a:pt x="4101912" y="104513"/>
                  </a:lnTo>
                  <a:lnTo>
                    <a:pt x="4114799" y="169302"/>
                  </a:lnTo>
                  <a:lnTo>
                    <a:pt x="4114799" y="846496"/>
                  </a:lnTo>
                  <a:lnTo>
                    <a:pt x="4108752" y="891504"/>
                  </a:lnTo>
                  <a:lnTo>
                    <a:pt x="4091685" y="931947"/>
                  </a:lnTo>
                  <a:lnTo>
                    <a:pt x="4065212" y="966212"/>
                  </a:lnTo>
                  <a:lnTo>
                    <a:pt x="4030947" y="992685"/>
                  </a:lnTo>
                  <a:lnTo>
                    <a:pt x="3990504" y="1009752"/>
                  </a:lnTo>
                  <a:lnTo>
                    <a:pt x="3945497" y="1015799"/>
                  </a:lnTo>
                  <a:lnTo>
                    <a:pt x="169302" y="1015799"/>
                  </a:lnTo>
                  <a:lnTo>
                    <a:pt x="124295" y="1009752"/>
                  </a:lnTo>
                  <a:lnTo>
                    <a:pt x="83852" y="992685"/>
                  </a:lnTo>
                  <a:lnTo>
                    <a:pt x="49587" y="966212"/>
                  </a:lnTo>
                  <a:lnTo>
                    <a:pt x="23114" y="931947"/>
                  </a:lnTo>
                  <a:lnTo>
                    <a:pt x="6047" y="891504"/>
                  </a:lnTo>
                  <a:lnTo>
                    <a:pt x="0" y="846496"/>
                  </a:lnTo>
                  <a:lnTo>
                    <a:pt x="0" y="169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283105" y="7092875"/>
            <a:ext cx="192087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30504" marR="5080" indent="-218440">
              <a:lnSpc>
                <a:spcPct val="100400"/>
              </a:lnSpc>
              <a:spcBef>
                <a:spcPts val="85"/>
              </a:spcBef>
            </a:pPr>
            <a:r>
              <a:rPr sz="2800" b="1" spc="-110" dirty="0">
                <a:latin typeface="Tahoma"/>
                <a:cs typeface="Tahoma"/>
              </a:rPr>
              <a:t>1GB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25" dirty="0">
                <a:latin typeface="Tahoma"/>
                <a:cs typeface="Tahoma"/>
              </a:rPr>
              <a:t>8-bit 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928712" y="4359484"/>
            <a:ext cx="2644140" cy="2638425"/>
            <a:chOff x="12928712" y="4359484"/>
            <a:chExt cx="2644140" cy="2638425"/>
          </a:xfrm>
        </p:grpSpPr>
        <p:sp>
          <p:nvSpPr>
            <p:cNvPr id="25" name="object 25"/>
            <p:cNvSpPr/>
            <p:nvPr/>
          </p:nvSpPr>
          <p:spPr>
            <a:xfrm>
              <a:off x="12933474" y="4364247"/>
              <a:ext cx="2634615" cy="2628900"/>
            </a:xfrm>
            <a:custGeom>
              <a:avLst/>
              <a:gdLst/>
              <a:ahLst/>
              <a:cxnLst/>
              <a:rect l="l" t="t" r="r" b="b"/>
              <a:pathLst>
                <a:path w="2634615" h="2628900">
                  <a:moveTo>
                    <a:pt x="1316999" y="2628600"/>
                  </a:moveTo>
                  <a:lnTo>
                    <a:pt x="1268718" y="2627733"/>
                  </a:lnTo>
                  <a:lnTo>
                    <a:pt x="1220874" y="2625152"/>
                  </a:lnTo>
                  <a:lnTo>
                    <a:pt x="1173498" y="2620888"/>
                  </a:lnTo>
                  <a:lnTo>
                    <a:pt x="1126619" y="2614968"/>
                  </a:lnTo>
                  <a:lnTo>
                    <a:pt x="1080267" y="2607425"/>
                  </a:lnTo>
                  <a:lnTo>
                    <a:pt x="1034472" y="2598286"/>
                  </a:lnTo>
                  <a:lnTo>
                    <a:pt x="989263" y="2587581"/>
                  </a:lnTo>
                  <a:lnTo>
                    <a:pt x="944671" y="2575342"/>
                  </a:lnTo>
                  <a:lnTo>
                    <a:pt x="900725" y="2561596"/>
                  </a:lnTo>
                  <a:lnTo>
                    <a:pt x="857455" y="2546374"/>
                  </a:lnTo>
                  <a:lnTo>
                    <a:pt x="814891" y="2529705"/>
                  </a:lnTo>
                  <a:lnTo>
                    <a:pt x="773062" y="2511620"/>
                  </a:lnTo>
                  <a:lnTo>
                    <a:pt x="731998" y="2492147"/>
                  </a:lnTo>
                  <a:lnTo>
                    <a:pt x="691728" y="2471317"/>
                  </a:lnTo>
                  <a:lnTo>
                    <a:pt x="652284" y="2449159"/>
                  </a:lnTo>
                  <a:lnTo>
                    <a:pt x="613694" y="2425703"/>
                  </a:lnTo>
                  <a:lnTo>
                    <a:pt x="575988" y="2400979"/>
                  </a:lnTo>
                  <a:lnTo>
                    <a:pt x="539196" y="2375016"/>
                  </a:lnTo>
                  <a:lnTo>
                    <a:pt x="503348" y="2347844"/>
                  </a:lnTo>
                  <a:lnTo>
                    <a:pt x="468473" y="2319493"/>
                  </a:lnTo>
                  <a:lnTo>
                    <a:pt x="434601" y="2289992"/>
                  </a:lnTo>
                  <a:lnTo>
                    <a:pt x="401762" y="2259371"/>
                  </a:lnTo>
                  <a:lnTo>
                    <a:pt x="369986" y="2227660"/>
                  </a:lnTo>
                  <a:lnTo>
                    <a:pt x="339303" y="2194889"/>
                  </a:lnTo>
                  <a:lnTo>
                    <a:pt x="309741" y="2161086"/>
                  </a:lnTo>
                  <a:lnTo>
                    <a:pt x="281332" y="2126283"/>
                  </a:lnTo>
                  <a:lnTo>
                    <a:pt x="254104" y="2090508"/>
                  </a:lnTo>
                  <a:lnTo>
                    <a:pt x="228088" y="2053792"/>
                  </a:lnTo>
                  <a:lnTo>
                    <a:pt x="203312" y="2016163"/>
                  </a:lnTo>
                  <a:lnTo>
                    <a:pt x="179808" y="1977652"/>
                  </a:lnTo>
                  <a:lnTo>
                    <a:pt x="157605" y="1938288"/>
                  </a:lnTo>
                  <a:lnTo>
                    <a:pt x="136732" y="1898102"/>
                  </a:lnTo>
                  <a:lnTo>
                    <a:pt x="117220" y="1857122"/>
                  </a:lnTo>
                  <a:lnTo>
                    <a:pt x="99097" y="1815379"/>
                  </a:lnTo>
                  <a:lnTo>
                    <a:pt x="82394" y="1772901"/>
                  </a:lnTo>
                  <a:lnTo>
                    <a:pt x="67141" y="1729720"/>
                  </a:lnTo>
                  <a:lnTo>
                    <a:pt x="53367" y="1685864"/>
                  </a:lnTo>
                  <a:lnTo>
                    <a:pt x="41102" y="1641363"/>
                  </a:lnTo>
                  <a:lnTo>
                    <a:pt x="30376" y="1596248"/>
                  </a:lnTo>
                  <a:lnTo>
                    <a:pt x="21218" y="1550547"/>
                  </a:lnTo>
                  <a:lnTo>
                    <a:pt x="13659" y="1504290"/>
                  </a:lnTo>
                  <a:lnTo>
                    <a:pt x="7727" y="1457507"/>
                  </a:lnTo>
                  <a:lnTo>
                    <a:pt x="3454" y="1410228"/>
                  </a:lnTo>
                  <a:lnTo>
                    <a:pt x="868" y="1362482"/>
                  </a:lnTo>
                  <a:lnTo>
                    <a:pt x="0" y="1314299"/>
                  </a:lnTo>
                  <a:lnTo>
                    <a:pt x="868" y="1266117"/>
                  </a:lnTo>
                  <a:lnTo>
                    <a:pt x="3454" y="1218371"/>
                  </a:lnTo>
                  <a:lnTo>
                    <a:pt x="7727" y="1171092"/>
                  </a:lnTo>
                  <a:lnTo>
                    <a:pt x="13659" y="1124309"/>
                  </a:lnTo>
                  <a:lnTo>
                    <a:pt x="21218" y="1078052"/>
                  </a:lnTo>
                  <a:lnTo>
                    <a:pt x="30376" y="1032351"/>
                  </a:lnTo>
                  <a:lnTo>
                    <a:pt x="41102" y="987236"/>
                  </a:lnTo>
                  <a:lnTo>
                    <a:pt x="53367" y="942735"/>
                  </a:lnTo>
                  <a:lnTo>
                    <a:pt x="67141" y="898879"/>
                  </a:lnTo>
                  <a:lnTo>
                    <a:pt x="82394" y="855698"/>
                  </a:lnTo>
                  <a:lnTo>
                    <a:pt x="99097" y="813221"/>
                  </a:lnTo>
                  <a:lnTo>
                    <a:pt x="117220" y="771477"/>
                  </a:lnTo>
                  <a:lnTo>
                    <a:pt x="136732" y="730497"/>
                  </a:lnTo>
                  <a:lnTo>
                    <a:pt x="157605" y="690311"/>
                  </a:lnTo>
                  <a:lnTo>
                    <a:pt x="179808" y="650947"/>
                  </a:lnTo>
                  <a:lnTo>
                    <a:pt x="203312" y="612436"/>
                  </a:lnTo>
                  <a:lnTo>
                    <a:pt x="228088" y="574808"/>
                  </a:lnTo>
                  <a:lnTo>
                    <a:pt x="254104" y="538091"/>
                  </a:lnTo>
                  <a:lnTo>
                    <a:pt x="281332" y="502316"/>
                  </a:lnTo>
                  <a:lnTo>
                    <a:pt x="309741" y="467513"/>
                  </a:lnTo>
                  <a:lnTo>
                    <a:pt x="339303" y="433711"/>
                  </a:lnTo>
                  <a:lnTo>
                    <a:pt x="369986" y="400939"/>
                  </a:lnTo>
                  <a:lnTo>
                    <a:pt x="401762" y="369228"/>
                  </a:lnTo>
                  <a:lnTo>
                    <a:pt x="434601" y="338607"/>
                  </a:lnTo>
                  <a:lnTo>
                    <a:pt x="468473" y="309106"/>
                  </a:lnTo>
                  <a:lnTo>
                    <a:pt x="503348" y="280755"/>
                  </a:lnTo>
                  <a:lnTo>
                    <a:pt x="539196" y="253583"/>
                  </a:lnTo>
                  <a:lnTo>
                    <a:pt x="575988" y="227620"/>
                  </a:lnTo>
                  <a:lnTo>
                    <a:pt x="613694" y="202896"/>
                  </a:lnTo>
                  <a:lnTo>
                    <a:pt x="652284" y="179440"/>
                  </a:lnTo>
                  <a:lnTo>
                    <a:pt x="691728" y="157282"/>
                  </a:lnTo>
                  <a:lnTo>
                    <a:pt x="731998" y="136452"/>
                  </a:lnTo>
                  <a:lnTo>
                    <a:pt x="773062" y="116980"/>
                  </a:lnTo>
                  <a:lnTo>
                    <a:pt x="814891" y="98894"/>
                  </a:lnTo>
                  <a:lnTo>
                    <a:pt x="857455" y="82225"/>
                  </a:lnTo>
                  <a:lnTo>
                    <a:pt x="900725" y="67003"/>
                  </a:lnTo>
                  <a:lnTo>
                    <a:pt x="944671" y="53258"/>
                  </a:lnTo>
                  <a:lnTo>
                    <a:pt x="989263" y="41018"/>
                  </a:lnTo>
                  <a:lnTo>
                    <a:pt x="1034472" y="30314"/>
                  </a:lnTo>
                  <a:lnTo>
                    <a:pt x="1080267" y="21175"/>
                  </a:lnTo>
                  <a:lnTo>
                    <a:pt x="1126619" y="13631"/>
                  </a:lnTo>
                  <a:lnTo>
                    <a:pt x="1173498" y="7712"/>
                  </a:lnTo>
                  <a:lnTo>
                    <a:pt x="1220874" y="3447"/>
                  </a:lnTo>
                  <a:lnTo>
                    <a:pt x="1268718" y="866"/>
                  </a:lnTo>
                  <a:lnTo>
                    <a:pt x="1316999" y="0"/>
                  </a:lnTo>
                  <a:lnTo>
                    <a:pt x="1366793" y="938"/>
                  </a:lnTo>
                  <a:lnTo>
                    <a:pt x="1416344" y="3741"/>
                  </a:lnTo>
                  <a:lnTo>
                    <a:pt x="1465605" y="8388"/>
                  </a:lnTo>
                  <a:lnTo>
                    <a:pt x="1514527" y="14861"/>
                  </a:lnTo>
                  <a:lnTo>
                    <a:pt x="1563065" y="23138"/>
                  </a:lnTo>
                  <a:lnTo>
                    <a:pt x="1611169" y="33200"/>
                  </a:lnTo>
                  <a:lnTo>
                    <a:pt x="1658792" y="45028"/>
                  </a:lnTo>
                  <a:lnTo>
                    <a:pt x="1705886" y="58602"/>
                  </a:lnTo>
                  <a:lnTo>
                    <a:pt x="1752403" y="73902"/>
                  </a:lnTo>
                  <a:lnTo>
                    <a:pt x="1798296" y="90908"/>
                  </a:lnTo>
                  <a:lnTo>
                    <a:pt x="1843517" y="109601"/>
                  </a:lnTo>
                  <a:lnTo>
                    <a:pt x="1888019" y="129960"/>
                  </a:lnTo>
                  <a:lnTo>
                    <a:pt x="1931752" y="151967"/>
                  </a:lnTo>
                  <a:lnTo>
                    <a:pt x="1974671" y="175601"/>
                  </a:lnTo>
                  <a:lnTo>
                    <a:pt x="2016726" y="200843"/>
                  </a:lnTo>
                  <a:lnTo>
                    <a:pt x="2057870" y="227673"/>
                  </a:lnTo>
                  <a:lnTo>
                    <a:pt x="2098056" y="256071"/>
                  </a:lnTo>
                  <a:lnTo>
                    <a:pt x="2137236" y="286017"/>
                  </a:lnTo>
                  <a:lnTo>
                    <a:pt x="2175361" y="317492"/>
                  </a:lnTo>
                  <a:lnTo>
                    <a:pt x="2212385" y="350476"/>
                  </a:lnTo>
                  <a:lnTo>
                    <a:pt x="2248259" y="384949"/>
                  </a:lnTo>
                  <a:lnTo>
                    <a:pt x="2282803" y="420750"/>
                  </a:lnTo>
                  <a:lnTo>
                    <a:pt x="2315855" y="457698"/>
                  </a:lnTo>
                  <a:lnTo>
                    <a:pt x="2347395" y="495745"/>
                  </a:lnTo>
                  <a:lnTo>
                    <a:pt x="2377403" y="534845"/>
                  </a:lnTo>
                  <a:lnTo>
                    <a:pt x="2405859" y="574948"/>
                  </a:lnTo>
                  <a:lnTo>
                    <a:pt x="2432744" y="616008"/>
                  </a:lnTo>
                  <a:lnTo>
                    <a:pt x="2458037" y="657977"/>
                  </a:lnTo>
                  <a:lnTo>
                    <a:pt x="2481720" y="700808"/>
                  </a:lnTo>
                  <a:lnTo>
                    <a:pt x="2503772" y="744452"/>
                  </a:lnTo>
                  <a:lnTo>
                    <a:pt x="2524173" y="788862"/>
                  </a:lnTo>
                  <a:lnTo>
                    <a:pt x="2542904" y="833990"/>
                  </a:lnTo>
                  <a:lnTo>
                    <a:pt x="2559945" y="879789"/>
                  </a:lnTo>
                  <a:lnTo>
                    <a:pt x="2575277" y="926211"/>
                  </a:lnTo>
                  <a:lnTo>
                    <a:pt x="2588878" y="973208"/>
                  </a:lnTo>
                  <a:lnTo>
                    <a:pt x="2600731" y="1020734"/>
                  </a:lnTo>
                  <a:lnTo>
                    <a:pt x="2610814" y="1068739"/>
                  </a:lnTo>
                  <a:lnTo>
                    <a:pt x="2619108" y="1117177"/>
                  </a:lnTo>
                  <a:lnTo>
                    <a:pt x="2625593" y="1165999"/>
                  </a:lnTo>
                  <a:lnTo>
                    <a:pt x="2630250" y="1215159"/>
                  </a:lnTo>
                  <a:lnTo>
                    <a:pt x="2633059" y="1264608"/>
                  </a:lnTo>
                  <a:lnTo>
                    <a:pt x="2633999" y="1314299"/>
                  </a:lnTo>
                  <a:lnTo>
                    <a:pt x="2633131" y="1362482"/>
                  </a:lnTo>
                  <a:lnTo>
                    <a:pt x="2630545" y="1410228"/>
                  </a:lnTo>
                  <a:lnTo>
                    <a:pt x="2626272" y="1457507"/>
                  </a:lnTo>
                  <a:lnTo>
                    <a:pt x="2620340" y="1504290"/>
                  </a:lnTo>
                  <a:lnTo>
                    <a:pt x="2612781" y="1550547"/>
                  </a:lnTo>
                  <a:lnTo>
                    <a:pt x="2603623" y="1596248"/>
                  </a:lnTo>
                  <a:lnTo>
                    <a:pt x="2592897" y="1641363"/>
                  </a:lnTo>
                  <a:lnTo>
                    <a:pt x="2580632" y="1685864"/>
                  </a:lnTo>
                  <a:lnTo>
                    <a:pt x="2566858" y="1729720"/>
                  </a:lnTo>
                  <a:lnTo>
                    <a:pt x="2551605" y="1772901"/>
                  </a:lnTo>
                  <a:lnTo>
                    <a:pt x="2534902" y="1815379"/>
                  </a:lnTo>
                  <a:lnTo>
                    <a:pt x="2516779" y="1857122"/>
                  </a:lnTo>
                  <a:lnTo>
                    <a:pt x="2497267" y="1898102"/>
                  </a:lnTo>
                  <a:lnTo>
                    <a:pt x="2476394" y="1938288"/>
                  </a:lnTo>
                  <a:lnTo>
                    <a:pt x="2454191" y="1977652"/>
                  </a:lnTo>
                  <a:lnTo>
                    <a:pt x="2430687" y="2016163"/>
                  </a:lnTo>
                  <a:lnTo>
                    <a:pt x="2405911" y="2053792"/>
                  </a:lnTo>
                  <a:lnTo>
                    <a:pt x="2379895" y="2090508"/>
                  </a:lnTo>
                  <a:lnTo>
                    <a:pt x="2352667" y="2126283"/>
                  </a:lnTo>
                  <a:lnTo>
                    <a:pt x="2324258" y="2161086"/>
                  </a:lnTo>
                  <a:lnTo>
                    <a:pt x="2294696" y="2194889"/>
                  </a:lnTo>
                  <a:lnTo>
                    <a:pt x="2264013" y="2227660"/>
                  </a:lnTo>
                  <a:lnTo>
                    <a:pt x="2232237" y="2259371"/>
                  </a:lnTo>
                  <a:lnTo>
                    <a:pt x="2199398" y="2289992"/>
                  </a:lnTo>
                  <a:lnTo>
                    <a:pt x="2165526" y="2319493"/>
                  </a:lnTo>
                  <a:lnTo>
                    <a:pt x="2130651" y="2347844"/>
                  </a:lnTo>
                  <a:lnTo>
                    <a:pt x="2094803" y="2375016"/>
                  </a:lnTo>
                  <a:lnTo>
                    <a:pt x="2058011" y="2400979"/>
                  </a:lnTo>
                  <a:lnTo>
                    <a:pt x="2020305" y="2425703"/>
                  </a:lnTo>
                  <a:lnTo>
                    <a:pt x="1981715" y="2449159"/>
                  </a:lnTo>
                  <a:lnTo>
                    <a:pt x="1942271" y="2471317"/>
                  </a:lnTo>
                  <a:lnTo>
                    <a:pt x="1902001" y="2492147"/>
                  </a:lnTo>
                  <a:lnTo>
                    <a:pt x="1860937" y="2511620"/>
                  </a:lnTo>
                  <a:lnTo>
                    <a:pt x="1819108" y="2529705"/>
                  </a:lnTo>
                  <a:lnTo>
                    <a:pt x="1776544" y="2546374"/>
                  </a:lnTo>
                  <a:lnTo>
                    <a:pt x="1733274" y="2561596"/>
                  </a:lnTo>
                  <a:lnTo>
                    <a:pt x="1689328" y="2575342"/>
                  </a:lnTo>
                  <a:lnTo>
                    <a:pt x="1644736" y="2587581"/>
                  </a:lnTo>
                  <a:lnTo>
                    <a:pt x="1599527" y="2598286"/>
                  </a:lnTo>
                  <a:lnTo>
                    <a:pt x="1553732" y="2607425"/>
                  </a:lnTo>
                  <a:lnTo>
                    <a:pt x="1507380" y="2614968"/>
                  </a:lnTo>
                  <a:lnTo>
                    <a:pt x="1460501" y="2620888"/>
                  </a:lnTo>
                  <a:lnTo>
                    <a:pt x="1413125" y="2625152"/>
                  </a:lnTo>
                  <a:lnTo>
                    <a:pt x="1365281" y="2627733"/>
                  </a:lnTo>
                  <a:lnTo>
                    <a:pt x="1316999" y="2628600"/>
                  </a:lnTo>
                  <a:close/>
                </a:path>
              </a:pathLst>
            </a:custGeom>
            <a:solidFill>
              <a:srgbClr val="F1D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33474" y="4364247"/>
              <a:ext cx="2634615" cy="2628900"/>
            </a:xfrm>
            <a:custGeom>
              <a:avLst/>
              <a:gdLst/>
              <a:ahLst/>
              <a:cxnLst/>
              <a:rect l="l" t="t" r="r" b="b"/>
              <a:pathLst>
                <a:path w="2634615" h="2628900">
                  <a:moveTo>
                    <a:pt x="0" y="1314299"/>
                  </a:moveTo>
                  <a:lnTo>
                    <a:pt x="868" y="1266117"/>
                  </a:lnTo>
                  <a:lnTo>
                    <a:pt x="3454" y="1218371"/>
                  </a:lnTo>
                  <a:lnTo>
                    <a:pt x="7727" y="1171092"/>
                  </a:lnTo>
                  <a:lnTo>
                    <a:pt x="13659" y="1124309"/>
                  </a:lnTo>
                  <a:lnTo>
                    <a:pt x="21218" y="1078053"/>
                  </a:lnTo>
                  <a:lnTo>
                    <a:pt x="30376" y="1032351"/>
                  </a:lnTo>
                  <a:lnTo>
                    <a:pt x="41102" y="987236"/>
                  </a:lnTo>
                  <a:lnTo>
                    <a:pt x="53367" y="942735"/>
                  </a:lnTo>
                  <a:lnTo>
                    <a:pt x="67141" y="898879"/>
                  </a:lnTo>
                  <a:lnTo>
                    <a:pt x="82394" y="855698"/>
                  </a:lnTo>
                  <a:lnTo>
                    <a:pt x="99097" y="813221"/>
                  </a:lnTo>
                  <a:lnTo>
                    <a:pt x="117220" y="771477"/>
                  </a:lnTo>
                  <a:lnTo>
                    <a:pt x="136732" y="730497"/>
                  </a:lnTo>
                  <a:lnTo>
                    <a:pt x="157605" y="690311"/>
                  </a:lnTo>
                  <a:lnTo>
                    <a:pt x="179808" y="650947"/>
                  </a:lnTo>
                  <a:lnTo>
                    <a:pt x="203312" y="612436"/>
                  </a:lnTo>
                  <a:lnTo>
                    <a:pt x="228088" y="574808"/>
                  </a:lnTo>
                  <a:lnTo>
                    <a:pt x="254104" y="538091"/>
                  </a:lnTo>
                  <a:lnTo>
                    <a:pt x="281332" y="502316"/>
                  </a:lnTo>
                  <a:lnTo>
                    <a:pt x="309741" y="467513"/>
                  </a:lnTo>
                  <a:lnTo>
                    <a:pt x="339303" y="433711"/>
                  </a:lnTo>
                  <a:lnTo>
                    <a:pt x="369986" y="400939"/>
                  </a:lnTo>
                  <a:lnTo>
                    <a:pt x="401762" y="369228"/>
                  </a:lnTo>
                  <a:lnTo>
                    <a:pt x="434601" y="338607"/>
                  </a:lnTo>
                  <a:lnTo>
                    <a:pt x="468473" y="309106"/>
                  </a:lnTo>
                  <a:lnTo>
                    <a:pt x="503348" y="280755"/>
                  </a:lnTo>
                  <a:lnTo>
                    <a:pt x="539196" y="253583"/>
                  </a:lnTo>
                  <a:lnTo>
                    <a:pt x="575988" y="227620"/>
                  </a:lnTo>
                  <a:lnTo>
                    <a:pt x="613694" y="202896"/>
                  </a:lnTo>
                  <a:lnTo>
                    <a:pt x="652284" y="179440"/>
                  </a:lnTo>
                  <a:lnTo>
                    <a:pt x="691728" y="157282"/>
                  </a:lnTo>
                  <a:lnTo>
                    <a:pt x="731998" y="136452"/>
                  </a:lnTo>
                  <a:lnTo>
                    <a:pt x="773062" y="116980"/>
                  </a:lnTo>
                  <a:lnTo>
                    <a:pt x="814891" y="98894"/>
                  </a:lnTo>
                  <a:lnTo>
                    <a:pt x="857455" y="82225"/>
                  </a:lnTo>
                  <a:lnTo>
                    <a:pt x="900725" y="67003"/>
                  </a:lnTo>
                  <a:lnTo>
                    <a:pt x="944671" y="53258"/>
                  </a:lnTo>
                  <a:lnTo>
                    <a:pt x="989263" y="41018"/>
                  </a:lnTo>
                  <a:lnTo>
                    <a:pt x="1034472" y="30314"/>
                  </a:lnTo>
                  <a:lnTo>
                    <a:pt x="1080267" y="21175"/>
                  </a:lnTo>
                  <a:lnTo>
                    <a:pt x="1126619" y="13631"/>
                  </a:lnTo>
                  <a:lnTo>
                    <a:pt x="1173498" y="7712"/>
                  </a:lnTo>
                  <a:lnTo>
                    <a:pt x="1220874" y="3447"/>
                  </a:lnTo>
                  <a:lnTo>
                    <a:pt x="1268718" y="866"/>
                  </a:lnTo>
                  <a:lnTo>
                    <a:pt x="1316999" y="0"/>
                  </a:lnTo>
                  <a:lnTo>
                    <a:pt x="1366793" y="938"/>
                  </a:lnTo>
                  <a:lnTo>
                    <a:pt x="1416344" y="3741"/>
                  </a:lnTo>
                  <a:lnTo>
                    <a:pt x="1465605" y="8388"/>
                  </a:lnTo>
                  <a:lnTo>
                    <a:pt x="1514527" y="14861"/>
                  </a:lnTo>
                  <a:lnTo>
                    <a:pt x="1563065" y="23138"/>
                  </a:lnTo>
                  <a:lnTo>
                    <a:pt x="1611169" y="33200"/>
                  </a:lnTo>
                  <a:lnTo>
                    <a:pt x="1658792" y="45028"/>
                  </a:lnTo>
                  <a:lnTo>
                    <a:pt x="1705886" y="58602"/>
                  </a:lnTo>
                  <a:lnTo>
                    <a:pt x="1752403" y="73902"/>
                  </a:lnTo>
                  <a:lnTo>
                    <a:pt x="1798296" y="90908"/>
                  </a:lnTo>
                  <a:lnTo>
                    <a:pt x="1843517" y="109601"/>
                  </a:lnTo>
                  <a:lnTo>
                    <a:pt x="1888019" y="129960"/>
                  </a:lnTo>
                  <a:lnTo>
                    <a:pt x="1931752" y="151967"/>
                  </a:lnTo>
                  <a:lnTo>
                    <a:pt x="1974671" y="175601"/>
                  </a:lnTo>
                  <a:lnTo>
                    <a:pt x="2016726" y="200843"/>
                  </a:lnTo>
                  <a:lnTo>
                    <a:pt x="2057870" y="227673"/>
                  </a:lnTo>
                  <a:lnTo>
                    <a:pt x="2098056" y="256071"/>
                  </a:lnTo>
                  <a:lnTo>
                    <a:pt x="2137236" y="286017"/>
                  </a:lnTo>
                  <a:lnTo>
                    <a:pt x="2175361" y="317492"/>
                  </a:lnTo>
                  <a:lnTo>
                    <a:pt x="2212385" y="350476"/>
                  </a:lnTo>
                  <a:lnTo>
                    <a:pt x="2248259" y="384949"/>
                  </a:lnTo>
                  <a:lnTo>
                    <a:pt x="2282804" y="420750"/>
                  </a:lnTo>
                  <a:lnTo>
                    <a:pt x="2315855" y="457698"/>
                  </a:lnTo>
                  <a:lnTo>
                    <a:pt x="2347395" y="495745"/>
                  </a:lnTo>
                  <a:lnTo>
                    <a:pt x="2377403" y="534845"/>
                  </a:lnTo>
                  <a:lnTo>
                    <a:pt x="2405859" y="574948"/>
                  </a:lnTo>
                  <a:lnTo>
                    <a:pt x="2432744" y="616008"/>
                  </a:lnTo>
                  <a:lnTo>
                    <a:pt x="2458037" y="657977"/>
                  </a:lnTo>
                  <a:lnTo>
                    <a:pt x="2481720" y="700808"/>
                  </a:lnTo>
                  <a:lnTo>
                    <a:pt x="2503772" y="744452"/>
                  </a:lnTo>
                  <a:lnTo>
                    <a:pt x="2524173" y="788862"/>
                  </a:lnTo>
                  <a:lnTo>
                    <a:pt x="2542904" y="833990"/>
                  </a:lnTo>
                  <a:lnTo>
                    <a:pt x="2559945" y="879789"/>
                  </a:lnTo>
                  <a:lnTo>
                    <a:pt x="2575277" y="926211"/>
                  </a:lnTo>
                  <a:lnTo>
                    <a:pt x="2588878" y="973208"/>
                  </a:lnTo>
                  <a:lnTo>
                    <a:pt x="2600731" y="1020734"/>
                  </a:lnTo>
                  <a:lnTo>
                    <a:pt x="2610814" y="1068739"/>
                  </a:lnTo>
                  <a:lnTo>
                    <a:pt x="2619108" y="1117177"/>
                  </a:lnTo>
                  <a:lnTo>
                    <a:pt x="2625593" y="1165999"/>
                  </a:lnTo>
                  <a:lnTo>
                    <a:pt x="2630250" y="1215159"/>
                  </a:lnTo>
                  <a:lnTo>
                    <a:pt x="2633059" y="1264608"/>
                  </a:lnTo>
                  <a:lnTo>
                    <a:pt x="2633999" y="1314299"/>
                  </a:lnTo>
                  <a:lnTo>
                    <a:pt x="2633131" y="1362482"/>
                  </a:lnTo>
                  <a:lnTo>
                    <a:pt x="2630545" y="1410228"/>
                  </a:lnTo>
                  <a:lnTo>
                    <a:pt x="2626272" y="1457507"/>
                  </a:lnTo>
                  <a:lnTo>
                    <a:pt x="2620340" y="1504290"/>
                  </a:lnTo>
                  <a:lnTo>
                    <a:pt x="2612781" y="1550547"/>
                  </a:lnTo>
                  <a:lnTo>
                    <a:pt x="2603623" y="1596248"/>
                  </a:lnTo>
                  <a:lnTo>
                    <a:pt x="2592897" y="1641363"/>
                  </a:lnTo>
                  <a:lnTo>
                    <a:pt x="2580632" y="1685864"/>
                  </a:lnTo>
                  <a:lnTo>
                    <a:pt x="2566858" y="1729720"/>
                  </a:lnTo>
                  <a:lnTo>
                    <a:pt x="2551605" y="1772901"/>
                  </a:lnTo>
                  <a:lnTo>
                    <a:pt x="2534902" y="1815379"/>
                  </a:lnTo>
                  <a:lnTo>
                    <a:pt x="2516779" y="1857122"/>
                  </a:lnTo>
                  <a:lnTo>
                    <a:pt x="2497267" y="1898102"/>
                  </a:lnTo>
                  <a:lnTo>
                    <a:pt x="2476394" y="1938288"/>
                  </a:lnTo>
                  <a:lnTo>
                    <a:pt x="2454191" y="1977652"/>
                  </a:lnTo>
                  <a:lnTo>
                    <a:pt x="2430687" y="2016163"/>
                  </a:lnTo>
                  <a:lnTo>
                    <a:pt x="2405911" y="2053792"/>
                  </a:lnTo>
                  <a:lnTo>
                    <a:pt x="2379895" y="2090508"/>
                  </a:lnTo>
                  <a:lnTo>
                    <a:pt x="2352667" y="2126283"/>
                  </a:lnTo>
                  <a:lnTo>
                    <a:pt x="2324258" y="2161086"/>
                  </a:lnTo>
                  <a:lnTo>
                    <a:pt x="2294696" y="2194889"/>
                  </a:lnTo>
                  <a:lnTo>
                    <a:pt x="2264013" y="2227660"/>
                  </a:lnTo>
                  <a:lnTo>
                    <a:pt x="2232237" y="2259371"/>
                  </a:lnTo>
                  <a:lnTo>
                    <a:pt x="2199398" y="2289992"/>
                  </a:lnTo>
                  <a:lnTo>
                    <a:pt x="2165526" y="2319493"/>
                  </a:lnTo>
                  <a:lnTo>
                    <a:pt x="2130651" y="2347844"/>
                  </a:lnTo>
                  <a:lnTo>
                    <a:pt x="2094803" y="2375016"/>
                  </a:lnTo>
                  <a:lnTo>
                    <a:pt x="2058011" y="2400979"/>
                  </a:lnTo>
                  <a:lnTo>
                    <a:pt x="2020305" y="2425703"/>
                  </a:lnTo>
                  <a:lnTo>
                    <a:pt x="1981715" y="2449159"/>
                  </a:lnTo>
                  <a:lnTo>
                    <a:pt x="1942271" y="2471317"/>
                  </a:lnTo>
                  <a:lnTo>
                    <a:pt x="1902001" y="2492147"/>
                  </a:lnTo>
                  <a:lnTo>
                    <a:pt x="1860937" y="2511620"/>
                  </a:lnTo>
                  <a:lnTo>
                    <a:pt x="1819108" y="2529705"/>
                  </a:lnTo>
                  <a:lnTo>
                    <a:pt x="1776544" y="2546374"/>
                  </a:lnTo>
                  <a:lnTo>
                    <a:pt x="1733274" y="2561596"/>
                  </a:lnTo>
                  <a:lnTo>
                    <a:pt x="1689328" y="2575342"/>
                  </a:lnTo>
                  <a:lnTo>
                    <a:pt x="1644736" y="2587581"/>
                  </a:lnTo>
                  <a:lnTo>
                    <a:pt x="1599527" y="2598286"/>
                  </a:lnTo>
                  <a:lnTo>
                    <a:pt x="1553732" y="2607425"/>
                  </a:lnTo>
                  <a:lnTo>
                    <a:pt x="1507380" y="2614968"/>
                  </a:lnTo>
                  <a:lnTo>
                    <a:pt x="1460501" y="2620888"/>
                  </a:lnTo>
                  <a:lnTo>
                    <a:pt x="1413125" y="2625152"/>
                  </a:lnTo>
                  <a:lnTo>
                    <a:pt x="1365281" y="2627733"/>
                  </a:lnTo>
                  <a:lnTo>
                    <a:pt x="1316999" y="2628600"/>
                  </a:lnTo>
                  <a:lnTo>
                    <a:pt x="1268718" y="2627733"/>
                  </a:lnTo>
                  <a:lnTo>
                    <a:pt x="1220874" y="2625152"/>
                  </a:lnTo>
                  <a:lnTo>
                    <a:pt x="1173498" y="2620888"/>
                  </a:lnTo>
                  <a:lnTo>
                    <a:pt x="1126619" y="2614968"/>
                  </a:lnTo>
                  <a:lnTo>
                    <a:pt x="1080267" y="2607425"/>
                  </a:lnTo>
                  <a:lnTo>
                    <a:pt x="1034472" y="2598286"/>
                  </a:lnTo>
                  <a:lnTo>
                    <a:pt x="989263" y="2587581"/>
                  </a:lnTo>
                  <a:lnTo>
                    <a:pt x="944671" y="2575342"/>
                  </a:lnTo>
                  <a:lnTo>
                    <a:pt x="900725" y="2561596"/>
                  </a:lnTo>
                  <a:lnTo>
                    <a:pt x="857455" y="2546374"/>
                  </a:lnTo>
                  <a:lnTo>
                    <a:pt x="814891" y="2529705"/>
                  </a:lnTo>
                  <a:lnTo>
                    <a:pt x="773062" y="2511620"/>
                  </a:lnTo>
                  <a:lnTo>
                    <a:pt x="731998" y="2492147"/>
                  </a:lnTo>
                  <a:lnTo>
                    <a:pt x="691728" y="2471317"/>
                  </a:lnTo>
                  <a:lnTo>
                    <a:pt x="652284" y="2449159"/>
                  </a:lnTo>
                  <a:lnTo>
                    <a:pt x="613694" y="2425703"/>
                  </a:lnTo>
                  <a:lnTo>
                    <a:pt x="575988" y="2400979"/>
                  </a:lnTo>
                  <a:lnTo>
                    <a:pt x="539196" y="2375016"/>
                  </a:lnTo>
                  <a:lnTo>
                    <a:pt x="503348" y="2347844"/>
                  </a:lnTo>
                  <a:lnTo>
                    <a:pt x="468473" y="2319493"/>
                  </a:lnTo>
                  <a:lnTo>
                    <a:pt x="434601" y="2289992"/>
                  </a:lnTo>
                  <a:lnTo>
                    <a:pt x="401762" y="2259371"/>
                  </a:lnTo>
                  <a:lnTo>
                    <a:pt x="369986" y="2227660"/>
                  </a:lnTo>
                  <a:lnTo>
                    <a:pt x="339303" y="2194889"/>
                  </a:lnTo>
                  <a:lnTo>
                    <a:pt x="309741" y="2161086"/>
                  </a:lnTo>
                  <a:lnTo>
                    <a:pt x="281332" y="2126283"/>
                  </a:lnTo>
                  <a:lnTo>
                    <a:pt x="254104" y="2090508"/>
                  </a:lnTo>
                  <a:lnTo>
                    <a:pt x="228088" y="2053792"/>
                  </a:lnTo>
                  <a:lnTo>
                    <a:pt x="203312" y="2016163"/>
                  </a:lnTo>
                  <a:lnTo>
                    <a:pt x="179808" y="1977652"/>
                  </a:lnTo>
                  <a:lnTo>
                    <a:pt x="157605" y="1938288"/>
                  </a:lnTo>
                  <a:lnTo>
                    <a:pt x="136732" y="1898102"/>
                  </a:lnTo>
                  <a:lnTo>
                    <a:pt x="117220" y="1857122"/>
                  </a:lnTo>
                  <a:lnTo>
                    <a:pt x="99097" y="1815379"/>
                  </a:lnTo>
                  <a:lnTo>
                    <a:pt x="82394" y="1772901"/>
                  </a:lnTo>
                  <a:lnTo>
                    <a:pt x="67141" y="1729720"/>
                  </a:lnTo>
                  <a:lnTo>
                    <a:pt x="53367" y="1685864"/>
                  </a:lnTo>
                  <a:lnTo>
                    <a:pt x="41102" y="1641363"/>
                  </a:lnTo>
                  <a:lnTo>
                    <a:pt x="30376" y="1596248"/>
                  </a:lnTo>
                  <a:lnTo>
                    <a:pt x="21218" y="1550547"/>
                  </a:lnTo>
                  <a:lnTo>
                    <a:pt x="13659" y="1504290"/>
                  </a:lnTo>
                  <a:lnTo>
                    <a:pt x="7727" y="1457507"/>
                  </a:lnTo>
                  <a:lnTo>
                    <a:pt x="3454" y="1410228"/>
                  </a:lnTo>
                  <a:lnTo>
                    <a:pt x="868" y="1362482"/>
                  </a:lnTo>
                  <a:lnTo>
                    <a:pt x="0" y="13142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230211" y="4818884"/>
            <a:ext cx="2015489" cy="16789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0699"/>
              </a:lnSpc>
              <a:spcBef>
                <a:spcPts val="70"/>
              </a:spcBef>
            </a:pPr>
            <a:r>
              <a:rPr sz="3600" spc="60" dirty="0">
                <a:latin typeface="Tahoma"/>
                <a:cs typeface="Tahoma"/>
              </a:rPr>
              <a:t>8-bit </a:t>
            </a:r>
            <a:r>
              <a:rPr sz="3600" spc="65" dirty="0">
                <a:latin typeface="Tahoma"/>
                <a:cs typeface="Tahoma"/>
              </a:rPr>
              <a:t> </a:t>
            </a:r>
            <a:r>
              <a:rPr sz="3600" spc="25" dirty="0">
                <a:latin typeface="Tahoma"/>
                <a:cs typeface="Tahoma"/>
              </a:rPr>
              <a:t>quantized  </a:t>
            </a:r>
            <a:r>
              <a:rPr sz="3600" spc="15" dirty="0">
                <a:latin typeface="Tahoma"/>
                <a:cs typeface="Tahoma"/>
              </a:rPr>
              <a:t>model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5" y="322726"/>
            <a:ext cx="158178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Approximate</a:t>
            </a:r>
            <a:r>
              <a:rPr spc="-670" dirty="0"/>
              <a:t> </a:t>
            </a:r>
            <a:r>
              <a:rPr spc="370" dirty="0"/>
              <a:t>GPU</a:t>
            </a:r>
            <a:r>
              <a:rPr spc="-665" dirty="0"/>
              <a:t> </a:t>
            </a:r>
            <a:r>
              <a:rPr spc="470" dirty="0"/>
              <a:t>RAM</a:t>
            </a:r>
            <a:r>
              <a:rPr spc="-670" dirty="0"/>
              <a:t> </a:t>
            </a:r>
            <a:r>
              <a:rPr dirty="0"/>
              <a:t>needed</a:t>
            </a:r>
            <a:r>
              <a:rPr spc="-665" dirty="0"/>
              <a:t> </a:t>
            </a:r>
            <a:r>
              <a:rPr spc="140" dirty="0"/>
              <a:t>to</a:t>
            </a:r>
            <a:r>
              <a:rPr spc="-670" dirty="0"/>
              <a:t> </a:t>
            </a:r>
            <a:r>
              <a:rPr spc="75" dirty="0"/>
              <a:t>train</a:t>
            </a:r>
            <a:r>
              <a:rPr spc="-665" dirty="0"/>
              <a:t> </a:t>
            </a:r>
            <a:r>
              <a:rPr spc="15" dirty="0"/>
              <a:t>1B-params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6725" y="8720331"/>
            <a:ext cx="16410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Sources: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/huggingface.co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docs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t</a:t>
            </a:r>
            <a:r>
              <a:rPr sz="1800" u="heavy" spc="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ansformers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v4.20.1</a:t>
            </a:r>
            <a:r>
              <a:rPr sz="1800" u="heavy" spc="-1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en</a:t>
            </a:r>
            <a:r>
              <a:rPr sz="1800" u="heavy" spc="-9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/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perf_t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r</a:t>
            </a:r>
            <a:r>
              <a:rPr sz="1800" u="heavy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ain_gpu_one#anato</a:t>
            </a:r>
            <a:r>
              <a:rPr sz="1800" u="heavy" spc="-10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m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y-of-models-memor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2"/>
              </a:rPr>
              <a:t>y</a:t>
            </a:r>
            <a:r>
              <a:rPr sz="1800" spc="-165" dirty="0">
                <a:latin typeface="Tahoma"/>
                <a:cs typeface="Tahoma"/>
              </a:rPr>
              <a:t>,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https:</a:t>
            </a:r>
            <a:r>
              <a:rPr sz="1800" u="heavy" spc="-1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//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github.com</a:t>
            </a:r>
            <a:r>
              <a:rPr sz="18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/</a:t>
            </a:r>
            <a:r>
              <a:rPr sz="18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facebookresearch/bitsand</a:t>
            </a:r>
            <a:r>
              <a:rPr sz="1800" u="heavy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b</a:t>
            </a:r>
            <a:r>
              <a:rPr sz="1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ahoma"/>
                <a:cs typeface="Tahoma"/>
                <a:hlinkClick r:id="rId3"/>
              </a:rPr>
              <a:t>ytes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7303" y="6653763"/>
            <a:ext cx="14134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marR="5080" indent="-387350">
              <a:lnSpc>
                <a:spcPct val="100000"/>
              </a:lnSpc>
              <a:spcBef>
                <a:spcPts val="100"/>
              </a:spcBef>
            </a:pPr>
            <a:r>
              <a:rPr sz="3600" spc="170" dirty="0">
                <a:latin typeface="Tahoma"/>
                <a:cs typeface="Tahoma"/>
              </a:rPr>
              <a:t>80GB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25" dirty="0">
                <a:latin typeface="Tahoma"/>
                <a:cs typeface="Tahoma"/>
              </a:rPr>
              <a:t>is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40" dirty="0">
                <a:latin typeface="Tahoma"/>
                <a:cs typeface="Tahoma"/>
              </a:rPr>
              <a:t>the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maximum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15" dirty="0">
                <a:latin typeface="Tahoma"/>
                <a:cs typeface="Tahoma"/>
              </a:rPr>
              <a:t>memory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85" dirty="0">
                <a:latin typeface="Tahoma"/>
                <a:cs typeface="Tahoma"/>
              </a:rPr>
              <a:t>for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40" dirty="0">
                <a:latin typeface="Tahoma"/>
                <a:cs typeface="Tahoma"/>
              </a:rPr>
              <a:t>the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85" dirty="0">
                <a:latin typeface="Tahoma"/>
                <a:cs typeface="Tahoma"/>
              </a:rPr>
              <a:t>Nvidia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160" dirty="0">
                <a:latin typeface="Tahoma"/>
                <a:cs typeface="Tahoma"/>
              </a:rPr>
              <a:t>A100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75" dirty="0">
                <a:latin typeface="Tahoma"/>
                <a:cs typeface="Tahoma"/>
              </a:rPr>
              <a:t>GPU,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so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90" dirty="0">
                <a:latin typeface="Tahoma"/>
                <a:cs typeface="Tahoma"/>
              </a:rPr>
              <a:t>to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keep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40" dirty="0">
                <a:latin typeface="Tahoma"/>
                <a:cs typeface="Tahoma"/>
              </a:rPr>
              <a:t>the </a:t>
            </a:r>
            <a:r>
              <a:rPr sz="3600" spc="-1110" dirty="0">
                <a:latin typeface="Tahoma"/>
                <a:cs typeface="Tahoma"/>
              </a:rPr>
              <a:t> </a:t>
            </a:r>
            <a:r>
              <a:rPr sz="3600" spc="15" dirty="0">
                <a:latin typeface="Tahoma"/>
                <a:cs typeface="Tahoma"/>
              </a:rPr>
              <a:t>model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20" dirty="0">
                <a:latin typeface="Tahoma"/>
                <a:cs typeface="Tahoma"/>
              </a:rPr>
              <a:t>on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a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single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75" dirty="0">
                <a:latin typeface="Tahoma"/>
                <a:cs typeface="Tahoma"/>
              </a:rPr>
              <a:t>GPU,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10" dirty="0">
                <a:latin typeface="Tahoma"/>
                <a:cs typeface="Tahoma"/>
              </a:rPr>
              <a:t>you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need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90" dirty="0">
                <a:latin typeface="Tahoma"/>
                <a:cs typeface="Tahoma"/>
              </a:rPr>
              <a:t>to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use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70" dirty="0">
                <a:latin typeface="Tahoma"/>
                <a:cs typeface="Tahoma"/>
              </a:rPr>
              <a:t>16-bit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100" dirty="0">
                <a:latin typeface="Tahoma"/>
                <a:cs typeface="Tahoma"/>
              </a:rPr>
              <a:t>or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60" dirty="0">
                <a:latin typeface="Tahoma"/>
                <a:cs typeface="Tahoma"/>
              </a:rPr>
              <a:t>8-bit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10" dirty="0">
                <a:latin typeface="Tahoma"/>
                <a:cs typeface="Tahoma"/>
              </a:rPr>
              <a:t>quantization.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06579" y="2606887"/>
            <a:ext cx="4124325" cy="3687445"/>
            <a:chOff x="2006579" y="2606887"/>
            <a:chExt cx="4124325" cy="3687445"/>
          </a:xfrm>
        </p:grpSpPr>
        <p:sp>
          <p:nvSpPr>
            <p:cNvPr id="6" name="object 6"/>
            <p:cNvSpPr/>
            <p:nvPr/>
          </p:nvSpPr>
          <p:spPr>
            <a:xfrm>
              <a:off x="2011341" y="2611650"/>
              <a:ext cx="4114800" cy="3677920"/>
            </a:xfrm>
            <a:custGeom>
              <a:avLst/>
              <a:gdLst/>
              <a:ahLst/>
              <a:cxnLst/>
              <a:rect l="l" t="t" r="r" b="b"/>
              <a:pathLst>
                <a:path w="4114800" h="3677920">
                  <a:moveTo>
                    <a:pt x="3501887" y="3677399"/>
                  </a:moveTo>
                  <a:lnTo>
                    <a:pt x="612912" y="3677399"/>
                  </a:lnTo>
                  <a:lnTo>
                    <a:pt x="565013" y="3675555"/>
                  </a:lnTo>
                  <a:lnTo>
                    <a:pt x="518123" y="3670114"/>
                  </a:lnTo>
                  <a:lnTo>
                    <a:pt x="472377" y="3661212"/>
                  </a:lnTo>
                  <a:lnTo>
                    <a:pt x="427911" y="3648985"/>
                  </a:lnTo>
                  <a:lnTo>
                    <a:pt x="384863" y="3633570"/>
                  </a:lnTo>
                  <a:lnTo>
                    <a:pt x="343368" y="3615102"/>
                  </a:lnTo>
                  <a:lnTo>
                    <a:pt x="303563" y="3593719"/>
                  </a:lnTo>
                  <a:lnTo>
                    <a:pt x="265584" y="3569556"/>
                  </a:lnTo>
                  <a:lnTo>
                    <a:pt x="229566" y="3542750"/>
                  </a:lnTo>
                  <a:lnTo>
                    <a:pt x="195647" y="3513436"/>
                  </a:lnTo>
                  <a:lnTo>
                    <a:pt x="163963" y="3481752"/>
                  </a:lnTo>
                  <a:lnTo>
                    <a:pt x="134649" y="3447833"/>
                  </a:lnTo>
                  <a:lnTo>
                    <a:pt x="107843" y="3411815"/>
                  </a:lnTo>
                  <a:lnTo>
                    <a:pt x="83680" y="3373836"/>
                  </a:lnTo>
                  <a:lnTo>
                    <a:pt x="62297" y="3334031"/>
                  </a:lnTo>
                  <a:lnTo>
                    <a:pt x="43829" y="3292536"/>
                  </a:lnTo>
                  <a:lnTo>
                    <a:pt x="28414" y="3249488"/>
                  </a:lnTo>
                  <a:lnTo>
                    <a:pt x="16187" y="3205023"/>
                  </a:lnTo>
                  <a:lnTo>
                    <a:pt x="7285" y="3159277"/>
                  </a:lnTo>
                  <a:lnTo>
                    <a:pt x="1844" y="3112386"/>
                  </a:lnTo>
                  <a:lnTo>
                    <a:pt x="0" y="3064487"/>
                  </a:lnTo>
                  <a:lnTo>
                    <a:pt x="0" y="612912"/>
                  </a:lnTo>
                  <a:lnTo>
                    <a:pt x="1844" y="565013"/>
                  </a:lnTo>
                  <a:lnTo>
                    <a:pt x="7285" y="518123"/>
                  </a:lnTo>
                  <a:lnTo>
                    <a:pt x="16187" y="472377"/>
                  </a:lnTo>
                  <a:lnTo>
                    <a:pt x="28414" y="427911"/>
                  </a:lnTo>
                  <a:lnTo>
                    <a:pt x="43829" y="384863"/>
                  </a:lnTo>
                  <a:lnTo>
                    <a:pt x="62297" y="343369"/>
                  </a:lnTo>
                  <a:lnTo>
                    <a:pt x="83680" y="303563"/>
                  </a:lnTo>
                  <a:lnTo>
                    <a:pt x="107843" y="265584"/>
                  </a:lnTo>
                  <a:lnTo>
                    <a:pt x="134649" y="229566"/>
                  </a:lnTo>
                  <a:lnTo>
                    <a:pt x="163963" y="195647"/>
                  </a:lnTo>
                  <a:lnTo>
                    <a:pt x="195647" y="163963"/>
                  </a:lnTo>
                  <a:lnTo>
                    <a:pt x="229566" y="134649"/>
                  </a:lnTo>
                  <a:lnTo>
                    <a:pt x="265584" y="107843"/>
                  </a:lnTo>
                  <a:lnTo>
                    <a:pt x="303563" y="83680"/>
                  </a:lnTo>
                  <a:lnTo>
                    <a:pt x="343368" y="62297"/>
                  </a:lnTo>
                  <a:lnTo>
                    <a:pt x="384863" y="43829"/>
                  </a:lnTo>
                  <a:lnTo>
                    <a:pt x="427911" y="28414"/>
                  </a:lnTo>
                  <a:lnTo>
                    <a:pt x="472377" y="16187"/>
                  </a:lnTo>
                  <a:lnTo>
                    <a:pt x="518123" y="7285"/>
                  </a:lnTo>
                  <a:lnTo>
                    <a:pt x="565013" y="1844"/>
                  </a:lnTo>
                  <a:lnTo>
                    <a:pt x="612912" y="0"/>
                  </a:lnTo>
                  <a:lnTo>
                    <a:pt x="3501887" y="0"/>
                  </a:lnTo>
                  <a:lnTo>
                    <a:pt x="3550419" y="1923"/>
                  </a:lnTo>
                  <a:lnTo>
                    <a:pt x="3598346" y="7635"/>
                  </a:lnTo>
                  <a:lnTo>
                    <a:pt x="3645462" y="17051"/>
                  </a:lnTo>
                  <a:lnTo>
                    <a:pt x="3691562" y="30086"/>
                  </a:lnTo>
                  <a:lnTo>
                    <a:pt x="3736438" y="46655"/>
                  </a:lnTo>
                  <a:lnTo>
                    <a:pt x="3779887" y="66672"/>
                  </a:lnTo>
                  <a:lnTo>
                    <a:pt x="3821701" y="90051"/>
                  </a:lnTo>
                  <a:lnTo>
                    <a:pt x="3861675" y="116709"/>
                  </a:lnTo>
                  <a:lnTo>
                    <a:pt x="3899604" y="146560"/>
                  </a:lnTo>
                  <a:lnTo>
                    <a:pt x="3935281" y="179517"/>
                  </a:lnTo>
                  <a:lnTo>
                    <a:pt x="3968239" y="215195"/>
                  </a:lnTo>
                  <a:lnTo>
                    <a:pt x="3998090" y="253123"/>
                  </a:lnTo>
                  <a:lnTo>
                    <a:pt x="4024747" y="293098"/>
                  </a:lnTo>
                  <a:lnTo>
                    <a:pt x="4048127" y="334912"/>
                  </a:lnTo>
                  <a:lnTo>
                    <a:pt x="4068144" y="378360"/>
                  </a:lnTo>
                  <a:lnTo>
                    <a:pt x="4084713" y="423237"/>
                  </a:lnTo>
                  <a:lnTo>
                    <a:pt x="4097748" y="469336"/>
                  </a:lnTo>
                  <a:lnTo>
                    <a:pt x="4107164" y="516452"/>
                  </a:lnTo>
                  <a:lnTo>
                    <a:pt x="4112876" y="564379"/>
                  </a:lnTo>
                  <a:lnTo>
                    <a:pt x="4114799" y="612912"/>
                  </a:lnTo>
                  <a:lnTo>
                    <a:pt x="4114799" y="3064487"/>
                  </a:lnTo>
                  <a:lnTo>
                    <a:pt x="4112955" y="3112386"/>
                  </a:lnTo>
                  <a:lnTo>
                    <a:pt x="4107514" y="3159277"/>
                  </a:lnTo>
                  <a:lnTo>
                    <a:pt x="4098612" y="3205023"/>
                  </a:lnTo>
                  <a:lnTo>
                    <a:pt x="4086385" y="3249488"/>
                  </a:lnTo>
                  <a:lnTo>
                    <a:pt x="4070970" y="3292536"/>
                  </a:lnTo>
                  <a:lnTo>
                    <a:pt x="4052502" y="3334031"/>
                  </a:lnTo>
                  <a:lnTo>
                    <a:pt x="4031119" y="3373836"/>
                  </a:lnTo>
                  <a:lnTo>
                    <a:pt x="4006956" y="3411815"/>
                  </a:lnTo>
                  <a:lnTo>
                    <a:pt x="3980150" y="3447833"/>
                  </a:lnTo>
                  <a:lnTo>
                    <a:pt x="3950836" y="3481752"/>
                  </a:lnTo>
                  <a:lnTo>
                    <a:pt x="3919152" y="3513436"/>
                  </a:lnTo>
                  <a:lnTo>
                    <a:pt x="3885233" y="3542750"/>
                  </a:lnTo>
                  <a:lnTo>
                    <a:pt x="3849215" y="3569556"/>
                  </a:lnTo>
                  <a:lnTo>
                    <a:pt x="3811236" y="3593719"/>
                  </a:lnTo>
                  <a:lnTo>
                    <a:pt x="3771430" y="3615102"/>
                  </a:lnTo>
                  <a:lnTo>
                    <a:pt x="3729936" y="3633570"/>
                  </a:lnTo>
                  <a:lnTo>
                    <a:pt x="3686888" y="3648985"/>
                  </a:lnTo>
                  <a:lnTo>
                    <a:pt x="3642422" y="3661212"/>
                  </a:lnTo>
                  <a:lnTo>
                    <a:pt x="3596676" y="3670114"/>
                  </a:lnTo>
                  <a:lnTo>
                    <a:pt x="3549786" y="3675555"/>
                  </a:lnTo>
                  <a:lnTo>
                    <a:pt x="3501887" y="36773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1341" y="2611650"/>
              <a:ext cx="4114800" cy="3677920"/>
            </a:xfrm>
            <a:custGeom>
              <a:avLst/>
              <a:gdLst/>
              <a:ahLst/>
              <a:cxnLst/>
              <a:rect l="l" t="t" r="r" b="b"/>
              <a:pathLst>
                <a:path w="4114800" h="3677920">
                  <a:moveTo>
                    <a:pt x="0" y="612912"/>
                  </a:moveTo>
                  <a:lnTo>
                    <a:pt x="1844" y="565013"/>
                  </a:lnTo>
                  <a:lnTo>
                    <a:pt x="7285" y="518123"/>
                  </a:lnTo>
                  <a:lnTo>
                    <a:pt x="16187" y="472377"/>
                  </a:lnTo>
                  <a:lnTo>
                    <a:pt x="28414" y="427911"/>
                  </a:lnTo>
                  <a:lnTo>
                    <a:pt x="43829" y="384863"/>
                  </a:lnTo>
                  <a:lnTo>
                    <a:pt x="62297" y="343369"/>
                  </a:lnTo>
                  <a:lnTo>
                    <a:pt x="83680" y="303563"/>
                  </a:lnTo>
                  <a:lnTo>
                    <a:pt x="107843" y="265584"/>
                  </a:lnTo>
                  <a:lnTo>
                    <a:pt x="134649" y="229566"/>
                  </a:lnTo>
                  <a:lnTo>
                    <a:pt x="163963" y="195647"/>
                  </a:lnTo>
                  <a:lnTo>
                    <a:pt x="195647" y="163963"/>
                  </a:lnTo>
                  <a:lnTo>
                    <a:pt x="229566" y="134649"/>
                  </a:lnTo>
                  <a:lnTo>
                    <a:pt x="265584" y="107843"/>
                  </a:lnTo>
                  <a:lnTo>
                    <a:pt x="303563" y="83680"/>
                  </a:lnTo>
                  <a:lnTo>
                    <a:pt x="343368" y="62297"/>
                  </a:lnTo>
                  <a:lnTo>
                    <a:pt x="384863" y="43829"/>
                  </a:lnTo>
                  <a:lnTo>
                    <a:pt x="427911" y="28414"/>
                  </a:lnTo>
                  <a:lnTo>
                    <a:pt x="472377" y="16187"/>
                  </a:lnTo>
                  <a:lnTo>
                    <a:pt x="518123" y="7285"/>
                  </a:lnTo>
                  <a:lnTo>
                    <a:pt x="565013" y="1844"/>
                  </a:lnTo>
                  <a:lnTo>
                    <a:pt x="612912" y="0"/>
                  </a:lnTo>
                  <a:lnTo>
                    <a:pt x="3501887" y="0"/>
                  </a:lnTo>
                  <a:lnTo>
                    <a:pt x="3550419" y="1923"/>
                  </a:lnTo>
                  <a:lnTo>
                    <a:pt x="3598346" y="7635"/>
                  </a:lnTo>
                  <a:lnTo>
                    <a:pt x="3645462" y="17051"/>
                  </a:lnTo>
                  <a:lnTo>
                    <a:pt x="3691562" y="30086"/>
                  </a:lnTo>
                  <a:lnTo>
                    <a:pt x="3736438" y="46655"/>
                  </a:lnTo>
                  <a:lnTo>
                    <a:pt x="3779887" y="66672"/>
                  </a:lnTo>
                  <a:lnTo>
                    <a:pt x="3821701" y="90051"/>
                  </a:lnTo>
                  <a:lnTo>
                    <a:pt x="3861675" y="116709"/>
                  </a:lnTo>
                  <a:lnTo>
                    <a:pt x="3899604" y="146560"/>
                  </a:lnTo>
                  <a:lnTo>
                    <a:pt x="3935281" y="179517"/>
                  </a:lnTo>
                  <a:lnTo>
                    <a:pt x="3968239" y="215195"/>
                  </a:lnTo>
                  <a:lnTo>
                    <a:pt x="3998090" y="253123"/>
                  </a:lnTo>
                  <a:lnTo>
                    <a:pt x="4024747" y="293098"/>
                  </a:lnTo>
                  <a:lnTo>
                    <a:pt x="4048127" y="334912"/>
                  </a:lnTo>
                  <a:lnTo>
                    <a:pt x="4068144" y="378360"/>
                  </a:lnTo>
                  <a:lnTo>
                    <a:pt x="4084713" y="423237"/>
                  </a:lnTo>
                  <a:lnTo>
                    <a:pt x="4097748" y="469336"/>
                  </a:lnTo>
                  <a:lnTo>
                    <a:pt x="4107164" y="516452"/>
                  </a:lnTo>
                  <a:lnTo>
                    <a:pt x="4112876" y="564379"/>
                  </a:lnTo>
                  <a:lnTo>
                    <a:pt x="4114799" y="612912"/>
                  </a:lnTo>
                  <a:lnTo>
                    <a:pt x="4114799" y="3064487"/>
                  </a:lnTo>
                  <a:lnTo>
                    <a:pt x="4112955" y="3112386"/>
                  </a:lnTo>
                  <a:lnTo>
                    <a:pt x="4107514" y="3159277"/>
                  </a:lnTo>
                  <a:lnTo>
                    <a:pt x="4098612" y="3205023"/>
                  </a:lnTo>
                  <a:lnTo>
                    <a:pt x="4086385" y="3249488"/>
                  </a:lnTo>
                  <a:lnTo>
                    <a:pt x="4070970" y="3292536"/>
                  </a:lnTo>
                  <a:lnTo>
                    <a:pt x="4052502" y="3334031"/>
                  </a:lnTo>
                  <a:lnTo>
                    <a:pt x="4031119" y="3373836"/>
                  </a:lnTo>
                  <a:lnTo>
                    <a:pt x="4006956" y="3411815"/>
                  </a:lnTo>
                  <a:lnTo>
                    <a:pt x="3980150" y="3447833"/>
                  </a:lnTo>
                  <a:lnTo>
                    <a:pt x="3950836" y="3481752"/>
                  </a:lnTo>
                  <a:lnTo>
                    <a:pt x="3919152" y="3513436"/>
                  </a:lnTo>
                  <a:lnTo>
                    <a:pt x="3885233" y="3542750"/>
                  </a:lnTo>
                  <a:lnTo>
                    <a:pt x="3849215" y="3569556"/>
                  </a:lnTo>
                  <a:lnTo>
                    <a:pt x="3811236" y="3593719"/>
                  </a:lnTo>
                  <a:lnTo>
                    <a:pt x="3771430" y="3615102"/>
                  </a:lnTo>
                  <a:lnTo>
                    <a:pt x="3729936" y="3633570"/>
                  </a:lnTo>
                  <a:lnTo>
                    <a:pt x="3686888" y="3648985"/>
                  </a:lnTo>
                  <a:lnTo>
                    <a:pt x="3642422" y="3661212"/>
                  </a:lnTo>
                  <a:lnTo>
                    <a:pt x="3596676" y="3670114"/>
                  </a:lnTo>
                  <a:lnTo>
                    <a:pt x="3549786" y="3675555"/>
                  </a:lnTo>
                  <a:lnTo>
                    <a:pt x="3501887" y="3677399"/>
                  </a:lnTo>
                  <a:lnTo>
                    <a:pt x="612912" y="3677399"/>
                  </a:lnTo>
                  <a:lnTo>
                    <a:pt x="565013" y="3675555"/>
                  </a:lnTo>
                  <a:lnTo>
                    <a:pt x="518123" y="3670114"/>
                  </a:lnTo>
                  <a:lnTo>
                    <a:pt x="472377" y="3661212"/>
                  </a:lnTo>
                  <a:lnTo>
                    <a:pt x="427911" y="3648985"/>
                  </a:lnTo>
                  <a:lnTo>
                    <a:pt x="384863" y="3633570"/>
                  </a:lnTo>
                  <a:lnTo>
                    <a:pt x="343368" y="3615102"/>
                  </a:lnTo>
                  <a:lnTo>
                    <a:pt x="303563" y="3593719"/>
                  </a:lnTo>
                  <a:lnTo>
                    <a:pt x="265584" y="3569556"/>
                  </a:lnTo>
                  <a:lnTo>
                    <a:pt x="229566" y="3542750"/>
                  </a:lnTo>
                  <a:lnTo>
                    <a:pt x="195647" y="3513436"/>
                  </a:lnTo>
                  <a:lnTo>
                    <a:pt x="163963" y="3481752"/>
                  </a:lnTo>
                  <a:lnTo>
                    <a:pt x="134649" y="3447833"/>
                  </a:lnTo>
                  <a:lnTo>
                    <a:pt x="107843" y="3411815"/>
                  </a:lnTo>
                  <a:lnTo>
                    <a:pt x="83680" y="3373836"/>
                  </a:lnTo>
                  <a:lnTo>
                    <a:pt x="62297" y="3334031"/>
                  </a:lnTo>
                  <a:lnTo>
                    <a:pt x="43829" y="3292536"/>
                  </a:lnTo>
                  <a:lnTo>
                    <a:pt x="28414" y="3249488"/>
                  </a:lnTo>
                  <a:lnTo>
                    <a:pt x="16187" y="3205023"/>
                  </a:lnTo>
                  <a:lnTo>
                    <a:pt x="7285" y="3159277"/>
                  </a:lnTo>
                  <a:lnTo>
                    <a:pt x="1844" y="3112386"/>
                  </a:lnTo>
                  <a:lnTo>
                    <a:pt x="0" y="3064487"/>
                  </a:lnTo>
                  <a:lnTo>
                    <a:pt x="0" y="61291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02276" y="3994801"/>
            <a:ext cx="233299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42875" marR="5080" indent="-130810">
              <a:lnSpc>
                <a:spcPct val="100400"/>
              </a:lnSpc>
              <a:spcBef>
                <a:spcPts val="85"/>
              </a:spcBef>
            </a:pPr>
            <a:r>
              <a:rPr sz="2800" b="1" spc="-120" dirty="0">
                <a:latin typeface="Tahoma"/>
                <a:cs typeface="Tahoma"/>
              </a:rPr>
              <a:t>80GB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32-bit  </a:t>
            </a: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36293" y="4459937"/>
            <a:ext cx="4124325" cy="1849120"/>
            <a:chOff x="7136293" y="4459937"/>
            <a:chExt cx="4124325" cy="1849120"/>
          </a:xfrm>
        </p:grpSpPr>
        <p:sp>
          <p:nvSpPr>
            <p:cNvPr id="10" name="object 10"/>
            <p:cNvSpPr/>
            <p:nvPr/>
          </p:nvSpPr>
          <p:spPr>
            <a:xfrm>
              <a:off x="7141055" y="4464699"/>
              <a:ext cx="4114800" cy="1839595"/>
            </a:xfrm>
            <a:custGeom>
              <a:avLst/>
              <a:gdLst/>
              <a:ahLst/>
              <a:cxnLst/>
              <a:rect l="l" t="t" r="r" b="b"/>
              <a:pathLst>
                <a:path w="4114800" h="1839595">
                  <a:moveTo>
                    <a:pt x="3808293" y="1838999"/>
                  </a:moveTo>
                  <a:lnTo>
                    <a:pt x="306506" y="1838999"/>
                  </a:lnTo>
                  <a:lnTo>
                    <a:pt x="256789" y="1834988"/>
                  </a:lnTo>
                  <a:lnTo>
                    <a:pt x="209626" y="1823374"/>
                  </a:lnTo>
                  <a:lnTo>
                    <a:pt x="165648" y="1804788"/>
                  </a:lnTo>
                  <a:lnTo>
                    <a:pt x="125487" y="1779862"/>
                  </a:lnTo>
                  <a:lnTo>
                    <a:pt x="89773" y="1749226"/>
                  </a:lnTo>
                  <a:lnTo>
                    <a:pt x="59137" y="1713512"/>
                  </a:lnTo>
                  <a:lnTo>
                    <a:pt x="34211" y="1673351"/>
                  </a:lnTo>
                  <a:lnTo>
                    <a:pt x="15625" y="1629373"/>
                  </a:lnTo>
                  <a:lnTo>
                    <a:pt x="4011" y="1582210"/>
                  </a:lnTo>
                  <a:lnTo>
                    <a:pt x="0" y="1532493"/>
                  </a:lnTo>
                  <a:lnTo>
                    <a:pt x="0" y="306506"/>
                  </a:lnTo>
                  <a:lnTo>
                    <a:pt x="4011" y="256789"/>
                  </a:lnTo>
                  <a:lnTo>
                    <a:pt x="15625" y="209626"/>
                  </a:lnTo>
                  <a:lnTo>
                    <a:pt x="34211" y="165648"/>
                  </a:lnTo>
                  <a:lnTo>
                    <a:pt x="59137" y="125487"/>
                  </a:lnTo>
                  <a:lnTo>
                    <a:pt x="89773" y="89773"/>
                  </a:lnTo>
                  <a:lnTo>
                    <a:pt x="125487" y="59137"/>
                  </a:lnTo>
                  <a:lnTo>
                    <a:pt x="165648" y="34211"/>
                  </a:lnTo>
                  <a:lnTo>
                    <a:pt x="209626" y="15625"/>
                  </a:lnTo>
                  <a:lnTo>
                    <a:pt x="256789" y="4011"/>
                  </a:lnTo>
                  <a:lnTo>
                    <a:pt x="306506" y="0"/>
                  </a:lnTo>
                  <a:lnTo>
                    <a:pt x="3808293" y="0"/>
                  </a:lnTo>
                  <a:lnTo>
                    <a:pt x="3856531" y="3818"/>
                  </a:lnTo>
                  <a:lnTo>
                    <a:pt x="3903146" y="15045"/>
                  </a:lnTo>
                  <a:lnTo>
                    <a:pt x="3947316" y="33341"/>
                  </a:lnTo>
                  <a:lnTo>
                    <a:pt x="3988217" y="58364"/>
                  </a:lnTo>
                  <a:lnTo>
                    <a:pt x="4025026" y="89773"/>
                  </a:lnTo>
                  <a:lnTo>
                    <a:pt x="4056435" y="126582"/>
                  </a:lnTo>
                  <a:lnTo>
                    <a:pt x="4081458" y="167483"/>
                  </a:lnTo>
                  <a:lnTo>
                    <a:pt x="4099754" y="211653"/>
                  </a:lnTo>
                  <a:lnTo>
                    <a:pt x="4110981" y="258268"/>
                  </a:lnTo>
                  <a:lnTo>
                    <a:pt x="4114799" y="306506"/>
                  </a:lnTo>
                  <a:lnTo>
                    <a:pt x="4114799" y="1532493"/>
                  </a:lnTo>
                  <a:lnTo>
                    <a:pt x="4110788" y="1582210"/>
                  </a:lnTo>
                  <a:lnTo>
                    <a:pt x="4099174" y="1629373"/>
                  </a:lnTo>
                  <a:lnTo>
                    <a:pt x="4080588" y="1673351"/>
                  </a:lnTo>
                  <a:lnTo>
                    <a:pt x="4055662" y="1713512"/>
                  </a:lnTo>
                  <a:lnTo>
                    <a:pt x="4025026" y="1749226"/>
                  </a:lnTo>
                  <a:lnTo>
                    <a:pt x="3989312" y="1779862"/>
                  </a:lnTo>
                  <a:lnTo>
                    <a:pt x="3949151" y="1804788"/>
                  </a:lnTo>
                  <a:lnTo>
                    <a:pt x="3905173" y="1823374"/>
                  </a:lnTo>
                  <a:lnTo>
                    <a:pt x="3858010" y="1834988"/>
                  </a:lnTo>
                  <a:lnTo>
                    <a:pt x="3808293" y="18389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41055" y="4464699"/>
              <a:ext cx="4114800" cy="1839595"/>
            </a:xfrm>
            <a:custGeom>
              <a:avLst/>
              <a:gdLst/>
              <a:ahLst/>
              <a:cxnLst/>
              <a:rect l="l" t="t" r="r" b="b"/>
              <a:pathLst>
                <a:path w="4114800" h="1839595">
                  <a:moveTo>
                    <a:pt x="0" y="306506"/>
                  </a:moveTo>
                  <a:lnTo>
                    <a:pt x="4011" y="256789"/>
                  </a:lnTo>
                  <a:lnTo>
                    <a:pt x="15625" y="209626"/>
                  </a:lnTo>
                  <a:lnTo>
                    <a:pt x="34211" y="165648"/>
                  </a:lnTo>
                  <a:lnTo>
                    <a:pt x="59137" y="125487"/>
                  </a:lnTo>
                  <a:lnTo>
                    <a:pt x="89773" y="89773"/>
                  </a:lnTo>
                  <a:lnTo>
                    <a:pt x="125487" y="59137"/>
                  </a:lnTo>
                  <a:lnTo>
                    <a:pt x="165648" y="34211"/>
                  </a:lnTo>
                  <a:lnTo>
                    <a:pt x="209626" y="15625"/>
                  </a:lnTo>
                  <a:lnTo>
                    <a:pt x="256789" y="4011"/>
                  </a:lnTo>
                  <a:lnTo>
                    <a:pt x="306506" y="0"/>
                  </a:lnTo>
                  <a:lnTo>
                    <a:pt x="3808293" y="0"/>
                  </a:lnTo>
                  <a:lnTo>
                    <a:pt x="3856531" y="3818"/>
                  </a:lnTo>
                  <a:lnTo>
                    <a:pt x="3903146" y="15045"/>
                  </a:lnTo>
                  <a:lnTo>
                    <a:pt x="3947316" y="33341"/>
                  </a:lnTo>
                  <a:lnTo>
                    <a:pt x="3988217" y="58364"/>
                  </a:lnTo>
                  <a:lnTo>
                    <a:pt x="4025026" y="89773"/>
                  </a:lnTo>
                  <a:lnTo>
                    <a:pt x="4056435" y="126582"/>
                  </a:lnTo>
                  <a:lnTo>
                    <a:pt x="4081458" y="167483"/>
                  </a:lnTo>
                  <a:lnTo>
                    <a:pt x="4099754" y="211653"/>
                  </a:lnTo>
                  <a:lnTo>
                    <a:pt x="4110981" y="258268"/>
                  </a:lnTo>
                  <a:lnTo>
                    <a:pt x="4114799" y="306506"/>
                  </a:lnTo>
                  <a:lnTo>
                    <a:pt x="4114799" y="1532493"/>
                  </a:lnTo>
                  <a:lnTo>
                    <a:pt x="4110788" y="1582210"/>
                  </a:lnTo>
                  <a:lnTo>
                    <a:pt x="4099174" y="1629373"/>
                  </a:lnTo>
                  <a:lnTo>
                    <a:pt x="4080588" y="1673351"/>
                  </a:lnTo>
                  <a:lnTo>
                    <a:pt x="4055662" y="1713512"/>
                  </a:lnTo>
                  <a:lnTo>
                    <a:pt x="4025026" y="1749226"/>
                  </a:lnTo>
                  <a:lnTo>
                    <a:pt x="3989312" y="1779862"/>
                  </a:lnTo>
                  <a:lnTo>
                    <a:pt x="3949151" y="1804788"/>
                  </a:lnTo>
                  <a:lnTo>
                    <a:pt x="3905173" y="1823374"/>
                  </a:lnTo>
                  <a:lnTo>
                    <a:pt x="3858010" y="1834988"/>
                  </a:lnTo>
                  <a:lnTo>
                    <a:pt x="3808293" y="1838999"/>
                  </a:lnTo>
                  <a:lnTo>
                    <a:pt x="306506" y="1838999"/>
                  </a:lnTo>
                  <a:lnTo>
                    <a:pt x="256789" y="1834988"/>
                  </a:lnTo>
                  <a:lnTo>
                    <a:pt x="209626" y="1823374"/>
                  </a:lnTo>
                  <a:lnTo>
                    <a:pt x="165648" y="1804788"/>
                  </a:lnTo>
                  <a:lnTo>
                    <a:pt x="125487" y="1779862"/>
                  </a:lnTo>
                  <a:lnTo>
                    <a:pt x="89773" y="1749226"/>
                  </a:lnTo>
                  <a:lnTo>
                    <a:pt x="59137" y="1713512"/>
                  </a:lnTo>
                  <a:lnTo>
                    <a:pt x="34211" y="1673351"/>
                  </a:lnTo>
                  <a:lnTo>
                    <a:pt x="15625" y="1629373"/>
                  </a:lnTo>
                  <a:lnTo>
                    <a:pt x="4011" y="1582210"/>
                  </a:lnTo>
                  <a:lnTo>
                    <a:pt x="0" y="1532493"/>
                  </a:lnTo>
                  <a:lnTo>
                    <a:pt x="0" y="30650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031991" y="4928651"/>
            <a:ext cx="233299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7790" marR="5080" indent="-85725">
              <a:lnSpc>
                <a:spcPct val="100400"/>
              </a:lnSpc>
              <a:spcBef>
                <a:spcPts val="85"/>
              </a:spcBef>
            </a:pPr>
            <a:r>
              <a:rPr sz="2800" b="1" spc="-120" dirty="0">
                <a:latin typeface="Tahoma"/>
                <a:cs typeface="Tahoma"/>
              </a:rPr>
              <a:t>40GB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30" dirty="0">
                <a:latin typeface="Tahoma"/>
                <a:cs typeface="Tahoma"/>
              </a:rPr>
              <a:t>16-bit  </a:t>
            </a:r>
            <a:r>
              <a:rPr sz="2800" b="1" spc="-165" dirty="0">
                <a:latin typeface="Tahoma"/>
                <a:cs typeface="Tahoma"/>
              </a:rPr>
              <a:t>hal</a:t>
            </a:r>
            <a:r>
              <a:rPr sz="2800" b="1" spc="-120" dirty="0">
                <a:latin typeface="Tahoma"/>
                <a:cs typeface="Tahoma"/>
              </a:rPr>
              <a:t>f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181187" y="5283162"/>
            <a:ext cx="4124325" cy="1025525"/>
            <a:chOff x="12181187" y="5283162"/>
            <a:chExt cx="4124325" cy="1025525"/>
          </a:xfrm>
        </p:grpSpPr>
        <p:sp>
          <p:nvSpPr>
            <p:cNvPr id="14" name="object 14"/>
            <p:cNvSpPr/>
            <p:nvPr/>
          </p:nvSpPr>
          <p:spPr>
            <a:xfrm>
              <a:off x="12185949" y="5287924"/>
              <a:ext cx="4114800" cy="1016000"/>
            </a:xfrm>
            <a:custGeom>
              <a:avLst/>
              <a:gdLst/>
              <a:ahLst/>
              <a:cxnLst/>
              <a:rect l="l" t="t" r="r" b="b"/>
              <a:pathLst>
                <a:path w="4114800" h="1016000">
                  <a:moveTo>
                    <a:pt x="3945497" y="1015799"/>
                  </a:moveTo>
                  <a:lnTo>
                    <a:pt x="169302" y="1015799"/>
                  </a:lnTo>
                  <a:lnTo>
                    <a:pt x="124295" y="1009752"/>
                  </a:lnTo>
                  <a:lnTo>
                    <a:pt x="83852" y="992685"/>
                  </a:lnTo>
                  <a:lnTo>
                    <a:pt x="49587" y="966212"/>
                  </a:lnTo>
                  <a:lnTo>
                    <a:pt x="23114" y="931947"/>
                  </a:lnTo>
                  <a:lnTo>
                    <a:pt x="6047" y="891504"/>
                  </a:lnTo>
                  <a:lnTo>
                    <a:pt x="0" y="846496"/>
                  </a:lnTo>
                  <a:lnTo>
                    <a:pt x="0" y="169303"/>
                  </a:lnTo>
                  <a:lnTo>
                    <a:pt x="6047" y="124295"/>
                  </a:lnTo>
                  <a:lnTo>
                    <a:pt x="23114" y="83852"/>
                  </a:lnTo>
                  <a:lnTo>
                    <a:pt x="49587" y="49587"/>
                  </a:lnTo>
                  <a:lnTo>
                    <a:pt x="83852" y="23114"/>
                  </a:lnTo>
                  <a:lnTo>
                    <a:pt x="124295" y="6047"/>
                  </a:lnTo>
                  <a:lnTo>
                    <a:pt x="169302" y="0"/>
                  </a:lnTo>
                  <a:lnTo>
                    <a:pt x="3945497" y="0"/>
                  </a:lnTo>
                  <a:lnTo>
                    <a:pt x="4010286" y="12887"/>
                  </a:lnTo>
                  <a:lnTo>
                    <a:pt x="4065212" y="49587"/>
                  </a:lnTo>
                  <a:lnTo>
                    <a:pt x="4101912" y="104513"/>
                  </a:lnTo>
                  <a:lnTo>
                    <a:pt x="4114799" y="169303"/>
                  </a:lnTo>
                  <a:lnTo>
                    <a:pt x="4114799" y="846496"/>
                  </a:lnTo>
                  <a:lnTo>
                    <a:pt x="4108752" y="891504"/>
                  </a:lnTo>
                  <a:lnTo>
                    <a:pt x="4091685" y="931947"/>
                  </a:lnTo>
                  <a:lnTo>
                    <a:pt x="4065212" y="966212"/>
                  </a:lnTo>
                  <a:lnTo>
                    <a:pt x="4030947" y="992685"/>
                  </a:lnTo>
                  <a:lnTo>
                    <a:pt x="3990504" y="1009752"/>
                  </a:lnTo>
                  <a:lnTo>
                    <a:pt x="3945497" y="1015799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85949" y="5287924"/>
              <a:ext cx="4114800" cy="1016000"/>
            </a:xfrm>
            <a:custGeom>
              <a:avLst/>
              <a:gdLst/>
              <a:ahLst/>
              <a:cxnLst/>
              <a:rect l="l" t="t" r="r" b="b"/>
              <a:pathLst>
                <a:path w="4114800" h="1016000">
                  <a:moveTo>
                    <a:pt x="0" y="169303"/>
                  </a:moveTo>
                  <a:lnTo>
                    <a:pt x="6047" y="124295"/>
                  </a:lnTo>
                  <a:lnTo>
                    <a:pt x="23114" y="83852"/>
                  </a:lnTo>
                  <a:lnTo>
                    <a:pt x="49587" y="49587"/>
                  </a:lnTo>
                  <a:lnTo>
                    <a:pt x="83852" y="23114"/>
                  </a:lnTo>
                  <a:lnTo>
                    <a:pt x="124295" y="6047"/>
                  </a:lnTo>
                  <a:lnTo>
                    <a:pt x="169302" y="0"/>
                  </a:lnTo>
                  <a:lnTo>
                    <a:pt x="3945497" y="0"/>
                  </a:lnTo>
                  <a:lnTo>
                    <a:pt x="4010286" y="12887"/>
                  </a:lnTo>
                  <a:lnTo>
                    <a:pt x="4065212" y="49587"/>
                  </a:lnTo>
                  <a:lnTo>
                    <a:pt x="4101912" y="104513"/>
                  </a:lnTo>
                  <a:lnTo>
                    <a:pt x="4114799" y="169303"/>
                  </a:lnTo>
                  <a:lnTo>
                    <a:pt x="4114799" y="846496"/>
                  </a:lnTo>
                  <a:lnTo>
                    <a:pt x="4108752" y="891504"/>
                  </a:lnTo>
                  <a:lnTo>
                    <a:pt x="4091685" y="931947"/>
                  </a:lnTo>
                  <a:lnTo>
                    <a:pt x="4065212" y="966212"/>
                  </a:lnTo>
                  <a:lnTo>
                    <a:pt x="4030947" y="992685"/>
                  </a:lnTo>
                  <a:lnTo>
                    <a:pt x="3990504" y="1009752"/>
                  </a:lnTo>
                  <a:lnTo>
                    <a:pt x="3945497" y="1015799"/>
                  </a:lnTo>
                  <a:lnTo>
                    <a:pt x="169302" y="1015799"/>
                  </a:lnTo>
                  <a:lnTo>
                    <a:pt x="124295" y="1009752"/>
                  </a:lnTo>
                  <a:lnTo>
                    <a:pt x="83852" y="992685"/>
                  </a:lnTo>
                  <a:lnTo>
                    <a:pt x="49587" y="966212"/>
                  </a:lnTo>
                  <a:lnTo>
                    <a:pt x="23114" y="931947"/>
                  </a:lnTo>
                  <a:lnTo>
                    <a:pt x="6047" y="891504"/>
                  </a:lnTo>
                  <a:lnTo>
                    <a:pt x="0" y="846496"/>
                  </a:lnTo>
                  <a:lnTo>
                    <a:pt x="0" y="1693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179994" y="5340275"/>
            <a:ext cx="2745805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34010" marR="5080" indent="-321945">
              <a:lnSpc>
                <a:spcPct val="100400"/>
              </a:lnSpc>
              <a:spcBef>
                <a:spcPts val="85"/>
              </a:spcBef>
            </a:pPr>
            <a:r>
              <a:rPr sz="2800" b="1" spc="-120" dirty="0">
                <a:latin typeface="Tahoma"/>
                <a:cs typeface="Tahoma"/>
              </a:rPr>
              <a:t>20GB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25" dirty="0">
                <a:latin typeface="Tahoma"/>
                <a:cs typeface="Tahoma"/>
              </a:rPr>
              <a:t>8-bit 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11341" y="2611650"/>
            <a:ext cx="4114800" cy="3677920"/>
          </a:xfrm>
          <a:custGeom>
            <a:avLst/>
            <a:gdLst/>
            <a:ahLst/>
            <a:cxnLst/>
            <a:rect l="l" t="t" r="r" b="b"/>
            <a:pathLst>
              <a:path w="4114800" h="3677920">
                <a:moveTo>
                  <a:pt x="0" y="612912"/>
                </a:moveTo>
                <a:lnTo>
                  <a:pt x="1844" y="565013"/>
                </a:lnTo>
                <a:lnTo>
                  <a:pt x="7285" y="518123"/>
                </a:lnTo>
                <a:lnTo>
                  <a:pt x="16187" y="472377"/>
                </a:lnTo>
                <a:lnTo>
                  <a:pt x="28414" y="427911"/>
                </a:lnTo>
                <a:lnTo>
                  <a:pt x="43829" y="384863"/>
                </a:lnTo>
                <a:lnTo>
                  <a:pt x="62297" y="343369"/>
                </a:lnTo>
                <a:lnTo>
                  <a:pt x="83680" y="303563"/>
                </a:lnTo>
                <a:lnTo>
                  <a:pt x="107843" y="265584"/>
                </a:lnTo>
                <a:lnTo>
                  <a:pt x="134649" y="229566"/>
                </a:lnTo>
                <a:lnTo>
                  <a:pt x="163963" y="195647"/>
                </a:lnTo>
                <a:lnTo>
                  <a:pt x="195647" y="163963"/>
                </a:lnTo>
                <a:lnTo>
                  <a:pt x="229566" y="134649"/>
                </a:lnTo>
                <a:lnTo>
                  <a:pt x="265584" y="107843"/>
                </a:lnTo>
                <a:lnTo>
                  <a:pt x="303563" y="83680"/>
                </a:lnTo>
                <a:lnTo>
                  <a:pt x="343368" y="62297"/>
                </a:lnTo>
                <a:lnTo>
                  <a:pt x="384863" y="43829"/>
                </a:lnTo>
                <a:lnTo>
                  <a:pt x="427911" y="28414"/>
                </a:lnTo>
                <a:lnTo>
                  <a:pt x="472377" y="16187"/>
                </a:lnTo>
                <a:lnTo>
                  <a:pt x="518123" y="7285"/>
                </a:lnTo>
                <a:lnTo>
                  <a:pt x="565013" y="1844"/>
                </a:lnTo>
                <a:lnTo>
                  <a:pt x="612912" y="0"/>
                </a:lnTo>
                <a:lnTo>
                  <a:pt x="3501887" y="0"/>
                </a:lnTo>
                <a:lnTo>
                  <a:pt x="3550419" y="1923"/>
                </a:lnTo>
                <a:lnTo>
                  <a:pt x="3598346" y="7635"/>
                </a:lnTo>
                <a:lnTo>
                  <a:pt x="3645462" y="17051"/>
                </a:lnTo>
                <a:lnTo>
                  <a:pt x="3691562" y="30086"/>
                </a:lnTo>
                <a:lnTo>
                  <a:pt x="3736438" y="46655"/>
                </a:lnTo>
                <a:lnTo>
                  <a:pt x="3779887" y="66672"/>
                </a:lnTo>
                <a:lnTo>
                  <a:pt x="3821701" y="90051"/>
                </a:lnTo>
                <a:lnTo>
                  <a:pt x="3861675" y="116709"/>
                </a:lnTo>
                <a:lnTo>
                  <a:pt x="3899604" y="146560"/>
                </a:lnTo>
                <a:lnTo>
                  <a:pt x="3935281" y="179517"/>
                </a:lnTo>
                <a:lnTo>
                  <a:pt x="3968239" y="215195"/>
                </a:lnTo>
                <a:lnTo>
                  <a:pt x="3998090" y="253123"/>
                </a:lnTo>
                <a:lnTo>
                  <a:pt x="4024747" y="293098"/>
                </a:lnTo>
                <a:lnTo>
                  <a:pt x="4048127" y="334912"/>
                </a:lnTo>
                <a:lnTo>
                  <a:pt x="4068144" y="378360"/>
                </a:lnTo>
                <a:lnTo>
                  <a:pt x="4084713" y="423237"/>
                </a:lnTo>
                <a:lnTo>
                  <a:pt x="4097748" y="469336"/>
                </a:lnTo>
                <a:lnTo>
                  <a:pt x="4107164" y="516452"/>
                </a:lnTo>
                <a:lnTo>
                  <a:pt x="4112876" y="564379"/>
                </a:lnTo>
                <a:lnTo>
                  <a:pt x="4114799" y="612912"/>
                </a:lnTo>
                <a:lnTo>
                  <a:pt x="4114799" y="3064487"/>
                </a:lnTo>
                <a:lnTo>
                  <a:pt x="4112955" y="3112386"/>
                </a:lnTo>
                <a:lnTo>
                  <a:pt x="4107514" y="3159277"/>
                </a:lnTo>
                <a:lnTo>
                  <a:pt x="4098612" y="3205023"/>
                </a:lnTo>
                <a:lnTo>
                  <a:pt x="4086385" y="3249488"/>
                </a:lnTo>
                <a:lnTo>
                  <a:pt x="4070970" y="3292536"/>
                </a:lnTo>
                <a:lnTo>
                  <a:pt x="4052502" y="3334031"/>
                </a:lnTo>
                <a:lnTo>
                  <a:pt x="4031119" y="3373836"/>
                </a:lnTo>
                <a:lnTo>
                  <a:pt x="4006956" y="3411815"/>
                </a:lnTo>
                <a:lnTo>
                  <a:pt x="3980150" y="3447833"/>
                </a:lnTo>
                <a:lnTo>
                  <a:pt x="3950836" y="3481752"/>
                </a:lnTo>
                <a:lnTo>
                  <a:pt x="3919152" y="3513436"/>
                </a:lnTo>
                <a:lnTo>
                  <a:pt x="3885233" y="3542750"/>
                </a:lnTo>
                <a:lnTo>
                  <a:pt x="3849215" y="3569556"/>
                </a:lnTo>
                <a:lnTo>
                  <a:pt x="3811236" y="3593719"/>
                </a:lnTo>
                <a:lnTo>
                  <a:pt x="3771430" y="3615102"/>
                </a:lnTo>
                <a:lnTo>
                  <a:pt x="3729936" y="3633570"/>
                </a:lnTo>
                <a:lnTo>
                  <a:pt x="3686888" y="3648985"/>
                </a:lnTo>
                <a:lnTo>
                  <a:pt x="3642422" y="3661212"/>
                </a:lnTo>
                <a:lnTo>
                  <a:pt x="3596676" y="3670114"/>
                </a:lnTo>
                <a:lnTo>
                  <a:pt x="3549786" y="3675555"/>
                </a:lnTo>
                <a:lnTo>
                  <a:pt x="3501887" y="3677399"/>
                </a:lnTo>
                <a:lnTo>
                  <a:pt x="612912" y="3677399"/>
                </a:lnTo>
                <a:lnTo>
                  <a:pt x="565013" y="3675555"/>
                </a:lnTo>
                <a:lnTo>
                  <a:pt x="518123" y="3670114"/>
                </a:lnTo>
                <a:lnTo>
                  <a:pt x="472377" y="3661212"/>
                </a:lnTo>
                <a:lnTo>
                  <a:pt x="427911" y="3648985"/>
                </a:lnTo>
                <a:lnTo>
                  <a:pt x="384863" y="3633570"/>
                </a:lnTo>
                <a:lnTo>
                  <a:pt x="343368" y="3615102"/>
                </a:lnTo>
                <a:lnTo>
                  <a:pt x="303563" y="3593719"/>
                </a:lnTo>
                <a:lnTo>
                  <a:pt x="265584" y="3569556"/>
                </a:lnTo>
                <a:lnTo>
                  <a:pt x="229566" y="3542750"/>
                </a:lnTo>
                <a:lnTo>
                  <a:pt x="195647" y="3513436"/>
                </a:lnTo>
                <a:lnTo>
                  <a:pt x="163963" y="3481752"/>
                </a:lnTo>
                <a:lnTo>
                  <a:pt x="134649" y="3447833"/>
                </a:lnTo>
                <a:lnTo>
                  <a:pt x="107843" y="3411815"/>
                </a:lnTo>
                <a:lnTo>
                  <a:pt x="83680" y="3373836"/>
                </a:lnTo>
                <a:lnTo>
                  <a:pt x="62297" y="3334031"/>
                </a:lnTo>
                <a:lnTo>
                  <a:pt x="43829" y="3292536"/>
                </a:lnTo>
                <a:lnTo>
                  <a:pt x="28414" y="3249488"/>
                </a:lnTo>
                <a:lnTo>
                  <a:pt x="16187" y="3205023"/>
                </a:lnTo>
                <a:lnTo>
                  <a:pt x="7285" y="3159277"/>
                </a:lnTo>
                <a:lnTo>
                  <a:pt x="1844" y="3112386"/>
                </a:lnTo>
                <a:lnTo>
                  <a:pt x="0" y="3064487"/>
                </a:lnTo>
                <a:lnTo>
                  <a:pt x="0" y="612912"/>
                </a:lnTo>
                <a:close/>
              </a:path>
            </a:pathLst>
          </a:custGeom>
          <a:ln w="3809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5" y="322726"/>
            <a:ext cx="124593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GPU</a:t>
            </a:r>
            <a:r>
              <a:rPr spc="-670" dirty="0"/>
              <a:t> </a:t>
            </a:r>
            <a:r>
              <a:rPr spc="470" dirty="0"/>
              <a:t>RAM</a:t>
            </a:r>
            <a:r>
              <a:rPr spc="-670" dirty="0"/>
              <a:t> </a:t>
            </a:r>
            <a:r>
              <a:rPr dirty="0"/>
              <a:t>needed</a:t>
            </a:r>
            <a:r>
              <a:rPr spc="-670" dirty="0"/>
              <a:t> </a:t>
            </a:r>
            <a:r>
              <a:rPr spc="140" dirty="0"/>
              <a:t>to</a:t>
            </a:r>
            <a:r>
              <a:rPr spc="-670" dirty="0"/>
              <a:t> </a:t>
            </a:r>
            <a:r>
              <a:rPr spc="215" dirty="0"/>
              <a:t>t</a:t>
            </a:r>
            <a:r>
              <a:rPr spc="130" dirty="0"/>
              <a:t>r</a:t>
            </a:r>
            <a:r>
              <a:rPr spc="10" dirty="0"/>
              <a:t>ain</a:t>
            </a:r>
            <a:r>
              <a:rPr spc="-670" dirty="0"/>
              <a:t> </a:t>
            </a:r>
            <a:r>
              <a:rPr spc="45" dirty="0"/>
              <a:t>larger</a:t>
            </a:r>
            <a:r>
              <a:rPr spc="-670" dirty="0"/>
              <a:t> </a:t>
            </a:r>
            <a:r>
              <a:rPr spc="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515" y="2209906"/>
            <a:ext cx="252031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6405" marR="5080" indent="-434340">
              <a:lnSpc>
                <a:spcPct val="100000"/>
              </a:lnSpc>
              <a:spcBef>
                <a:spcPts val="100"/>
              </a:spcBef>
            </a:pPr>
            <a:r>
              <a:rPr sz="4600" b="1" spc="-210" dirty="0">
                <a:latin typeface="Tahoma"/>
                <a:cs typeface="Tahoma"/>
              </a:rPr>
              <a:t>1B</a:t>
            </a:r>
            <a:r>
              <a:rPr sz="4600" b="1" spc="-459" dirty="0">
                <a:latin typeface="Tahoma"/>
                <a:cs typeface="Tahoma"/>
              </a:rPr>
              <a:t> </a:t>
            </a:r>
            <a:r>
              <a:rPr sz="4600" b="1" spc="-285" dirty="0">
                <a:latin typeface="Tahoma"/>
                <a:cs typeface="Tahoma"/>
              </a:rPr>
              <a:t>pa</a:t>
            </a:r>
            <a:r>
              <a:rPr sz="4600" b="1" spc="-270" dirty="0">
                <a:latin typeface="Tahoma"/>
                <a:cs typeface="Tahoma"/>
              </a:rPr>
              <a:t>r</a:t>
            </a:r>
            <a:r>
              <a:rPr sz="4600" b="1" spc="-305" dirty="0">
                <a:latin typeface="Tahoma"/>
                <a:cs typeface="Tahoma"/>
              </a:rPr>
              <a:t>am  </a:t>
            </a:r>
            <a:r>
              <a:rPr sz="4600" b="1" spc="-285" dirty="0">
                <a:latin typeface="Tahoma"/>
                <a:cs typeface="Tahoma"/>
              </a:rPr>
              <a:t>model</a:t>
            </a:r>
            <a:endParaRPr sz="4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9385" y="8775837"/>
            <a:ext cx="101024" cy="1010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606160" y="4478337"/>
            <a:ext cx="4398645" cy="4398645"/>
            <a:chOff x="4606160" y="4478337"/>
            <a:chExt cx="4398645" cy="4398645"/>
          </a:xfrm>
        </p:grpSpPr>
        <p:sp>
          <p:nvSpPr>
            <p:cNvPr id="6" name="object 6"/>
            <p:cNvSpPr/>
            <p:nvPr/>
          </p:nvSpPr>
          <p:spPr>
            <a:xfrm>
              <a:off x="4610922" y="4483099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3657485" y="4388999"/>
                  </a:moveTo>
                  <a:lnTo>
                    <a:pt x="731514" y="4388999"/>
                  </a:lnTo>
                  <a:lnTo>
                    <a:pt x="683417" y="4387443"/>
                  </a:lnTo>
                  <a:lnTo>
                    <a:pt x="636150" y="4382840"/>
                  </a:lnTo>
                  <a:lnTo>
                    <a:pt x="589811" y="4375285"/>
                  </a:lnTo>
                  <a:lnTo>
                    <a:pt x="544495" y="4364875"/>
                  </a:lnTo>
                  <a:lnTo>
                    <a:pt x="500299" y="4351706"/>
                  </a:lnTo>
                  <a:lnTo>
                    <a:pt x="457319" y="4335876"/>
                  </a:lnTo>
                  <a:lnTo>
                    <a:pt x="415652" y="4317479"/>
                  </a:lnTo>
                  <a:lnTo>
                    <a:pt x="375394" y="4296614"/>
                  </a:lnTo>
                  <a:lnTo>
                    <a:pt x="336642" y="4273375"/>
                  </a:lnTo>
                  <a:lnTo>
                    <a:pt x="299491" y="4247860"/>
                  </a:lnTo>
                  <a:lnTo>
                    <a:pt x="264039" y="4220164"/>
                  </a:lnTo>
                  <a:lnTo>
                    <a:pt x="230381" y="4190385"/>
                  </a:lnTo>
                  <a:lnTo>
                    <a:pt x="198614" y="4158618"/>
                  </a:lnTo>
                  <a:lnTo>
                    <a:pt x="168835" y="4124960"/>
                  </a:lnTo>
                  <a:lnTo>
                    <a:pt x="141139" y="4089508"/>
                  </a:lnTo>
                  <a:lnTo>
                    <a:pt x="115624" y="4052357"/>
                  </a:lnTo>
                  <a:lnTo>
                    <a:pt x="92385" y="4013605"/>
                  </a:lnTo>
                  <a:lnTo>
                    <a:pt x="71520" y="3973347"/>
                  </a:lnTo>
                  <a:lnTo>
                    <a:pt x="53123" y="3931680"/>
                  </a:lnTo>
                  <a:lnTo>
                    <a:pt x="37293" y="3888700"/>
                  </a:lnTo>
                  <a:lnTo>
                    <a:pt x="24124" y="3844504"/>
                  </a:lnTo>
                  <a:lnTo>
                    <a:pt x="13714" y="3799188"/>
                  </a:lnTo>
                  <a:lnTo>
                    <a:pt x="6159" y="3752848"/>
                  </a:lnTo>
                  <a:lnTo>
                    <a:pt x="1555" y="3705582"/>
                  </a:lnTo>
                  <a:lnTo>
                    <a:pt x="0" y="3657484"/>
                  </a:lnTo>
                  <a:lnTo>
                    <a:pt x="0" y="731514"/>
                  </a:lnTo>
                  <a:lnTo>
                    <a:pt x="1555" y="683417"/>
                  </a:lnTo>
                  <a:lnTo>
                    <a:pt x="6159" y="636150"/>
                  </a:lnTo>
                  <a:lnTo>
                    <a:pt x="13714" y="589811"/>
                  </a:lnTo>
                  <a:lnTo>
                    <a:pt x="24124" y="544495"/>
                  </a:lnTo>
                  <a:lnTo>
                    <a:pt x="37293" y="500299"/>
                  </a:lnTo>
                  <a:lnTo>
                    <a:pt x="53123" y="457319"/>
                  </a:lnTo>
                  <a:lnTo>
                    <a:pt x="71520" y="415652"/>
                  </a:lnTo>
                  <a:lnTo>
                    <a:pt x="92385" y="375394"/>
                  </a:lnTo>
                  <a:lnTo>
                    <a:pt x="115624" y="336642"/>
                  </a:lnTo>
                  <a:lnTo>
                    <a:pt x="141139" y="299491"/>
                  </a:lnTo>
                  <a:lnTo>
                    <a:pt x="168835" y="264039"/>
                  </a:lnTo>
                  <a:lnTo>
                    <a:pt x="198614" y="230381"/>
                  </a:lnTo>
                  <a:lnTo>
                    <a:pt x="230381" y="198614"/>
                  </a:lnTo>
                  <a:lnTo>
                    <a:pt x="264039" y="168835"/>
                  </a:lnTo>
                  <a:lnTo>
                    <a:pt x="299491" y="141139"/>
                  </a:lnTo>
                  <a:lnTo>
                    <a:pt x="336642" y="115624"/>
                  </a:lnTo>
                  <a:lnTo>
                    <a:pt x="375394" y="92385"/>
                  </a:lnTo>
                  <a:lnTo>
                    <a:pt x="415652" y="71520"/>
                  </a:lnTo>
                  <a:lnTo>
                    <a:pt x="457319" y="53123"/>
                  </a:lnTo>
                  <a:lnTo>
                    <a:pt x="500299" y="37293"/>
                  </a:lnTo>
                  <a:lnTo>
                    <a:pt x="544495" y="24124"/>
                  </a:lnTo>
                  <a:lnTo>
                    <a:pt x="589811" y="13714"/>
                  </a:lnTo>
                  <a:lnTo>
                    <a:pt x="636150" y="6159"/>
                  </a:lnTo>
                  <a:lnTo>
                    <a:pt x="683417" y="1555"/>
                  </a:lnTo>
                  <a:lnTo>
                    <a:pt x="731514" y="0"/>
                  </a:lnTo>
                  <a:lnTo>
                    <a:pt x="3657485" y="0"/>
                  </a:lnTo>
                  <a:lnTo>
                    <a:pt x="3705798" y="1595"/>
                  </a:lnTo>
                  <a:lnTo>
                    <a:pt x="3753638" y="6344"/>
                  </a:lnTo>
                  <a:lnTo>
                    <a:pt x="3800863" y="14185"/>
                  </a:lnTo>
                  <a:lnTo>
                    <a:pt x="3847330" y="25062"/>
                  </a:lnTo>
                  <a:lnTo>
                    <a:pt x="3892897" y="38914"/>
                  </a:lnTo>
                  <a:lnTo>
                    <a:pt x="3937423" y="55683"/>
                  </a:lnTo>
                  <a:lnTo>
                    <a:pt x="3980765" y="75310"/>
                  </a:lnTo>
                  <a:lnTo>
                    <a:pt x="4022781" y="97736"/>
                  </a:lnTo>
                  <a:lnTo>
                    <a:pt x="4063329" y="122903"/>
                  </a:lnTo>
                  <a:lnTo>
                    <a:pt x="4102267" y="150751"/>
                  </a:lnTo>
                  <a:lnTo>
                    <a:pt x="4139453" y="181221"/>
                  </a:lnTo>
                  <a:lnTo>
                    <a:pt x="4174744" y="214255"/>
                  </a:lnTo>
                  <a:lnTo>
                    <a:pt x="4207778" y="249546"/>
                  </a:lnTo>
                  <a:lnTo>
                    <a:pt x="4238249" y="286732"/>
                  </a:lnTo>
                  <a:lnTo>
                    <a:pt x="4266096" y="325670"/>
                  </a:lnTo>
                  <a:lnTo>
                    <a:pt x="4291263" y="366218"/>
                  </a:lnTo>
                  <a:lnTo>
                    <a:pt x="4313689" y="408234"/>
                  </a:lnTo>
                  <a:lnTo>
                    <a:pt x="4333316" y="451576"/>
                  </a:lnTo>
                  <a:lnTo>
                    <a:pt x="4350085" y="496102"/>
                  </a:lnTo>
                  <a:lnTo>
                    <a:pt x="4363937" y="541669"/>
                  </a:lnTo>
                  <a:lnTo>
                    <a:pt x="4374813" y="588136"/>
                  </a:lnTo>
                  <a:lnTo>
                    <a:pt x="4382655" y="635361"/>
                  </a:lnTo>
                  <a:lnTo>
                    <a:pt x="4387403" y="683201"/>
                  </a:lnTo>
                  <a:lnTo>
                    <a:pt x="4388999" y="731514"/>
                  </a:lnTo>
                  <a:lnTo>
                    <a:pt x="4388999" y="3657484"/>
                  </a:lnTo>
                  <a:lnTo>
                    <a:pt x="4387443" y="3705582"/>
                  </a:lnTo>
                  <a:lnTo>
                    <a:pt x="4382839" y="3752848"/>
                  </a:lnTo>
                  <a:lnTo>
                    <a:pt x="4375284" y="3799188"/>
                  </a:lnTo>
                  <a:lnTo>
                    <a:pt x="4364874" y="3844504"/>
                  </a:lnTo>
                  <a:lnTo>
                    <a:pt x="4351706" y="3888700"/>
                  </a:lnTo>
                  <a:lnTo>
                    <a:pt x="4335875" y="3931680"/>
                  </a:lnTo>
                  <a:lnTo>
                    <a:pt x="4317479" y="3973347"/>
                  </a:lnTo>
                  <a:lnTo>
                    <a:pt x="4296613" y="4013605"/>
                  </a:lnTo>
                  <a:lnTo>
                    <a:pt x="4273374" y="4052357"/>
                  </a:lnTo>
                  <a:lnTo>
                    <a:pt x="4247859" y="4089508"/>
                  </a:lnTo>
                  <a:lnTo>
                    <a:pt x="4220164" y="4124960"/>
                  </a:lnTo>
                  <a:lnTo>
                    <a:pt x="4190384" y="4158618"/>
                  </a:lnTo>
                  <a:lnTo>
                    <a:pt x="4158618" y="4190385"/>
                  </a:lnTo>
                  <a:lnTo>
                    <a:pt x="4124960" y="4220164"/>
                  </a:lnTo>
                  <a:lnTo>
                    <a:pt x="4089508" y="4247860"/>
                  </a:lnTo>
                  <a:lnTo>
                    <a:pt x="4052357" y="4273375"/>
                  </a:lnTo>
                  <a:lnTo>
                    <a:pt x="4013605" y="4296614"/>
                  </a:lnTo>
                  <a:lnTo>
                    <a:pt x="3973347" y="4317479"/>
                  </a:lnTo>
                  <a:lnTo>
                    <a:pt x="3931680" y="4335876"/>
                  </a:lnTo>
                  <a:lnTo>
                    <a:pt x="3888700" y="4351706"/>
                  </a:lnTo>
                  <a:lnTo>
                    <a:pt x="3844504" y="4364875"/>
                  </a:lnTo>
                  <a:lnTo>
                    <a:pt x="3799188" y="4375285"/>
                  </a:lnTo>
                  <a:lnTo>
                    <a:pt x="3752849" y="4382840"/>
                  </a:lnTo>
                  <a:lnTo>
                    <a:pt x="3705582" y="4387443"/>
                  </a:lnTo>
                  <a:lnTo>
                    <a:pt x="3657485" y="43889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0922" y="4483100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0" y="731514"/>
                  </a:moveTo>
                  <a:lnTo>
                    <a:pt x="1555" y="683417"/>
                  </a:lnTo>
                  <a:lnTo>
                    <a:pt x="6159" y="636150"/>
                  </a:lnTo>
                  <a:lnTo>
                    <a:pt x="13714" y="589811"/>
                  </a:lnTo>
                  <a:lnTo>
                    <a:pt x="24124" y="544495"/>
                  </a:lnTo>
                  <a:lnTo>
                    <a:pt x="37293" y="500299"/>
                  </a:lnTo>
                  <a:lnTo>
                    <a:pt x="53123" y="457319"/>
                  </a:lnTo>
                  <a:lnTo>
                    <a:pt x="71520" y="415652"/>
                  </a:lnTo>
                  <a:lnTo>
                    <a:pt x="92385" y="375394"/>
                  </a:lnTo>
                  <a:lnTo>
                    <a:pt x="115624" y="336642"/>
                  </a:lnTo>
                  <a:lnTo>
                    <a:pt x="141139" y="299491"/>
                  </a:lnTo>
                  <a:lnTo>
                    <a:pt x="168835" y="264039"/>
                  </a:lnTo>
                  <a:lnTo>
                    <a:pt x="198614" y="230381"/>
                  </a:lnTo>
                  <a:lnTo>
                    <a:pt x="230381" y="198614"/>
                  </a:lnTo>
                  <a:lnTo>
                    <a:pt x="264039" y="168835"/>
                  </a:lnTo>
                  <a:lnTo>
                    <a:pt x="299491" y="141139"/>
                  </a:lnTo>
                  <a:lnTo>
                    <a:pt x="336642" y="115624"/>
                  </a:lnTo>
                  <a:lnTo>
                    <a:pt x="375394" y="92385"/>
                  </a:lnTo>
                  <a:lnTo>
                    <a:pt x="415652" y="71520"/>
                  </a:lnTo>
                  <a:lnTo>
                    <a:pt x="457319" y="53123"/>
                  </a:lnTo>
                  <a:lnTo>
                    <a:pt x="500299" y="37293"/>
                  </a:lnTo>
                  <a:lnTo>
                    <a:pt x="544495" y="24124"/>
                  </a:lnTo>
                  <a:lnTo>
                    <a:pt x="589811" y="13714"/>
                  </a:lnTo>
                  <a:lnTo>
                    <a:pt x="636150" y="6159"/>
                  </a:lnTo>
                  <a:lnTo>
                    <a:pt x="683417" y="1555"/>
                  </a:lnTo>
                  <a:lnTo>
                    <a:pt x="731514" y="0"/>
                  </a:lnTo>
                  <a:lnTo>
                    <a:pt x="3657485" y="0"/>
                  </a:lnTo>
                  <a:lnTo>
                    <a:pt x="3705798" y="1595"/>
                  </a:lnTo>
                  <a:lnTo>
                    <a:pt x="3753638" y="6344"/>
                  </a:lnTo>
                  <a:lnTo>
                    <a:pt x="3800863" y="14185"/>
                  </a:lnTo>
                  <a:lnTo>
                    <a:pt x="3847330" y="25062"/>
                  </a:lnTo>
                  <a:lnTo>
                    <a:pt x="3892897" y="38914"/>
                  </a:lnTo>
                  <a:lnTo>
                    <a:pt x="3937423" y="55683"/>
                  </a:lnTo>
                  <a:lnTo>
                    <a:pt x="3980765" y="75310"/>
                  </a:lnTo>
                  <a:lnTo>
                    <a:pt x="4022781" y="97736"/>
                  </a:lnTo>
                  <a:lnTo>
                    <a:pt x="4063329" y="122903"/>
                  </a:lnTo>
                  <a:lnTo>
                    <a:pt x="4102267" y="150751"/>
                  </a:lnTo>
                  <a:lnTo>
                    <a:pt x="4139453" y="181221"/>
                  </a:lnTo>
                  <a:lnTo>
                    <a:pt x="4174744" y="214255"/>
                  </a:lnTo>
                  <a:lnTo>
                    <a:pt x="4207778" y="249546"/>
                  </a:lnTo>
                  <a:lnTo>
                    <a:pt x="4238249" y="286732"/>
                  </a:lnTo>
                  <a:lnTo>
                    <a:pt x="4266096" y="325670"/>
                  </a:lnTo>
                  <a:lnTo>
                    <a:pt x="4291263" y="366218"/>
                  </a:lnTo>
                  <a:lnTo>
                    <a:pt x="4313689" y="408234"/>
                  </a:lnTo>
                  <a:lnTo>
                    <a:pt x="4333316" y="451576"/>
                  </a:lnTo>
                  <a:lnTo>
                    <a:pt x="4350085" y="496102"/>
                  </a:lnTo>
                  <a:lnTo>
                    <a:pt x="4363937" y="541669"/>
                  </a:lnTo>
                  <a:lnTo>
                    <a:pt x="4374813" y="588136"/>
                  </a:lnTo>
                  <a:lnTo>
                    <a:pt x="4382655" y="635361"/>
                  </a:lnTo>
                  <a:lnTo>
                    <a:pt x="4387403" y="683201"/>
                  </a:lnTo>
                  <a:lnTo>
                    <a:pt x="4388999" y="731514"/>
                  </a:lnTo>
                  <a:lnTo>
                    <a:pt x="4388999" y="3657484"/>
                  </a:lnTo>
                  <a:lnTo>
                    <a:pt x="4387443" y="3705582"/>
                  </a:lnTo>
                  <a:lnTo>
                    <a:pt x="4382839" y="3752848"/>
                  </a:lnTo>
                  <a:lnTo>
                    <a:pt x="4375284" y="3799188"/>
                  </a:lnTo>
                  <a:lnTo>
                    <a:pt x="4364874" y="3844504"/>
                  </a:lnTo>
                  <a:lnTo>
                    <a:pt x="4351706" y="3888700"/>
                  </a:lnTo>
                  <a:lnTo>
                    <a:pt x="4335875" y="3931680"/>
                  </a:lnTo>
                  <a:lnTo>
                    <a:pt x="4317479" y="3973347"/>
                  </a:lnTo>
                  <a:lnTo>
                    <a:pt x="4296613" y="4013605"/>
                  </a:lnTo>
                  <a:lnTo>
                    <a:pt x="4273374" y="4052357"/>
                  </a:lnTo>
                  <a:lnTo>
                    <a:pt x="4247859" y="4089508"/>
                  </a:lnTo>
                  <a:lnTo>
                    <a:pt x="4220164" y="4124960"/>
                  </a:lnTo>
                  <a:lnTo>
                    <a:pt x="4190384" y="4158618"/>
                  </a:lnTo>
                  <a:lnTo>
                    <a:pt x="4158618" y="4190385"/>
                  </a:lnTo>
                  <a:lnTo>
                    <a:pt x="4124960" y="4220164"/>
                  </a:lnTo>
                  <a:lnTo>
                    <a:pt x="4089508" y="4247860"/>
                  </a:lnTo>
                  <a:lnTo>
                    <a:pt x="4052357" y="4273375"/>
                  </a:lnTo>
                  <a:lnTo>
                    <a:pt x="4013605" y="4296614"/>
                  </a:lnTo>
                  <a:lnTo>
                    <a:pt x="3973347" y="4317479"/>
                  </a:lnTo>
                  <a:lnTo>
                    <a:pt x="3931680" y="4335876"/>
                  </a:lnTo>
                  <a:lnTo>
                    <a:pt x="3888700" y="4351706"/>
                  </a:lnTo>
                  <a:lnTo>
                    <a:pt x="3844504" y="4364875"/>
                  </a:lnTo>
                  <a:lnTo>
                    <a:pt x="3799188" y="4375285"/>
                  </a:lnTo>
                  <a:lnTo>
                    <a:pt x="3752849" y="4382840"/>
                  </a:lnTo>
                  <a:lnTo>
                    <a:pt x="3705582" y="4387444"/>
                  </a:lnTo>
                  <a:lnTo>
                    <a:pt x="3657485" y="4388999"/>
                  </a:lnTo>
                  <a:lnTo>
                    <a:pt x="731514" y="4388999"/>
                  </a:lnTo>
                  <a:lnTo>
                    <a:pt x="683417" y="4387444"/>
                  </a:lnTo>
                  <a:lnTo>
                    <a:pt x="636150" y="4382840"/>
                  </a:lnTo>
                  <a:lnTo>
                    <a:pt x="589811" y="4375285"/>
                  </a:lnTo>
                  <a:lnTo>
                    <a:pt x="544495" y="4364875"/>
                  </a:lnTo>
                  <a:lnTo>
                    <a:pt x="500299" y="4351706"/>
                  </a:lnTo>
                  <a:lnTo>
                    <a:pt x="457319" y="4335876"/>
                  </a:lnTo>
                  <a:lnTo>
                    <a:pt x="415652" y="4317479"/>
                  </a:lnTo>
                  <a:lnTo>
                    <a:pt x="375394" y="4296614"/>
                  </a:lnTo>
                  <a:lnTo>
                    <a:pt x="336642" y="4273375"/>
                  </a:lnTo>
                  <a:lnTo>
                    <a:pt x="299491" y="4247860"/>
                  </a:lnTo>
                  <a:lnTo>
                    <a:pt x="264039" y="4220164"/>
                  </a:lnTo>
                  <a:lnTo>
                    <a:pt x="230381" y="4190385"/>
                  </a:lnTo>
                  <a:lnTo>
                    <a:pt x="198614" y="4158618"/>
                  </a:lnTo>
                  <a:lnTo>
                    <a:pt x="168835" y="4124960"/>
                  </a:lnTo>
                  <a:lnTo>
                    <a:pt x="141139" y="4089508"/>
                  </a:lnTo>
                  <a:lnTo>
                    <a:pt x="115624" y="4052357"/>
                  </a:lnTo>
                  <a:lnTo>
                    <a:pt x="92385" y="4013605"/>
                  </a:lnTo>
                  <a:lnTo>
                    <a:pt x="71520" y="3973347"/>
                  </a:lnTo>
                  <a:lnTo>
                    <a:pt x="53123" y="3931680"/>
                  </a:lnTo>
                  <a:lnTo>
                    <a:pt x="37293" y="3888700"/>
                  </a:lnTo>
                  <a:lnTo>
                    <a:pt x="24124" y="3844504"/>
                  </a:lnTo>
                  <a:lnTo>
                    <a:pt x="13714" y="3799188"/>
                  </a:lnTo>
                  <a:lnTo>
                    <a:pt x="6159" y="3752848"/>
                  </a:lnTo>
                  <a:lnTo>
                    <a:pt x="1555" y="3705582"/>
                  </a:lnTo>
                  <a:lnTo>
                    <a:pt x="0" y="3657484"/>
                  </a:lnTo>
                  <a:lnTo>
                    <a:pt x="0" y="7315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55318" y="6222051"/>
            <a:ext cx="3100705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latin typeface="Tahoma"/>
                <a:cs typeface="Tahoma"/>
              </a:rPr>
              <a:t>14,000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80" dirty="0">
                <a:latin typeface="Tahoma"/>
                <a:cs typeface="Tahoma"/>
              </a:rPr>
              <a:t>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45" dirty="0">
                <a:latin typeface="Tahoma"/>
                <a:cs typeface="Tahoma"/>
              </a:rPr>
              <a:t>32-bit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70935" y="1552137"/>
            <a:ext cx="7324725" cy="7324725"/>
            <a:chOff x="10270935" y="1552137"/>
            <a:chExt cx="7324725" cy="7324725"/>
          </a:xfrm>
        </p:grpSpPr>
        <p:sp>
          <p:nvSpPr>
            <p:cNvPr id="10" name="object 10"/>
            <p:cNvSpPr/>
            <p:nvPr/>
          </p:nvSpPr>
          <p:spPr>
            <a:xfrm>
              <a:off x="10275697" y="155690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6095975" y="7315199"/>
                  </a:moveTo>
                  <a:lnTo>
                    <a:pt x="1219224" y="7315199"/>
                  </a:lnTo>
                  <a:lnTo>
                    <a:pt x="1171350" y="7314277"/>
                  </a:lnTo>
                  <a:lnTo>
                    <a:pt x="1123943" y="7311531"/>
                  </a:lnTo>
                  <a:lnTo>
                    <a:pt x="1077037" y="7306997"/>
                  </a:lnTo>
                  <a:lnTo>
                    <a:pt x="1030667" y="7300707"/>
                  </a:lnTo>
                  <a:lnTo>
                    <a:pt x="984866" y="7292697"/>
                  </a:lnTo>
                  <a:lnTo>
                    <a:pt x="939667" y="7282999"/>
                  </a:lnTo>
                  <a:lnTo>
                    <a:pt x="895106" y="7271648"/>
                  </a:lnTo>
                  <a:lnTo>
                    <a:pt x="851216" y="7258677"/>
                  </a:lnTo>
                  <a:lnTo>
                    <a:pt x="808030" y="7244120"/>
                  </a:lnTo>
                  <a:lnTo>
                    <a:pt x="765583" y="7228012"/>
                  </a:lnTo>
                  <a:lnTo>
                    <a:pt x="723909" y="7210386"/>
                  </a:lnTo>
                  <a:lnTo>
                    <a:pt x="683040" y="7191276"/>
                  </a:lnTo>
                  <a:lnTo>
                    <a:pt x="643012" y="7170716"/>
                  </a:lnTo>
                  <a:lnTo>
                    <a:pt x="603858" y="7148740"/>
                  </a:lnTo>
                  <a:lnTo>
                    <a:pt x="565612" y="7125381"/>
                  </a:lnTo>
                  <a:lnTo>
                    <a:pt x="528308" y="7100674"/>
                  </a:lnTo>
                  <a:lnTo>
                    <a:pt x="491980" y="7074652"/>
                  </a:lnTo>
                  <a:lnTo>
                    <a:pt x="456662" y="7047350"/>
                  </a:lnTo>
                  <a:lnTo>
                    <a:pt x="422386" y="7018800"/>
                  </a:lnTo>
                  <a:lnTo>
                    <a:pt x="389189" y="6989038"/>
                  </a:lnTo>
                  <a:lnTo>
                    <a:pt x="357102" y="6958097"/>
                  </a:lnTo>
                  <a:lnTo>
                    <a:pt x="326161" y="6926010"/>
                  </a:lnTo>
                  <a:lnTo>
                    <a:pt x="296399" y="6892813"/>
                  </a:lnTo>
                  <a:lnTo>
                    <a:pt x="267850" y="6858538"/>
                  </a:lnTo>
                  <a:lnTo>
                    <a:pt x="240547" y="6823219"/>
                  </a:lnTo>
                  <a:lnTo>
                    <a:pt x="214525" y="6786891"/>
                  </a:lnTo>
                  <a:lnTo>
                    <a:pt x="189818" y="6749587"/>
                  </a:lnTo>
                  <a:lnTo>
                    <a:pt x="166459" y="6711341"/>
                  </a:lnTo>
                  <a:lnTo>
                    <a:pt x="144483" y="6672187"/>
                  </a:lnTo>
                  <a:lnTo>
                    <a:pt x="123923" y="6632159"/>
                  </a:lnTo>
                  <a:lnTo>
                    <a:pt x="104813" y="6591291"/>
                  </a:lnTo>
                  <a:lnTo>
                    <a:pt x="87187" y="6549616"/>
                  </a:lnTo>
                  <a:lnTo>
                    <a:pt x="71079" y="6507169"/>
                  </a:lnTo>
                  <a:lnTo>
                    <a:pt x="56522" y="6463984"/>
                  </a:lnTo>
                  <a:lnTo>
                    <a:pt x="43551" y="6420093"/>
                  </a:lnTo>
                  <a:lnTo>
                    <a:pt x="32200" y="6375532"/>
                  </a:lnTo>
                  <a:lnTo>
                    <a:pt x="22502" y="6330334"/>
                  </a:lnTo>
                  <a:lnTo>
                    <a:pt x="14492" y="6284533"/>
                  </a:lnTo>
                  <a:lnTo>
                    <a:pt x="8202" y="6238162"/>
                  </a:lnTo>
                  <a:lnTo>
                    <a:pt x="3668" y="6191257"/>
                  </a:lnTo>
                  <a:lnTo>
                    <a:pt x="922" y="6143850"/>
                  </a:lnTo>
                  <a:lnTo>
                    <a:pt x="0" y="6095975"/>
                  </a:lnTo>
                  <a:lnTo>
                    <a:pt x="0" y="1219224"/>
                  </a:lnTo>
                  <a:lnTo>
                    <a:pt x="922" y="1171349"/>
                  </a:lnTo>
                  <a:lnTo>
                    <a:pt x="3668" y="1123942"/>
                  </a:lnTo>
                  <a:lnTo>
                    <a:pt x="8202" y="1077037"/>
                  </a:lnTo>
                  <a:lnTo>
                    <a:pt x="14492" y="1030666"/>
                  </a:lnTo>
                  <a:lnTo>
                    <a:pt x="22502" y="984865"/>
                  </a:lnTo>
                  <a:lnTo>
                    <a:pt x="32200" y="939667"/>
                  </a:lnTo>
                  <a:lnTo>
                    <a:pt x="43551" y="895106"/>
                  </a:lnTo>
                  <a:lnTo>
                    <a:pt x="56522" y="851216"/>
                  </a:lnTo>
                  <a:lnTo>
                    <a:pt x="71079" y="808030"/>
                  </a:lnTo>
                  <a:lnTo>
                    <a:pt x="87187" y="765583"/>
                  </a:lnTo>
                  <a:lnTo>
                    <a:pt x="104813" y="723908"/>
                  </a:lnTo>
                  <a:lnTo>
                    <a:pt x="123923" y="683040"/>
                  </a:lnTo>
                  <a:lnTo>
                    <a:pt x="144483" y="643012"/>
                  </a:lnTo>
                  <a:lnTo>
                    <a:pt x="166459" y="603858"/>
                  </a:lnTo>
                  <a:lnTo>
                    <a:pt x="189818" y="565612"/>
                  </a:lnTo>
                  <a:lnTo>
                    <a:pt x="214525" y="528308"/>
                  </a:lnTo>
                  <a:lnTo>
                    <a:pt x="240547" y="491980"/>
                  </a:lnTo>
                  <a:lnTo>
                    <a:pt x="267850" y="456661"/>
                  </a:lnTo>
                  <a:lnTo>
                    <a:pt x="296399" y="422386"/>
                  </a:lnTo>
                  <a:lnTo>
                    <a:pt x="326161" y="389189"/>
                  </a:lnTo>
                  <a:lnTo>
                    <a:pt x="357102" y="357102"/>
                  </a:lnTo>
                  <a:lnTo>
                    <a:pt x="389189" y="326161"/>
                  </a:lnTo>
                  <a:lnTo>
                    <a:pt x="422386" y="296399"/>
                  </a:lnTo>
                  <a:lnTo>
                    <a:pt x="456662" y="267849"/>
                  </a:lnTo>
                  <a:lnTo>
                    <a:pt x="491980" y="240547"/>
                  </a:lnTo>
                  <a:lnTo>
                    <a:pt x="528308" y="214525"/>
                  </a:lnTo>
                  <a:lnTo>
                    <a:pt x="565612" y="189818"/>
                  </a:lnTo>
                  <a:lnTo>
                    <a:pt x="603858" y="166459"/>
                  </a:lnTo>
                  <a:lnTo>
                    <a:pt x="643012" y="144483"/>
                  </a:lnTo>
                  <a:lnTo>
                    <a:pt x="683040" y="123923"/>
                  </a:lnTo>
                  <a:lnTo>
                    <a:pt x="723909" y="104813"/>
                  </a:lnTo>
                  <a:lnTo>
                    <a:pt x="765583" y="87187"/>
                  </a:lnTo>
                  <a:lnTo>
                    <a:pt x="808030" y="71079"/>
                  </a:lnTo>
                  <a:lnTo>
                    <a:pt x="851216" y="56522"/>
                  </a:lnTo>
                  <a:lnTo>
                    <a:pt x="895106" y="43551"/>
                  </a:lnTo>
                  <a:lnTo>
                    <a:pt x="939667" y="32200"/>
                  </a:lnTo>
                  <a:lnTo>
                    <a:pt x="984866" y="22502"/>
                  </a:lnTo>
                  <a:lnTo>
                    <a:pt x="1030667" y="14492"/>
                  </a:lnTo>
                  <a:lnTo>
                    <a:pt x="1077037" y="8202"/>
                  </a:lnTo>
                  <a:lnTo>
                    <a:pt x="1123943" y="3668"/>
                  </a:lnTo>
                  <a:lnTo>
                    <a:pt x="1171350" y="922"/>
                  </a:lnTo>
                  <a:lnTo>
                    <a:pt x="1219224" y="0"/>
                  </a:lnTo>
                  <a:lnTo>
                    <a:pt x="6095975" y="0"/>
                  </a:lnTo>
                  <a:lnTo>
                    <a:pt x="6146912" y="1063"/>
                  </a:lnTo>
                  <a:lnTo>
                    <a:pt x="6197569" y="4236"/>
                  </a:lnTo>
                  <a:lnTo>
                    <a:pt x="6247886" y="9496"/>
                  </a:lnTo>
                  <a:lnTo>
                    <a:pt x="6297804" y="16816"/>
                  </a:lnTo>
                  <a:lnTo>
                    <a:pt x="6347263" y="26172"/>
                  </a:lnTo>
                  <a:lnTo>
                    <a:pt x="6396204" y="37539"/>
                  </a:lnTo>
                  <a:lnTo>
                    <a:pt x="6444567" y="50893"/>
                  </a:lnTo>
                  <a:lnTo>
                    <a:pt x="6492292" y="66209"/>
                  </a:lnTo>
                  <a:lnTo>
                    <a:pt x="6539319" y="83462"/>
                  </a:lnTo>
                  <a:lnTo>
                    <a:pt x="6585589" y="102628"/>
                  </a:lnTo>
                  <a:lnTo>
                    <a:pt x="6631042" y="123681"/>
                  </a:lnTo>
                  <a:lnTo>
                    <a:pt x="6675619" y="146598"/>
                  </a:lnTo>
                  <a:lnTo>
                    <a:pt x="6719259" y="171353"/>
                  </a:lnTo>
                  <a:lnTo>
                    <a:pt x="6761904" y="197921"/>
                  </a:lnTo>
                  <a:lnTo>
                    <a:pt x="6803492" y="226278"/>
                  </a:lnTo>
                  <a:lnTo>
                    <a:pt x="6843966" y="256400"/>
                  </a:lnTo>
                  <a:lnTo>
                    <a:pt x="6883264" y="288261"/>
                  </a:lnTo>
                  <a:lnTo>
                    <a:pt x="6921328" y="321836"/>
                  </a:lnTo>
                  <a:lnTo>
                    <a:pt x="6958097" y="357102"/>
                  </a:lnTo>
                  <a:lnTo>
                    <a:pt x="6993363" y="393872"/>
                  </a:lnTo>
                  <a:lnTo>
                    <a:pt x="7026938" y="431935"/>
                  </a:lnTo>
                  <a:lnTo>
                    <a:pt x="7058799" y="471234"/>
                  </a:lnTo>
                  <a:lnTo>
                    <a:pt x="7088921" y="511707"/>
                  </a:lnTo>
                  <a:lnTo>
                    <a:pt x="7117278" y="553296"/>
                  </a:lnTo>
                  <a:lnTo>
                    <a:pt x="7143847" y="595940"/>
                  </a:lnTo>
                  <a:lnTo>
                    <a:pt x="7168602" y="639581"/>
                  </a:lnTo>
                  <a:lnTo>
                    <a:pt x="7191518" y="684157"/>
                  </a:lnTo>
                  <a:lnTo>
                    <a:pt x="7212572" y="729610"/>
                  </a:lnTo>
                  <a:lnTo>
                    <a:pt x="7231737" y="775880"/>
                  </a:lnTo>
                  <a:lnTo>
                    <a:pt x="7248991" y="822908"/>
                  </a:lnTo>
                  <a:lnTo>
                    <a:pt x="7264307" y="870632"/>
                  </a:lnTo>
                  <a:lnTo>
                    <a:pt x="7277661" y="918995"/>
                  </a:lnTo>
                  <a:lnTo>
                    <a:pt x="7289028" y="967936"/>
                  </a:lnTo>
                  <a:lnTo>
                    <a:pt x="7298384" y="1017395"/>
                  </a:lnTo>
                  <a:lnTo>
                    <a:pt x="7305704" y="1067313"/>
                  </a:lnTo>
                  <a:lnTo>
                    <a:pt x="7310963" y="1117631"/>
                  </a:lnTo>
                  <a:lnTo>
                    <a:pt x="7314137" y="1168287"/>
                  </a:lnTo>
                  <a:lnTo>
                    <a:pt x="7315200" y="1219224"/>
                  </a:lnTo>
                  <a:lnTo>
                    <a:pt x="7315200" y="6095975"/>
                  </a:lnTo>
                  <a:lnTo>
                    <a:pt x="7314278" y="6143850"/>
                  </a:lnTo>
                  <a:lnTo>
                    <a:pt x="7311532" y="6191257"/>
                  </a:lnTo>
                  <a:lnTo>
                    <a:pt x="7306998" y="6238162"/>
                  </a:lnTo>
                  <a:lnTo>
                    <a:pt x="7300708" y="6284533"/>
                  </a:lnTo>
                  <a:lnTo>
                    <a:pt x="7292698" y="6330334"/>
                  </a:lnTo>
                  <a:lnTo>
                    <a:pt x="7283000" y="6375532"/>
                  </a:lnTo>
                  <a:lnTo>
                    <a:pt x="7271649" y="6420093"/>
                  </a:lnTo>
                  <a:lnTo>
                    <a:pt x="7258678" y="6463984"/>
                  </a:lnTo>
                  <a:lnTo>
                    <a:pt x="7244121" y="6507169"/>
                  </a:lnTo>
                  <a:lnTo>
                    <a:pt x="7228013" y="6549616"/>
                  </a:lnTo>
                  <a:lnTo>
                    <a:pt x="7210387" y="6591291"/>
                  </a:lnTo>
                  <a:lnTo>
                    <a:pt x="7191277" y="6632159"/>
                  </a:lnTo>
                  <a:lnTo>
                    <a:pt x="7170717" y="6672187"/>
                  </a:lnTo>
                  <a:lnTo>
                    <a:pt x="7148740" y="6711341"/>
                  </a:lnTo>
                  <a:lnTo>
                    <a:pt x="7125382" y="6749587"/>
                  </a:lnTo>
                  <a:lnTo>
                    <a:pt x="7100675" y="6786891"/>
                  </a:lnTo>
                  <a:lnTo>
                    <a:pt x="7074653" y="6823219"/>
                  </a:lnTo>
                  <a:lnTo>
                    <a:pt x="7047350" y="6858538"/>
                  </a:lnTo>
                  <a:lnTo>
                    <a:pt x="7018801" y="6892813"/>
                  </a:lnTo>
                  <a:lnTo>
                    <a:pt x="6989039" y="6926010"/>
                  </a:lnTo>
                  <a:lnTo>
                    <a:pt x="6958098" y="6958097"/>
                  </a:lnTo>
                  <a:lnTo>
                    <a:pt x="6926011" y="6989038"/>
                  </a:lnTo>
                  <a:lnTo>
                    <a:pt x="6892813" y="7018800"/>
                  </a:lnTo>
                  <a:lnTo>
                    <a:pt x="6858538" y="7047350"/>
                  </a:lnTo>
                  <a:lnTo>
                    <a:pt x="6823220" y="7074652"/>
                  </a:lnTo>
                  <a:lnTo>
                    <a:pt x="6786891" y="7100674"/>
                  </a:lnTo>
                  <a:lnTo>
                    <a:pt x="6749587" y="7125381"/>
                  </a:lnTo>
                  <a:lnTo>
                    <a:pt x="6711341" y="7148740"/>
                  </a:lnTo>
                  <a:lnTo>
                    <a:pt x="6672188" y="7170716"/>
                  </a:lnTo>
                  <a:lnTo>
                    <a:pt x="6632160" y="7191276"/>
                  </a:lnTo>
                  <a:lnTo>
                    <a:pt x="6591291" y="7210386"/>
                  </a:lnTo>
                  <a:lnTo>
                    <a:pt x="6549617" y="7228012"/>
                  </a:lnTo>
                  <a:lnTo>
                    <a:pt x="6507170" y="7244120"/>
                  </a:lnTo>
                  <a:lnTo>
                    <a:pt x="6463984" y="7258677"/>
                  </a:lnTo>
                  <a:lnTo>
                    <a:pt x="6420094" y="7271648"/>
                  </a:lnTo>
                  <a:lnTo>
                    <a:pt x="6375532" y="7282999"/>
                  </a:lnTo>
                  <a:lnTo>
                    <a:pt x="6330334" y="7292697"/>
                  </a:lnTo>
                  <a:lnTo>
                    <a:pt x="6284533" y="7300707"/>
                  </a:lnTo>
                  <a:lnTo>
                    <a:pt x="6238163" y="7306997"/>
                  </a:lnTo>
                  <a:lnTo>
                    <a:pt x="6191257" y="7311531"/>
                  </a:lnTo>
                  <a:lnTo>
                    <a:pt x="6143850" y="7314277"/>
                  </a:lnTo>
                  <a:lnTo>
                    <a:pt x="6095975" y="73151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75697" y="155690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1219224"/>
                  </a:moveTo>
                  <a:lnTo>
                    <a:pt x="922" y="1171349"/>
                  </a:lnTo>
                  <a:lnTo>
                    <a:pt x="3668" y="1123942"/>
                  </a:lnTo>
                  <a:lnTo>
                    <a:pt x="8202" y="1077037"/>
                  </a:lnTo>
                  <a:lnTo>
                    <a:pt x="14492" y="1030666"/>
                  </a:lnTo>
                  <a:lnTo>
                    <a:pt x="22502" y="984865"/>
                  </a:lnTo>
                  <a:lnTo>
                    <a:pt x="32200" y="939667"/>
                  </a:lnTo>
                  <a:lnTo>
                    <a:pt x="43551" y="895106"/>
                  </a:lnTo>
                  <a:lnTo>
                    <a:pt x="56522" y="851216"/>
                  </a:lnTo>
                  <a:lnTo>
                    <a:pt x="71079" y="808030"/>
                  </a:lnTo>
                  <a:lnTo>
                    <a:pt x="87187" y="765583"/>
                  </a:lnTo>
                  <a:lnTo>
                    <a:pt x="104813" y="723908"/>
                  </a:lnTo>
                  <a:lnTo>
                    <a:pt x="123923" y="683040"/>
                  </a:lnTo>
                  <a:lnTo>
                    <a:pt x="144483" y="643012"/>
                  </a:lnTo>
                  <a:lnTo>
                    <a:pt x="166459" y="603858"/>
                  </a:lnTo>
                  <a:lnTo>
                    <a:pt x="189818" y="565612"/>
                  </a:lnTo>
                  <a:lnTo>
                    <a:pt x="214525" y="528308"/>
                  </a:lnTo>
                  <a:lnTo>
                    <a:pt x="240547" y="491980"/>
                  </a:lnTo>
                  <a:lnTo>
                    <a:pt x="267850" y="456661"/>
                  </a:lnTo>
                  <a:lnTo>
                    <a:pt x="296399" y="422386"/>
                  </a:lnTo>
                  <a:lnTo>
                    <a:pt x="326161" y="389189"/>
                  </a:lnTo>
                  <a:lnTo>
                    <a:pt x="357102" y="357102"/>
                  </a:lnTo>
                  <a:lnTo>
                    <a:pt x="389189" y="326161"/>
                  </a:lnTo>
                  <a:lnTo>
                    <a:pt x="422386" y="296399"/>
                  </a:lnTo>
                  <a:lnTo>
                    <a:pt x="456662" y="267849"/>
                  </a:lnTo>
                  <a:lnTo>
                    <a:pt x="491980" y="240547"/>
                  </a:lnTo>
                  <a:lnTo>
                    <a:pt x="528308" y="214525"/>
                  </a:lnTo>
                  <a:lnTo>
                    <a:pt x="565612" y="189818"/>
                  </a:lnTo>
                  <a:lnTo>
                    <a:pt x="603858" y="166459"/>
                  </a:lnTo>
                  <a:lnTo>
                    <a:pt x="643012" y="144483"/>
                  </a:lnTo>
                  <a:lnTo>
                    <a:pt x="683040" y="123923"/>
                  </a:lnTo>
                  <a:lnTo>
                    <a:pt x="723909" y="104813"/>
                  </a:lnTo>
                  <a:lnTo>
                    <a:pt x="765583" y="87187"/>
                  </a:lnTo>
                  <a:lnTo>
                    <a:pt x="808030" y="71079"/>
                  </a:lnTo>
                  <a:lnTo>
                    <a:pt x="851216" y="56522"/>
                  </a:lnTo>
                  <a:lnTo>
                    <a:pt x="895106" y="43551"/>
                  </a:lnTo>
                  <a:lnTo>
                    <a:pt x="939667" y="32200"/>
                  </a:lnTo>
                  <a:lnTo>
                    <a:pt x="984866" y="22502"/>
                  </a:lnTo>
                  <a:lnTo>
                    <a:pt x="1030667" y="14492"/>
                  </a:lnTo>
                  <a:lnTo>
                    <a:pt x="1077037" y="8202"/>
                  </a:lnTo>
                  <a:lnTo>
                    <a:pt x="1123943" y="3668"/>
                  </a:lnTo>
                  <a:lnTo>
                    <a:pt x="1171350" y="922"/>
                  </a:lnTo>
                  <a:lnTo>
                    <a:pt x="1219224" y="0"/>
                  </a:lnTo>
                  <a:lnTo>
                    <a:pt x="6095975" y="0"/>
                  </a:lnTo>
                  <a:lnTo>
                    <a:pt x="6146912" y="1063"/>
                  </a:lnTo>
                  <a:lnTo>
                    <a:pt x="6197569" y="4236"/>
                  </a:lnTo>
                  <a:lnTo>
                    <a:pt x="6247886" y="9496"/>
                  </a:lnTo>
                  <a:lnTo>
                    <a:pt x="6297804" y="16816"/>
                  </a:lnTo>
                  <a:lnTo>
                    <a:pt x="6347264" y="26172"/>
                  </a:lnTo>
                  <a:lnTo>
                    <a:pt x="6396204" y="37539"/>
                  </a:lnTo>
                  <a:lnTo>
                    <a:pt x="6444567" y="50893"/>
                  </a:lnTo>
                  <a:lnTo>
                    <a:pt x="6492292" y="66209"/>
                  </a:lnTo>
                  <a:lnTo>
                    <a:pt x="6539319" y="83462"/>
                  </a:lnTo>
                  <a:lnTo>
                    <a:pt x="6585589" y="102628"/>
                  </a:lnTo>
                  <a:lnTo>
                    <a:pt x="6631042" y="123681"/>
                  </a:lnTo>
                  <a:lnTo>
                    <a:pt x="6675619" y="146598"/>
                  </a:lnTo>
                  <a:lnTo>
                    <a:pt x="6719259" y="171353"/>
                  </a:lnTo>
                  <a:lnTo>
                    <a:pt x="6761904" y="197921"/>
                  </a:lnTo>
                  <a:lnTo>
                    <a:pt x="6803492" y="226278"/>
                  </a:lnTo>
                  <a:lnTo>
                    <a:pt x="6843966" y="256400"/>
                  </a:lnTo>
                  <a:lnTo>
                    <a:pt x="6883264" y="288261"/>
                  </a:lnTo>
                  <a:lnTo>
                    <a:pt x="6921328" y="321836"/>
                  </a:lnTo>
                  <a:lnTo>
                    <a:pt x="6958097" y="357102"/>
                  </a:lnTo>
                  <a:lnTo>
                    <a:pt x="6993363" y="393872"/>
                  </a:lnTo>
                  <a:lnTo>
                    <a:pt x="7026938" y="431935"/>
                  </a:lnTo>
                  <a:lnTo>
                    <a:pt x="7058799" y="471234"/>
                  </a:lnTo>
                  <a:lnTo>
                    <a:pt x="7088921" y="511707"/>
                  </a:lnTo>
                  <a:lnTo>
                    <a:pt x="7117278" y="553296"/>
                  </a:lnTo>
                  <a:lnTo>
                    <a:pt x="7143847" y="595940"/>
                  </a:lnTo>
                  <a:lnTo>
                    <a:pt x="7168602" y="639581"/>
                  </a:lnTo>
                  <a:lnTo>
                    <a:pt x="7191518" y="684157"/>
                  </a:lnTo>
                  <a:lnTo>
                    <a:pt x="7212572" y="729610"/>
                  </a:lnTo>
                  <a:lnTo>
                    <a:pt x="7231737" y="775880"/>
                  </a:lnTo>
                  <a:lnTo>
                    <a:pt x="7248991" y="822908"/>
                  </a:lnTo>
                  <a:lnTo>
                    <a:pt x="7264307" y="870632"/>
                  </a:lnTo>
                  <a:lnTo>
                    <a:pt x="7277661" y="918995"/>
                  </a:lnTo>
                  <a:lnTo>
                    <a:pt x="7289028" y="967936"/>
                  </a:lnTo>
                  <a:lnTo>
                    <a:pt x="7298384" y="1017395"/>
                  </a:lnTo>
                  <a:lnTo>
                    <a:pt x="7305704" y="1067313"/>
                  </a:lnTo>
                  <a:lnTo>
                    <a:pt x="7310963" y="1117631"/>
                  </a:lnTo>
                  <a:lnTo>
                    <a:pt x="7314137" y="1168287"/>
                  </a:lnTo>
                  <a:lnTo>
                    <a:pt x="7315200" y="1219224"/>
                  </a:lnTo>
                  <a:lnTo>
                    <a:pt x="7315200" y="6095975"/>
                  </a:lnTo>
                  <a:lnTo>
                    <a:pt x="7314278" y="6143850"/>
                  </a:lnTo>
                  <a:lnTo>
                    <a:pt x="7311532" y="6191257"/>
                  </a:lnTo>
                  <a:lnTo>
                    <a:pt x="7306998" y="6238162"/>
                  </a:lnTo>
                  <a:lnTo>
                    <a:pt x="7300708" y="6284533"/>
                  </a:lnTo>
                  <a:lnTo>
                    <a:pt x="7292698" y="6330334"/>
                  </a:lnTo>
                  <a:lnTo>
                    <a:pt x="7283000" y="6375532"/>
                  </a:lnTo>
                  <a:lnTo>
                    <a:pt x="7271649" y="6420093"/>
                  </a:lnTo>
                  <a:lnTo>
                    <a:pt x="7258678" y="6463984"/>
                  </a:lnTo>
                  <a:lnTo>
                    <a:pt x="7244121" y="6507169"/>
                  </a:lnTo>
                  <a:lnTo>
                    <a:pt x="7228013" y="6549616"/>
                  </a:lnTo>
                  <a:lnTo>
                    <a:pt x="7210387" y="6591291"/>
                  </a:lnTo>
                  <a:lnTo>
                    <a:pt x="7191277" y="6632159"/>
                  </a:lnTo>
                  <a:lnTo>
                    <a:pt x="7170717" y="6672187"/>
                  </a:lnTo>
                  <a:lnTo>
                    <a:pt x="7148740" y="6711341"/>
                  </a:lnTo>
                  <a:lnTo>
                    <a:pt x="7125382" y="6749587"/>
                  </a:lnTo>
                  <a:lnTo>
                    <a:pt x="7100675" y="6786891"/>
                  </a:lnTo>
                  <a:lnTo>
                    <a:pt x="7074653" y="6823219"/>
                  </a:lnTo>
                  <a:lnTo>
                    <a:pt x="7047350" y="6858538"/>
                  </a:lnTo>
                  <a:lnTo>
                    <a:pt x="7018801" y="6892813"/>
                  </a:lnTo>
                  <a:lnTo>
                    <a:pt x="6989039" y="6926010"/>
                  </a:lnTo>
                  <a:lnTo>
                    <a:pt x="6958098" y="6958097"/>
                  </a:lnTo>
                  <a:lnTo>
                    <a:pt x="6926011" y="6989038"/>
                  </a:lnTo>
                  <a:lnTo>
                    <a:pt x="6892813" y="7018800"/>
                  </a:lnTo>
                  <a:lnTo>
                    <a:pt x="6858538" y="7047350"/>
                  </a:lnTo>
                  <a:lnTo>
                    <a:pt x="6823220" y="7074652"/>
                  </a:lnTo>
                  <a:lnTo>
                    <a:pt x="6786891" y="7100674"/>
                  </a:lnTo>
                  <a:lnTo>
                    <a:pt x="6749587" y="7125381"/>
                  </a:lnTo>
                  <a:lnTo>
                    <a:pt x="6711342" y="7148740"/>
                  </a:lnTo>
                  <a:lnTo>
                    <a:pt x="6672188" y="7170716"/>
                  </a:lnTo>
                  <a:lnTo>
                    <a:pt x="6632160" y="7191276"/>
                  </a:lnTo>
                  <a:lnTo>
                    <a:pt x="6591291" y="7210386"/>
                  </a:lnTo>
                  <a:lnTo>
                    <a:pt x="6549617" y="7228012"/>
                  </a:lnTo>
                  <a:lnTo>
                    <a:pt x="6507170" y="7244120"/>
                  </a:lnTo>
                  <a:lnTo>
                    <a:pt x="6463984" y="7258677"/>
                  </a:lnTo>
                  <a:lnTo>
                    <a:pt x="6420094" y="7271648"/>
                  </a:lnTo>
                  <a:lnTo>
                    <a:pt x="6375532" y="7282999"/>
                  </a:lnTo>
                  <a:lnTo>
                    <a:pt x="6330334" y="7292697"/>
                  </a:lnTo>
                  <a:lnTo>
                    <a:pt x="6284533" y="7300707"/>
                  </a:lnTo>
                  <a:lnTo>
                    <a:pt x="6238163" y="7306997"/>
                  </a:lnTo>
                  <a:lnTo>
                    <a:pt x="6191257" y="7311531"/>
                  </a:lnTo>
                  <a:lnTo>
                    <a:pt x="6143850" y="7314277"/>
                  </a:lnTo>
                  <a:lnTo>
                    <a:pt x="6095975" y="7315199"/>
                  </a:lnTo>
                  <a:lnTo>
                    <a:pt x="1219224" y="7315199"/>
                  </a:lnTo>
                  <a:lnTo>
                    <a:pt x="1171350" y="7314277"/>
                  </a:lnTo>
                  <a:lnTo>
                    <a:pt x="1123943" y="7311531"/>
                  </a:lnTo>
                  <a:lnTo>
                    <a:pt x="1077037" y="7306997"/>
                  </a:lnTo>
                  <a:lnTo>
                    <a:pt x="1030667" y="7300707"/>
                  </a:lnTo>
                  <a:lnTo>
                    <a:pt x="984866" y="7292697"/>
                  </a:lnTo>
                  <a:lnTo>
                    <a:pt x="939667" y="7282999"/>
                  </a:lnTo>
                  <a:lnTo>
                    <a:pt x="895106" y="7271648"/>
                  </a:lnTo>
                  <a:lnTo>
                    <a:pt x="851216" y="7258677"/>
                  </a:lnTo>
                  <a:lnTo>
                    <a:pt x="808030" y="7244120"/>
                  </a:lnTo>
                  <a:lnTo>
                    <a:pt x="765583" y="7228012"/>
                  </a:lnTo>
                  <a:lnTo>
                    <a:pt x="723909" y="7210386"/>
                  </a:lnTo>
                  <a:lnTo>
                    <a:pt x="683040" y="7191276"/>
                  </a:lnTo>
                  <a:lnTo>
                    <a:pt x="643012" y="7170716"/>
                  </a:lnTo>
                  <a:lnTo>
                    <a:pt x="603858" y="7148740"/>
                  </a:lnTo>
                  <a:lnTo>
                    <a:pt x="565612" y="7125381"/>
                  </a:lnTo>
                  <a:lnTo>
                    <a:pt x="528308" y="7100674"/>
                  </a:lnTo>
                  <a:lnTo>
                    <a:pt x="491980" y="7074652"/>
                  </a:lnTo>
                  <a:lnTo>
                    <a:pt x="456662" y="7047350"/>
                  </a:lnTo>
                  <a:lnTo>
                    <a:pt x="422386" y="7018800"/>
                  </a:lnTo>
                  <a:lnTo>
                    <a:pt x="389189" y="6989038"/>
                  </a:lnTo>
                  <a:lnTo>
                    <a:pt x="357102" y="6958097"/>
                  </a:lnTo>
                  <a:lnTo>
                    <a:pt x="326161" y="6926010"/>
                  </a:lnTo>
                  <a:lnTo>
                    <a:pt x="296399" y="6892813"/>
                  </a:lnTo>
                  <a:lnTo>
                    <a:pt x="267850" y="6858538"/>
                  </a:lnTo>
                  <a:lnTo>
                    <a:pt x="240547" y="6823219"/>
                  </a:lnTo>
                  <a:lnTo>
                    <a:pt x="214525" y="6786891"/>
                  </a:lnTo>
                  <a:lnTo>
                    <a:pt x="189818" y="6749587"/>
                  </a:lnTo>
                  <a:lnTo>
                    <a:pt x="166459" y="6711341"/>
                  </a:lnTo>
                  <a:lnTo>
                    <a:pt x="144483" y="6672187"/>
                  </a:lnTo>
                  <a:lnTo>
                    <a:pt x="123923" y="6632159"/>
                  </a:lnTo>
                  <a:lnTo>
                    <a:pt x="104813" y="6591291"/>
                  </a:lnTo>
                  <a:lnTo>
                    <a:pt x="87187" y="6549616"/>
                  </a:lnTo>
                  <a:lnTo>
                    <a:pt x="71079" y="6507169"/>
                  </a:lnTo>
                  <a:lnTo>
                    <a:pt x="56522" y="6463984"/>
                  </a:lnTo>
                  <a:lnTo>
                    <a:pt x="43551" y="6420093"/>
                  </a:lnTo>
                  <a:lnTo>
                    <a:pt x="32200" y="6375532"/>
                  </a:lnTo>
                  <a:lnTo>
                    <a:pt x="22502" y="6330334"/>
                  </a:lnTo>
                  <a:lnTo>
                    <a:pt x="14492" y="6284533"/>
                  </a:lnTo>
                  <a:lnTo>
                    <a:pt x="8202" y="6238162"/>
                  </a:lnTo>
                  <a:lnTo>
                    <a:pt x="3668" y="6191257"/>
                  </a:lnTo>
                  <a:lnTo>
                    <a:pt x="922" y="6143850"/>
                  </a:lnTo>
                  <a:lnTo>
                    <a:pt x="0" y="6095975"/>
                  </a:lnTo>
                  <a:lnTo>
                    <a:pt x="0" y="1219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83193" y="4758950"/>
            <a:ext cx="3100705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latin typeface="Tahoma"/>
                <a:cs typeface="Tahoma"/>
              </a:rPr>
              <a:t>40,000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80" dirty="0">
                <a:latin typeface="Tahoma"/>
                <a:cs typeface="Tahoma"/>
              </a:rPr>
              <a:t>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45" dirty="0">
                <a:latin typeface="Tahoma"/>
                <a:cs typeface="Tahoma"/>
              </a:rPr>
              <a:t>32-bit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5884" y="2209906"/>
            <a:ext cx="319786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5495" marR="5080" indent="-773430">
              <a:lnSpc>
                <a:spcPct val="100000"/>
              </a:lnSpc>
              <a:spcBef>
                <a:spcPts val="100"/>
              </a:spcBef>
            </a:pPr>
            <a:r>
              <a:rPr sz="4600" b="1" spc="-240" dirty="0">
                <a:latin typeface="Tahoma"/>
                <a:cs typeface="Tahoma"/>
              </a:rPr>
              <a:t>175B</a:t>
            </a:r>
            <a:r>
              <a:rPr sz="4600" b="1" spc="-459" dirty="0">
                <a:latin typeface="Tahoma"/>
                <a:cs typeface="Tahoma"/>
              </a:rPr>
              <a:t> </a:t>
            </a:r>
            <a:r>
              <a:rPr sz="4600" b="1" spc="-285" dirty="0">
                <a:latin typeface="Tahoma"/>
                <a:cs typeface="Tahoma"/>
              </a:rPr>
              <a:t>pa</a:t>
            </a:r>
            <a:r>
              <a:rPr sz="4600" b="1" spc="-270" dirty="0">
                <a:latin typeface="Tahoma"/>
                <a:cs typeface="Tahoma"/>
              </a:rPr>
              <a:t>r</a:t>
            </a:r>
            <a:r>
              <a:rPr sz="4600" b="1" spc="-305" dirty="0">
                <a:latin typeface="Tahoma"/>
                <a:cs typeface="Tahoma"/>
              </a:rPr>
              <a:t>am  </a:t>
            </a:r>
            <a:r>
              <a:rPr sz="4600" b="1" spc="-285" dirty="0">
                <a:latin typeface="Tahoma"/>
                <a:cs typeface="Tahoma"/>
              </a:rPr>
              <a:t>model</a:t>
            </a:r>
            <a:endParaRPr sz="4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33760" y="2209906"/>
            <a:ext cx="319786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5495" marR="5080" indent="-773430">
              <a:lnSpc>
                <a:spcPct val="100000"/>
              </a:lnSpc>
              <a:spcBef>
                <a:spcPts val="100"/>
              </a:spcBef>
            </a:pPr>
            <a:r>
              <a:rPr sz="4600" b="1" spc="-240" dirty="0">
                <a:latin typeface="Tahoma"/>
                <a:cs typeface="Tahoma"/>
              </a:rPr>
              <a:t>500B</a:t>
            </a:r>
            <a:r>
              <a:rPr sz="4600" b="1" spc="-459" dirty="0">
                <a:latin typeface="Tahoma"/>
                <a:cs typeface="Tahoma"/>
              </a:rPr>
              <a:t> </a:t>
            </a:r>
            <a:r>
              <a:rPr sz="4600" b="1" spc="-285" dirty="0">
                <a:latin typeface="Tahoma"/>
                <a:cs typeface="Tahoma"/>
              </a:rPr>
              <a:t>pa</a:t>
            </a:r>
            <a:r>
              <a:rPr sz="4600" b="1" spc="-270" dirty="0">
                <a:latin typeface="Tahoma"/>
                <a:cs typeface="Tahoma"/>
              </a:rPr>
              <a:t>r</a:t>
            </a:r>
            <a:r>
              <a:rPr sz="4600" b="1" spc="-305" dirty="0">
                <a:latin typeface="Tahoma"/>
                <a:cs typeface="Tahoma"/>
              </a:rPr>
              <a:t>am  </a:t>
            </a:r>
            <a:r>
              <a:rPr sz="4600" b="1" spc="-285" dirty="0">
                <a:latin typeface="Tahoma"/>
                <a:cs typeface="Tahoma"/>
              </a:rPr>
              <a:t>model</a:t>
            </a:r>
            <a:endParaRPr sz="4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38649" y="7848600"/>
            <a:ext cx="790575" cy="748665"/>
            <a:chOff x="938649" y="7848600"/>
            <a:chExt cx="790575" cy="748665"/>
          </a:xfrm>
        </p:grpSpPr>
        <p:sp>
          <p:nvSpPr>
            <p:cNvPr id="16" name="object 16"/>
            <p:cNvSpPr/>
            <p:nvPr/>
          </p:nvSpPr>
          <p:spPr>
            <a:xfrm>
              <a:off x="976749" y="7886700"/>
              <a:ext cx="462280" cy="434975"/>
            </a:xfrm>
            <a:custGeom>
              <a:avLst/>
              <a:gdLst/>
              <a:ahLst/>
              <a:cxnLst/>
              <a:rect l="l" t="t" r="r" b="b"/>
              <a:pathLst>
                <a:path w="462280" h="434975">
                  <a:moveTo>
                    <a:pt x="0" y="0"/>
                  </a:moveTo>
                  <a:lnTo>
                    <a:pt x="462059" y="434859"/>
                  </a:lnTo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52550" y="8229904"/>
              <a:ext cx="338455" cy="328930"/>
            </a:xfrm>
            <a:custGeom>
              <a:avLst/>
              <a:gdLst/>
              <a:ahLst/>
              <a:cxnLst/>
              <a:rect l="l" t="t" r="r" b="b"/>
              <a:pathLst>
                <a:path w="338455" h="328929">
                  <a:moveTo>
                    <a:pt x="338078" y="328649"/>
                  </a:moveTo>
                  <a:lnTo>
                    <a:pt x="0" y="183308"/>
                  </a:lnTo>
                  <a:lnTo>
                    <a:pt x="172518" y="0"/>
                  </a:lnTo>
                  <a:lnTo>
                    <a:pt x="338078" y="32864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52550" y="8229904"/>
              <a:ext cx="338455" cy="328930"/>
            </a:xfrm>
            <a:custGeom>
              <a:avLst/>
              <a:gdLst/>
              <a:ahLst/>
              <a:cxnLst/>
              <a:rect l="l" t="t" r="r" b="b"/>
              <a:pathLst>
                <a:path w="338455" h="328929">
                  <a:moveTo>
                    <a:pt x="0" y="183308"/>
                  </a:moveTo>
                  <a:lnTo>
                    <a:pt x="338078" y="328649"/>
                  </a:lnTo>
                  <a:lnTo>
                    <a:pt x="172518" y="0"/>
                  </a:lnTo>
                  <a:lnTo>
                    <a:pt x="0" y="183308"/>
                  </a:lnTo>
                  <a:close/>
                </a:path>
              </a:pathLst>
            </a:custGeom>
            <a:ln w="761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25" y="322726"/>
            <a:ext cx="124593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GPU</a:t>
            </a:r>
            <a:r>
              <a:rPr spc="-670" dirty="0"/>
              <a:t> </a:t>
            </a:r>
            <a:r>
              <a:rPr spc="470" dirty="0"/>
              <a:t>RAM</a:t>
            </a:r>
            <a:r>
              <a:rPr spc="-670" dirty="0"/>
              <a:t> </a:t>
            </a:r>
            <a:r>
              <a:rPr dirty="0"/>
              <a:t>needed</a:t>
            </a:r>
            <a:r>
              <a:rPr spc="-670" dirty="0"/>
              <a:t> </a:t>
            </a:r>
            <a:r>
              <a:rPr spc="140" dirty="0"/>
              <a:t>to</a:t>
            </a:r>
            <a:r>
              <a:rPr spc="-670" dirty="0"/>
              <a:t> </a:t>
            </a:r>
            <a:r>
              <a:rPr spc="215" dirty="0"/>
              <a:t>t</a:t>
            </a:r>
            <a:r>
              <a:rPr spc="130" dirty="0"/>
              <a:t>r</a:t>
            </a:r>
            <a:r>
              <a:rPr spc="10" dirty="0"/>
              <a:t>ain</a:t>
            </a:r>
            <a:r>
              <a:rPr spc="-670" dirty="0"/>
              <a:t> </a:t>
            </a:r>
            <a:r>
              <a:rPr spc="45" dirty="0"/>
              <a:t>larger</a:t>
            </a:r>
            <a:r>
              <a:rPr spc="-670" dirty="0"/>
              <a:t> </a:t>
            </a:r>
            <a:r>
              <a:rPr spc="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515" y="7239106"/>
            <a:ext cx="252031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6405" marR="5080" indent="-434340">
              <a:lnSpc>
                <a:spcPct val="100000"/>
              </a:lnSpc>
              <a:spcBef>
                <a:spcPts val="100"/>
              </a:spcBef>
            </a:pPr>
            <a:r>
              <a:rPr sz="4600" b="1" spc="-210" dirty="0">
                <a:latin typeface="Tahoma"/>
                <a:cs typeface="Tahoma"/>
              </a:rPr>
              <a:t>1B</a:t>
            </a:r>
            <a:r>
              <a:rPr sz="4600" b="1" spc="-459" dirty="0">
                <a:latin typeface="Tahoma"/>
                <a:cs typeface="Tahoma"/>
              </a:rPr>
              <a:t> </a:t>
            </a:r>
            <a:r>
              <a:rPr sz="4600" b="1" spc="-285" dirty="0">
                <a:latin typeface="Tahoma"/>
                <a:cs typeface="Tahoma"/>
              </a:rPr>
              <a:t>pa</a:t>
            </a:r>
            <a:r>
              <a:rPr sz="4600" b="1" spc="-270" dirty="0">
                <a:latin typeface="Tahoma"/>
                <a:cs typeface="Tahoma"/>
              </a:rPr>
              <a:t>r</a:t>
            </a:r>
            <a:r>
              <a:rPr sz="4600" b="1" spc="-305" dirty="0">
                <a:latin typeface="Tahoma"/>
                <a:cs typeface="Tahoma"/>
              </a:rPr>
              <a:t>am  </a:t>
            </a:r>
            <a:r>
              <a:rPr sz="4600" b="1" spc="-285" dirty="0">
                <a:latin typeface="Tahoma"/>
                <a:cs typeface="Tahoma"/>
              </a:rPr>
              <a:t>model</a:t>
            </a:r>
            <a:endParaRPr sz="4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9385" y="8775837"/>
            <a:ext cx="101024" cy="1010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606160" y="4478337"/>
            <a:ext cx="4398645" cy="4398645"/>
            <a:chOff x="4606160" y="4478337"/>
            <a:chExt cx="4398645" cy="4398645"/>
          </a:xfrm>
        </p:grpSpPr>
        <p:sp>
          <p:nvSpPr>
            <p:cNvPr id="6" name="object 6"/>
            <p:cNvSpPr/>
            <p:nvPr/>
          </p:nvSpPr>
          <p:spPr>
            <a:xfrm>
              <a:off x="4610922" y="4483099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3657485" y="4388999"/>
                  </a:moveTo>
                  <a:lnTo>
                    <a:pt x="731514" y="4388999"/>
                  </a:lnTo>
                  <a:lnTo>
                    <a:pt x="683417" y="4387443"/>
                  </a:lnTo>
                  <a:lnTo>
                    <a:pt x="636150" y="4382840"/>
                  </a:lnTo>
                  <a:lnTo>
                    <a:pt x="589811" y="4375285"/>
                  </a:lnTo>
                  <a:lnTo>
                    <a:pt x="544495" y="4364875"/>
                  </a:lnTo>
                  <a:lnTo>
                    <a:pt x="500299" y="4351706"/>
                  </a:lnTo>
                  <a:lnTo>
                    <a:pt x="457319" y="4335876"/>
                  </a:lnTo>
                  <a:lnTo>
                    <a:pt x="415652" y="4317479"/>
                  </a:lnTo>
                  <a:lnTo>
                    <a:pt x="375394" y="4296614"/>
                  </a:lnTo>
                  <a:lnTo>
                    <a:pt x="336642" y="4273375"/>
                  </a:lnTo>
                  <a:lnTo>
                    <a:pt x="299491" y="4247860"/>
                  </a:lnTo>
                  <a:lnTo>
                    <a:pt x="264039" y="4220164"/>
                  </a:lnTo>
                  <a:lnTo>
                    <a:pt x="230381" y="4190385"/>
                  </a:lnTo>
                  <a:lnTo>
                    <a:pt x="198614" y="4158618"/>
                  </a:lnTo>
                  <a:lnTo>
                    <a:pt x="168835" y="4124960"/>
                  </a:lnTo>
                  <a:lnTo>
                    <a:pt x="141139" y="4089508"/>
                  </a:lnTo>
                  <a:lnTo>
                    <a:pt x="115624" y="4052357"/>
                  </a:lnTo>
                  <a:lnTo>
                    <a:pt x="92385" y="4013605"/>
                  </a:lnTo>
                  <a:lnTo>
                    <a:pt x="71520" y="3973347"/>
                  </a:lnTo>
                  <a:lnTo>
                    <a:pt x="53123" y="3931680"/>
                  </a:lnTo>
                  <a:lnTo>
                    <a:pt x="37293" y="3888700"/>
                  </a:lnTo>
                  <a:lnTo>
                    <a:pt x="24124" y="3844504"/>
                  </a:lnTo>
                  <a:lnTo>
                    <a:pt x="13714" y="3799188"/>
                  </a:lnTo>
                  <a:lnTo>
                    <a:pt x="6159" y="3752848"/>
                  </a:lnTo>
                  <a:lnTo>
                    <a:pt x="1555" y="3705582"/>
                  </a:lnTo>
                  <a:lnTo>
                    <a:pt x="0" y="3657484"/>
                  </a:lnTo>
                  <a:lnTo>
                    <a:pt x="0" y="731514"/>
                  </a:lnTo>
                  <a:lnTo>
                    <a:pt x="1555" y="683417"/>
                  </a:lnTo>
                  <a:lnTo>
                    <a:pt x="6159" y="636150"/>
                  </a:lnTo>
                  <a:lnTo>
                    <a:pt x="13714" y="589811"/>
                  </a:lnTo>
                  <a:lnTo>
                    <a:pt x="24124" y="544495"/>
                  </a:lnTo>
                  <a:lnTo>
                    <a:pt x="37293" y="500299"/>
                  </a:lnTo>
                  <a:lnTo>
                    <a:pt x="53123" y="457319"/>
                  </a:lnTo>
                  <a:lnTo>
                    <a:pt x="71520" y="415652"/>
                  </a:lnTo>
                  <a:lnTo>
                    <a:pt x="92385" y="375394"/>
                  </a:lnTo>
                  <a:lnTo>
                    <a:pt x="115624" y="336642"/>
                  </a:lnTo>
                  <a:lnTo>
                    <a:pt x="141139" y="299491"/>
                  </a:lnTo>
                  <a:lnTo>
                    <a:pt x="168835" y="264039"/>
                  </a:lnTo>
                  <a:lnTo>
                    <a:pt x="198614" y="230381"/>
                  </a:lnTo>
                  <a:lnTo>
                    <a:pt x="230381" y="198614"/>
                  </a:lnTo>
                  <a:lnTo>
                    <a:pt x="264039" y="168835"/>
                  </a:lnTo>
                  <a:lnTo>
                    <a:pt x="299491" y="141139"/>
                  </a:lnTo>
                  <a:lnTo>
                    <a:pt x="336642" y="115624"/>
                  </a:lnTo>
                  <a:lnTo>
                    <a:pt x="375394" y="92385"/>
                  </a:lnTo>
                  <a:lnTo>
                    <a:pt x="415652" y="71520"/>
                  </a:lnTo>
                  <a:lnTo>
                    <a:pt x="457319" y="53123"/>
                  </a:lnTo>
                  <a:lnTo>
                    <a:pt x="500299" y="37293"/>
                  </a:lnTo>
                  <a:lnTo>
                    <a:pt x="544495" y="24124"/>
                  </a:lnTo>
                  <a:lnTo>
                    <a:pt x="589811" y="13714"/>
                  </a:lnTo>
                  <a:lnTo>
                    <a:pt x="636150" y="6159"/>
                  </a:lnTo>
                  <a:lnTo>
                    <a:pt x="683417" y="1555"/>
                  </a:lnTo>
                  <a:lnTo>
                    <a:pt x="731514" y="0"/>
                  </a:lnTo>
                  <a:lnTo>
                    <a:pt x="3657485" y="0"/>
                  </a:lnTo>
                  <a:lnTo>
                    <a:pt x="3705798" y="1595"/>
                  </a:lnTo>
                  <a:lnTo>
                    <a:pt x="3753638" y="6344"/>
                  </a:lnTo>
                  <a:lnTo>
                    <a:pt x="3800863" y="14185"/>
                  </a:lnTo>
                  <a:lnTo>
                    <a:pt x="3847330" y="25062"/>
                  </a:lnTo>
                  <a:lnTo>
                    <a:pt x="3892897" y="38914"/>
                  </a:lnTo>
                  <a:lnTo>
                    <a:pt x="3937423" y="55683"/>
                  </a:lnTo>
                  <a:lnTo>
                    <a:pt x="3980765" y="75310"/>
                  </a:lnTo>
                  <a:lnTo>
                    <a:pt x="4022781" y="97736"/>
                  </a:lnTo>
                  <a:lnTo>
                    <a:pt x="4063329" y="122903"/>
                  </a:lnTo>
                  <a:lnTo>
                    <a:pt x="4102267" y="150751"/>
                  </a:lnTo>
                  <a:lnTo>
                    <a:pt x="4139453" y="181221"/>
                  </a:lnTo>
                  <a:lnTo>
                    <a:pt x="4174744" y="214255"/>
                  </a:lnTo>
                  <a:lnTo>
                    <a:pt x="4207778" y="249546"/>
                  </a:lnTo>
                  <a:lnTo>
                    <a:pt x="4238249" y="286732"/>
                  </a:lnTo>
                  <a:lnTo>
                    <a:pt x="4266096" y="325670"/>
                  </a:lnTo>
                  <a:lnTo>
                    <a:pt x="4291263" y="366218"/>
                  </a:lnTo>
                  <a:lnTo>
                    <a:pt x="4313689" y="408234"/>
                  </a:lnTo>
                  <a:lnTo>
                    <a:pt x="4333316" y="451576"/>
                  </a:lnTo>
                  <a:lnTo>
                    <a:pt x="4350085" y="496102"/>
                  </a:lnTo>
                  <a:lnTo>
                    <a:pt x="4363937" y="541669"/>
                  </a:lnTo>
                  <a:lnTo>
                    <a:pt x="4374813" y="588136"/>
                  </a:lnTo>
                  <a:lnTo>
                    <a:pt x="4382655" y="635361"/>
                  </a:lnTo>
                  <a:lnTo>
                    <a:pt x="4387403" y="683201"/>
                  </a:lnTo>
                  <a:lnTo>
                    <a:pt x="4388999" y="731514"/>
                  </a:lnTo>
                  <a:lnTo>
                    <a:pt x="4388999" y="3657484"/>
                  </a:lnTo>
                  <a:lnTo>
                    <a:pt x="4387443" y="3705582"/>
                  </a:lnTo>
                  <a:lnTo>
                    <a:pt x="4382839" y="3752848"/>
                  </a:lnTo>
                  <a:lnTo>
                    <a:pt x="4375284" y="3799188"/>
                  </a:lnTo>
                  <a:lnTo>
                    <a:pt x="4364874" y="3844504"/>
                  </a:lnTo>
                  <a:lnTo>
                    <a:pt x="4351706" y="3888700"/>
                  </a:lnTo>
                  <a:lnTo>
                    <a:pt x="4335875" y="3931680"/>
                  </a:lnTo>
                  <a:lnTo>
                    <a:pt x="4317479" y="3973347"/>
                  </a:lnTo>
                  <a:lnTo>
                    <a:pt x="4296613" y="4013605"/>
                  </a:lnTo>
                  <a:lnTo>
                    <a:pt x="4273374" y="4052357"/>
                  </a:lnTo>
                  <a:lnTo>
                    <a:pt x="4247859" y="4089508"/>
                  </a:lnTo>
                  <a:lnTo>
                    <a:pt x="4220164" y="4124960"/>
                  </a:lnTo>
                  <a:lnTo>
                    <a:pt x="4190384" y="4158618"/>
                  </a:lnTo>
                  <a:lnTo>
                    <a:pt x="4158618" y="4190385"/>
                  </a:lnTo>
                  <a:lnTo>
                    <a:pt x="4124960" y="4220164"/>
                  </a:lnTo>
                  <a:lnTo>
                    <a:pt x="4089508" y="4247860"/>
                  </a:lnTo>
                  <a:lnTo>
                    <a:pt x="4052357" y="4273375"/>
                  </a:lnTo>
                  <a:lnTo>
                    <a:pt x="4013605" y="4296614"/>
                  </a:lnTo>
                  <a:lnTo>
                    <a:pt x="3973347" y="4317479"/>
                  </a:lnTo>
                  <a:lnTo>
                    <a:pt x="3931680" y="4335876"/>
                  </a:lnTo>
                  <a:lnTo>
                    <a:pt x="3888700" y="4351706"/>
                  </a:lnTo>
                  <a:lnTo>
                    <a:pt x="3844504" y="4364875"/>
                  </a:lnTo>
                  <a:lnTo>
                    <a:pt x="3799188" y="4375285"/>
                  </a:lnTo>
                  <a:lnTo>
                    <a:pt x="3752849" y="4382840"/>
                  </a:lnTo>
                  <a:lnTo>
                    <a:pt x="3705582" y="4387443"/>
                  </a:lnTo>
                  <a:lnTo>
                    <a:pt x="3657485" y="43889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0922" y="4483100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0" y="731514"/>
                  </a:moveTo>
                  <a:lnTo>
                    <a:pt x="1555" y="683417"/>
                  </a:lnTo>
                  <a:lnTo>
                    <a:pt x="6159" y="636150"/>
                  </a:lnTo>
                  <a:lnTo>
                    <a:pt x="13714" y="589811"/>
                  </a:lnTo>
                  <a:lnTo>
                    <a:pt x="24124" y="544495"/>
                  </a:lnTo>
                  <a:lnTo>
                    <a:pt x="37293" y="500299"/>
                  </a:lnTo>
                  <a:lnTo>
                    <a:pt x="53123" y="457319"/>
                  </a:lnTo>
                  <a:lnTo>
                    <a:pt x="71520" y="415652"/>
                  </a:lnTo>
                  <a:lnTo>
                    <a:pt x="92385" y="375394"/>
                  </a:lnTo>
                  <a:lnTo>
                    <a:pt x="115624" y="336642"/>
                  </a:lnTo>
                  <a:lnTo>
                    <a:pt x="141139" y="299491"/>
                  </a:lnTo>
                  <a:lnTo>
                    <a:pt x="168835" y="264039"/>
                  </a:lnTo>
                  <a:lnTo>
                    <a:pt x="198614" y="230381"/>
                  </a:lnTo>
                  <a:lnTo>
                    <a:pt x="230381" y="198614"/>
                  </a:lnTo>
                  <a:lnTo>
                    <a:pt x="264039" y="168835"/>
                  </a:lnTo>
                  <a:lnTo>
                    <a:pt x="299491" y="141139"/>
                  </a:lnTo>
                  <a:lnTo>
                    <a:pt x="336642" y="115624"/>
                  </a:lnTo>
                  <a:lnTo>
                    <a:pt x="375394" y="92385"/>
                  </a:lnTo>
                  <a:lnTo>
                    <a:pt x="415652" y="71520"/>
                  </a:lnTo>
                  <a:lnTo>
                    <a:pt x="457319" y="53123"/>
                  </a:lnTo>
                  <a:lnTo>
                    <a:pt x="500299" y="37293"/>
                  </a:lnTo>
                  <a:lnTo>
                    <a:pt x="544495" y="24124"/>
                  </a:lnTo>
                  <a:lnTo>
                    <a:pt x="589811" y="13714"/>
                  </a:lnTo>
                  <a:lnTo>
                    <a:pt x="636150" y="6159"/>
                  </a:lnTo>
                  <a:lnTo>
                    <a:pt x="683417" y="1555"/>
                  </a:lnTo>
                  <a:lnTo>
                    <a:pt x="731514" y="0"/>
                  </a:lnTo>
                  <a:lnTo>
                    <a:pt x="3657485" y="0"/>
                  </a:lnTo>
                  <a:lnTo>
                    <a:pt x="3705798" y="1595"/>
                  </a:lnTo>
                  <a:lnTo>
                    <a:pt x="3753638" y="6344"/>
                  </a:lnTo>
                  <a:lnTo>
                    <a:pt x="3800863" y="14185"/>
                  </a:lnTo>
                  <a:lnTo>
                    <a:pt x="3847330" y="25062"/>
                  </a:lnTo>
                  <a:lnTo>
                    <a:pt x="3892897" y="38914"/>
                  </a:lnTo>
                  <a:lnTo>
                    <a:pt x="3937423" y="55683"/>
                  </a:lnTo>
                  <a:lnTo>
                    <a:pt x="3980765" y="75310"/>
                  </a:lnTo>
                  <a:lnTo>
                    <a:pt x="4022781" y="97736"/>
                  </a:lnTo>
                  <a:lnTo>
                    <a:pt x="4063329" y="122903"/>
                  </a:lnTo>
                  <a:lnTo>
                    <a:pt x="4102267" y="150751"/>
                  </a:lnTo>
                  <a:lnTo>
                    <a:pt x="4139453" y="181221"/>
                  </a:lnTo>
                  <a:lnTo>
                    <a:pt x="4174744" y="214255"/>
                  </a:lnTo>
                  <a:lnTo>
                    <a:pt x="4207778" y="249546"/>
                  </a:lnTo>
                  <a:lnTo>
                    <a:pt x="4238249" y="286732"/>
                  </a:lnTo>
                  <a:lnTo>
                    <a:pt x="4266096" y="325670"/>
                  </a:lnTo>
                  <a:lnTo>
                    <a:pt x="4291263" y="366218"/>
                  </a:lnTo>
                  <a:lnTo>
                    <a:pt x="4313689" y="408234"/>
                  </a:lnTo>
                  <a:lnTo>
                    <a:pt x="4333316" y="451576"/>
                  </a:lnTo>
                  <a:lnTo>
                    <a:pt x="4350085" y="496102"/>
                  </a:lnTo>
                  <a:lnTo>
                    <a:pt x="4363937" y="541669"/>
                  </a:lnTo>
                  <a:lnTo>
                    <a:pt x="4374813" y="588136"/>
                  </a:lnTo>
                  <a:lnTo>
                    <a:pt x="4382655" y="635361"/>
                  </a:lnTo>
                  <a:lnTo>
                    <a:pt x="4387403" y="683201"/>
                  </a:lnTo>
                  <a:lnTo>
                    <a:pt x="4388999" y="731514"/>
                  </a:lnTo>
                  <a:lnTo>
                    <a:pt x="4388999" y="3657484"/>
                  </a:lnTo>
                  <a:lnTo>
                    <a:pt x="4387443" y="3705582"/>
                  </a:lnTo>
                  <a:lnTo>
                    <a:pt x="4382839" y="3752848"/>
                  </a:lnTo>
                  <a:lnTo>
                    <a:pt x="4375284" y="3799188"/>
                  </a:lnTo>
                  <a:lnTo>
                    <a:pt x="4364874" y="3844504"/>
                  </a:lnTo>
                  <a:lnTo>
                    <a:pt x="4351706" y="3888700"/>
                  </a:lnTo>
                  <a:lnTo>
                    <a:pt x="4335875" y="3931680"/>
                  </a:lnTo>
                  <a:lnTo>
                    <a:pt x="4317479" y="3973347"/>
                  </a:lnTo>
                  <a:lnTo>
                    <a:pt x="4296613" y="4013605"/>
                  </a:lnTo>
                  <a:lnTo>
                    <a:pt x="4273374" y="4052357"/>
                  </a:lnTo>
                  <a:lnTo>
                    <a:pt x="4247859" y="4089508"/>
                  </a:lnTo>
                  <a:lnTo>
                    <a:pt x="4220164" y="4124960"/>
                  </a:lnTo>
                  <a:lnTo>
                    <a:pt x="4190384" y="4158618"/>
                  </a:lnTo>
                  <a:lnTo>
                    <a:pt x="4158618" y="4190385"/>
                  </a:lnTo>
                  <a:lnTo>
                    <a:pt x="4124960" y="4220164"/>
                  </a:lnTo>
                  <a:lnTo>
                    <a:pt x="4089508" y="4247860"/>
                  </a:lnTo>
                  <a:lnTo>
                    <a:pt x="4052357" y="4273375"/>
                  </a:lnTo>
                  <a:lnTo>
                    <a:pt x="4013605" y="4296614"/>
                  </a:lnTo>
                  <a:lnTo>
                    <a:pt x="3973347" y="4317479"/>
                  </a:lnTo>
                  <a:lnTo>
                    <a:pt x="3931680" y="4335876"/>
                  </a:lnTo>
                  <a:lnTo>
                    <a:pt x="3888700" y="4351706"/>
                  </a:lnTo>
                  <a:lnTo>
                    <a:pt x="3844504" y="4364875"/>
                  </a:lnTo>
                  <a:lnTo>
                    <a:pt x="3799188" y="4375285"/>
                  </a:lnTo>
                  <a:lnTo>
                    <a:pt x="3752849" y="4382840"/>
                  </a:lnTo>
                  <a:lnTo>
                    <a:pt x="3705582" y="4387444"/>
                  </a:lnTo>
                  <a:lnTo>
                    <a:pt x="3657485" y="4388999"/>
                  </a:lnTo>
                  <a:lnTo>
                    <a:pt x="731514" y="4388999"/>
                  </a:lnTo>
                  <a:lnTo>
                    <a:pt x="683417" y="4387444"/>
                  </a:lnTo>
                  <a:lnTo>
                    <a:pt x="636150" y="4382840"/>
                  </a:lnTo>
                  <a:lnTo>
                    <a:pt x="589811" y="4375285"/>
                  </a:lnTo>
                  <a:lnTo>
                    <a:pt x="544495" y="4364875"/>
                  </a:lnTo>
                  <a:lnTo>
                    <a:pt x="500299" y="4351706"/>
                  </a:lnTo>
                  <a:lnTo>
                    <a:pt x="457319" y="4335876"/>
                  </a:lnTo>
                  <a:lnTo>
                    <a:pt x="415652" y="4317479"/>
                  </a:lnTo>
                  <a:lnTo>
                    <a:pt x="375394" y="4296614"/>
                  </a:lnTo>
                  <a:lnTo>
                    <a:pt x="336642" y="4273375"/>
                  </a:lnTo>
                  <a:lnTo>
                    <a:pt x="299491" y="4247860"/>
                  </a:lnTo>
                  <a:lnTo>
                    <a:pt x="264039" y="4220164"/>
                  </a:lnTo>
                  <a:lnTo>
                    <a:pt x="230381" y="4190385"/>
                  </a:lnTo>
                  <a:lnTo>
                    <a:pt x="198614" y="4158618"/>
                  </a:lnTo>
                  <a:lnTo>
                    <a:pt x="168835" y="4124960"/>
                  </a:lnTo>
                  <a:lnTo>
                    <a:pt x="141139" y="4089508"/>
                  </a:lnTo>
                  <a:lnTo>
                    <a:pt x="115624" y="4052357"/>
                  </a:lnTo>
                  <a:lnTo>
                    <a:pt x="92385" y="4013605"/>
                  </a:lnTo>
                  <a:lnTo>
                    <a:pt x="71520" y="3973347"/>
                  </a:lnTo>
                  <a:lnTo>
                    <a:pt x="53123" y="3931680"/>
                  </a:lnTo>
                  <a:lnTo>
                    <a:pt x="37293" y="3888700"/>
                  </a:lnTo>
                  <a:lnTo>
                    <a:pt x="24124" y="3844504"/>
                  </a:lnTo>
                  <a:lnTo>
                    <a:pt x="13714" y="3799188"/>
                  </a:lnTo>
                  <a:lnTo>
                    <a:pt x="6159" y="3752848"/>
                  </a:lnTo>
                  <a:lnTo>
                    <a:pt x="1555" y="3705582"/>
                  </a:lnTo>
                  <a:lnTo>
                    <a:pt x="0" y="3657484"/>
                  </a:lnTo>
                  <a:lnTo>
                    <a:pt x="0" y="7315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05884" y="6222051"/>
            <a:ext cx="3197860" cy="236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latin typeface="Tahoma"/>
                <a:cs typeface="Tahoma"/>
              </a:rPr>
              <a:t>14,000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80" dirty="0">
                <a:latin typeface="Tahoma"/>
                <a:cs typeface="Tahoma"/>
              </a:rPr>
              <a:t>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45" dirty="0">
                <a:latin typeface="Tahoma"/>
                <a:cs typeface="Tahoma"/>
              </a:rPr>
              <a:t>32-bit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  <a:spcBef>
                <a:spcPts val="670"/>
              </a:spcBef>
            </a:pPr>
            <a:r>
              <a:rPr sz="4600" b="1" spc="-240" dirty="0">
                <a:latin typeface="Tahoma"/>
                <a:cs typeface="Tahoma"/>
              </a:rPr>
              <a:t>175B</a:t>
            </a:r>
            <a:r>
              <a:rPr sz="4600" b="1" spc="-459" dirty="0">
                <a:latin typeface="Tahoma"/>
                <a:cs typeface="Tahoma"/>
              </a:rPr>
              <a:t> </a:t>
            </a:r>
            <a:r>
              <a:rPr sz="4600" b="1" spc="-285" dirty="0">
                <a:latin typeface="Tahoma"/>
                <a:cs typeface="Tahoma"/>
              </a:rPr>
              <a:t>pa</a:t>
            </a:r>
            <a:r>
              <a:rPr sz="4600" b="1" spc="-270" dirty="0">
                <a:latin typeface="Tahoma"/>
                <a:cs typeface="Tahoma"/>
              </a:rPr>
              <a:t>r</a:t>
            </a:r>
            <a:r>
              <a:rPr sz="4600" b="1" spc="-305" dirty="0">
                <a:latin typeface="Tahoma"/>
                <a:cs typeface="Tahoma"/>
              </a:rPr>
              <a:t>am  </a:t>
            </a:r>
            <a:r>
              <a:rPr sz="4600" b="1" spc="-285" dirty="0">
                <a:latin typeface="Tahoma"/>
                <a:cs typeface="Tahoma"/>
              </a:rPr>
              <a:t>model</a:t>
            </a:r>
            <a:endParaRPr sz="4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270935" y="1552137"/>
            <a:ext cx="7324725" cy="7324725"/>
            <a:chOff x="10270935" y="1552137"/>
            <a:chExt cx="7324725" cy="7324725"/>
          </a:xfrm>
        </p:grpSpPr>
        <p:sp>
          <p:nvSpPr>
            <p:cNvPr id="10" name="object 10"/>
            <p:cNvSpPr/>
            <p:nvPr/>
          </p:nvSpPr>
          <p:spPr>
            <a:xfrm>
              <a:off x="10275697" y="155690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6095975" y="7315199"/>
                  </a:moveTo>
                  <a:lnTo>
                    <a:pt x="1219224" y="7315199"/>
                  </a:lnTo>
                  <a:lnTo>
                    <a:pt x="1171350" y="7314277"/>
                  </a:lnTo>
                  <a:lnTo>
                    <a:pt x="1123943" y="7311531"/>
                  </a:lnTo>
                  <a:lnTo>
                    <a:pt x="1077037" y="7306997"/>
                  </a:lnTo>
                  <a:lnTo>
                    <a:pt x="1030667" y="7300707"/>
                  </a:lnTo>
                  <a:lnTo>
                    <a:pt x="984866" y="7292697"/>
                  </a:lnTo>
                  <a:lnTo>
                    <a:pt x="939667" y="7282999"/>
                  </a:lnTo>
                  <a:lnTo>
                    <a:pt x="895106" y="7271648"/>
                  </a:lnTo>
                  <a:lnTo>
                    <a:pt x="851216" y="7258677"/>
                  </a:lnTo>
                  <a:lnTo>
                    <a:pt x="808030" y="7244120"/>
                  </a:lnTo>
                  <a:lnTo>
                    <a:pt x="765583" y="7228012"/>
                  </a:lnTo>
                  <a:lnTo>
                    <a:pt x="723909" y="7210386"/>
                  </a:lnTo>
                  <a:lnTo>
                    <a:pt x="683040" y="7191276"/>
                  </a:lnTo>
                  <a:lnTo>
                    <a:pt x="643012" y="7170716"/>
                  </a:lnTo>
                  <a:lnTo>
                    <a:pt x="603858" y="7148740"/>
                  </a:lnTo>
                  <a:lnTo>
                    <a:pt x="565612" y="7125381"/>
                  </a:lnTo>
                  <a:lnTo>
                    <a:pt x="528308" y="7100674"/>
                  </a:lnTo>
                  <a:lnTo>
                    <a:pt x="491980" y="7074652"/>
                  </a:lnTo>
                  <a:lnTo>
                    <a:pt x="456662" y="7047350"/>
                  </a:lnTo>
                  <a:lnTo>
                    <a:pt x="422386" y="7018800"/>
                  </a:lnTo>
                  <a:lnTo>
                    <a:pt x="389189" y="6989038"/>
                  </a:lnTo>
                  <a:lnTo>
                    <a:pt x="357102" y="6958097"/>
                  </a:lnTo>
                  <a:lnTo>
                    <a:pt x="326161" y="6926010"/>
                  </a:lnTo>
                  <a:lnTo>
                    <a:pt x="296399" y="6892813"/>
                  </a:lnTo>
                  <a:lnTo>
                    <a:pt x="267850" y="6858538"/>
                  </a:lnTo>
                  <a:lnTo>
                    <a:pt x="240547" y="6823219"/>
                  </a:lnTo>
                  <a:lnTo>
                    <a:pt x="214525" y="6786891"/>
                  </a:lnTo>
                  <a:lnTo>
                    <a:pt x="189818" y="6749587"/>
                  </a:lnTo>
                  <a:lnTo>
                    <a:pt x="166459" y="6711341"/>
                  </a:lnTo>
                  <a:lnTo>
                    <a:pt x="144483" y="6672187"/>
                  </a:lnTo>
                  <a:lnTo>
                    <a:pt x="123923" y="6632159"/>
                  </a:lnTo>
                  <a:lnTo>
                    <a:pt x="104813" y="6591291"/>
                  </a:lnTo>
                  <a:lnTo>
                    <a:pt x="87187" y="6549616"/>
                  </a:lnTo>
                  <a:lnTo>
                    <a:pt x="71079" y="6507169"/>
                  </a:lnTo>
                  <a:lnTo>
                    <a:pt x="56522" y="6463984"/>
                  </a:lnTo>
                  <a:lnTo>
                    <a:pt x="43551" y="6420093"/>
                  </a:lnTo>
                  <a:lnTo>
                    <a:pt x="32200" y="6375532"/>
                  </a:lnTo>
                  <a:lnTo>
                    <a:pt x="22502" y="6330334"/>
                  </a:lnTo>
                  <a:lnTo>
                    <a:pt x="14492" y="6284533"/>
                  </a:lnTo>
                  <a:lnTo>
                    <a:pt x="8202" y="6238162"/>
                  </a:lnTo>
                  <a:lnTo>
                    <a:pt x="3668" y="6191257"/>
                  </a:lnTo>
                  <a:lnTo>
                    <a:pt x="922" y="6143850"/>
                  </a:lnTo>
                  <a:lnTo>
                    <a:pt x="0" y="6095975"/>
                  </a:lnTo>
                  <a:lnTo>
                    <a:pt x="0" y="1219224"/>
                  </a:lnTo>
                  <a:lnTo>
                    <a:pt x="922" y="1171349"/>
                  </a:lnTo>
                  <a:lnTo>
                    <a:pt x="3668" y="1123942"/>
                  </a:lnTo>
                  <a:lnTo>
                    <a:pt x="8202" y="1077037"/>
                  </a:lnTo>
                  <a:lnTo>
                    <a:pt x="14492" y="1030666"/>
                  </a:lnTo>
                  <a:lnTo>
                    <a:pt x="22502" y="984865"/>
                  </a:lnTo>
                  <a:lnTo>
                    <a:pt x="32200" y="939667"/>
                  </a:lnTo>
                  <a:lnTo>
                    <a:pt x="43551" y="895106"/>
                  </a:lnTo>
                  <a:lnTo>
                    <a:pt x="56522" y="851216"/>
                  </a:lnTo>
                  <a:lnTo>
                    <a:pt x="71079" y="808030"/>
                  </a:lnTo>
                  <a:lnTo>
                    <a:pt x="87187" y="765583"/>
                  </a:lnTo>
                  <a:lnTo>
                    <a:pt x="104813" y="723908"/>
                  </a:lnTo>
                  <a:lnTo>
                    <a:pt x="123923" y="683040"/>
                  </a:lnTo>
                  <a:lnTo>
                    <a:pt x="144483" y="643012"/>
                  </a:lnTo>
                  <a:lnTo>
                    <a:pt x="166459" y="603858"/>
                  </a:lnTo>
                  <a:lnTo>
                    <a:pt x="189818" y="565612"/>
                  </a:lnTo>
                  <a:lnTo>
                    <a:pt x="214525" y="528308"/>
                  </a:lnTo>
                  <a:lnTo>
                    <a:pt x="240547" y="491980"/>
                  </a:lnTo>
                  <a:lnTo>
                    <a:pt x="267850" y="456661"/>
                  </a:lnTo>
                  <a:lnTo>
                    <a:pt x="296399" y="422386"/>
                  </a:lnTo>
                  <a:lnTo>
                    <a:pt x="326161" y="389189"/>
                  </a:lnTo>
                  <a:lnTo>
                    <a:pt x="357102" y="357102"/>
                  </a:lnTo>
                  <a:lnTo>
                    <a:pt x="389189" y="326161"/>
                  </a:lnTo>
                  <a:lnTo>
                    <a:pt x="422386" y="296399"/>
                  </a:lnTo>
                  <a:lnTo>
                    <a:pt x="456662" y="267849"/>
                  </a:lnTo>
                  <a:lnTo>
                    <a:pt x="491980" y="240547"/>
                  </a:lnTo>
                  <a:lnTo>
                    <a:pt x="528308" y="214525"/>
                  </a:lnTo>
                  <a:lnTo>
                    <a:pt x="565612" y="189818"/>
                  </a:lnTo>
                  <a:lnTo>
                    <a:pt x="603858" y="166459"/>
                  </a:lnTo>
                  <a:lnTo>
                    <a:pt x="643012" y="144483"/>
                  </a:lnTo>
                  <a:lnTo>
                    <a:pt x="683040" y="123923"/>
                  </a:lnTo>
                  <a:lnTo>
                    <a:pt x="723909" y="104813"/>
                  </a:lnTo>
                  <a:lnTo>
                    <a:pt x="765583" y="87187"/>
                  </a:lnTo>
                  <a:lnTo>
                    <a:pt x="808030" y="71079"/>
                  </a:lnTo>
                  <a:lnTo>
                    <a:pt x="851216" y="56522"/>
                  </a:lnTo>
                  <a:lnTo>
                    <a:pt x="895106" y="43551"/>
                  </a:lnTo>
                  <a:lnTo>
                    <a:pt x="939667" y="32200"/>
                  </a:lnTo>
                  <a:lnTo>
                    <a:pt x="984866" y="22502"/>
                  </a:lnTo>
                  <a:lnTo>
                    <a:pt x="1030667" y="14492"/>
                  </a:lnTo>
                  <a:lnTo>
                    <a:pt x="1077037" y="8202"/>
                  </a:lnTo>
                  <a:lnTo>
                    <a:pt x="1123943" y="3668"/>
                  </a:lnTo>
                  <a:lnTo>
                    <a:pt x="1171350" y="922"/>
                  </a:lnTo>
                  <a:lnTo>
                    <a:pt x="1219224" y="0"/>
                  </a:lnTo>
                  <a:lnTo>
                    <a:pt x="6095975" y="0"/>
                  </a:lnTo>
                  <a:lnTo>
                    <a:pt x="6146912" y="1063"/>
                  </a:lnTo>
                  <a:lnTo>
                    <a:pt x="6197569" y="4236"/>
                  </a:lnTo>
                  <a:lnTo>
                    <a:pt x="6247886" y="9496"/>
                  </a:lnTo>
                  <a:lnTo>
                    <a:pt x="6297804" y="16816"/>
                  </a:lnTo>
                  <a:lnTo>
                    <a:pt x="6347263" y="26172"/>
                  </a:lnTo>
                  <a:lnTo>
                    <a:pt x="6396204" y="37539"/>
                  </a:lnTo>
                  <a:lnTo>
                    <a:pt x="6444567" y="50893"/>
                  </a:lnTo>
                  <a:lnTo>
                    <a:pt x="6492292" y="66209"/>
                  </a:lnTo>
                  <a:lnTo>
                    <a:pt x="6539319" y="83462"/>
                  </a:lnTo>
                  <a:lnTo>
                    <a:pt x="6585589" y="102628"/>
                  </a:lnTo>
                  <a:lnTo>
                    <a:pt x="6631042" y="123681"/>
                  </a:lnTo>
                  <a:lnTo>
                    <a:pt x="6675619" y="146598"/>
                  </a:lnTo>
                  <a:lnTo>
                    <a:pt x="6719259" y="171353"/>
                  </a:lnTo>
                  <a:lnTo>
                    <a:pt x="6761904" y="197921"/>
                  </a:lnTo>
                  <a:lnTo>
                    <a:pt x="6803492" y="226278"/>
                  </a:lnTo>
                  <a:lnTo>
                    <a:pt x="6843966" y="256400"/>
                  </a:lnTo>
                  <a:lnTo>
                    <a:pt x="6883264" y="288261"/>
                  </a:lnTo>
                  <a:lnTo>
                    <a:pt x="6921328" y="321836"/>
                  </a:lnTo>
                  <a:lnTo>
                    <a:pt x="6958097" y="357102"/>
                  </a:lnTo>
                  <a:lnTo>
                    <a:pt x="6993363" y="393872"/>
                  </a:lnTo>
                  <a:lnTo>
                    <a:pt x="7026938" y="431935"/>
                  </a:lnTo>
                  <a:lnTo>
                    <a:pt x="7058799" y="471234"/>
                  </a:lnTo>
                  <a:lnTo>
                    <a:pt x="7088921" y="511707"/>
                  </a:lnTo>
                  <a:lnTo>
                    <a:pt x="7117278" y="553296"/>
                  </a:lnTo>
                  <a:lnTo>
                    <a:pt x="7143847" y="595940"/>
                  </a:lnTo>
                  <a:lnTo>
                    <a:pt x="7168602" y="639581"/>
                  </a:lnTo>
                  <a:lnTo>
                    <a:pt x="7191518" y="684157"/>
                  </a:lnTo>
                  <a:lnTo>
                    <a:pt x="7212572" y="729610"/>
                  </a:lnTo>
                  <a:lnTo>
                    <a:pt x="7231737" y="775880"/>
                  </a:lnTo>
                  <a:lnTo>
                    <a:pt x="7248991" y="822908"/>
                  </a:lnTo>
                  <a:lnTo>
                    <a:pt x="7264307" y="870632"/>
                  </a:lnTo>
                  <a:lnTo>
                    <a:pt x="7277661" y="918995"/>
                  </a:lnTo>
                  <a:lnTo>
                    <a:pt x="7289028" y="967936"/>
                  </a:lnTo>
                  <a:lnTo>
                    <a:pt x="7298384" y="1017395"/>
                  </a:lnTo>
                  <a:lnTo>
                    <a:pt x="7305704" y="1067313"/>
                  </a:lnTo>
                  <a:lnTo>
                    <a:pt x="7310963" y="1117631"/>
                  </a:lnTo>
                  <a:lnTo>
                    <a:pt x="7314137" y="1168287"/>
                  </a:lnTo>
                  <a:lnTo>
                    <a:pt x="7315200" y="1219224"/>
                  </a:lnTo>
                  <a:lnTo>
                    <a:pt x="7315200" y="6095975"/>
                  </a:lnTo>
                  <a:lnTo>
                    <a:pt x="7314278" y="6143850"/>
                  </a:lnTo>
                  <a:lnTo>
                    <a:pt x="7311532" y="6191257"/>
                  </a:lnTo>
                  <a:lnTo>
                    <a:pt x="7306998" y="6238162"/>
                  </a:lnTo>
                  <a:lnTo>
                    <a:pt x="7300708" y="6284533"/>
                  </a:lnTo>
                  <a:lnTo>
                    <a:pt x="7292698" y="6330334"/>
                  </a:lnTo>
                  <a:lnTo>
                    <a:pt x="7283000" y="6375532"/>
                  </a:lnTo>
                  <a:lnTo>
                    <a:pt x="7271649" y="6420093"/>
                  </a:lnTo>
                  <a:lnTo>
                    <a:pt x="7258678" y="6463984"/>
                  </a:lnTo>
                  <a:lnTo>
                    <a:pt x="7244121" y="6507169"/>
                  </a:lnTo>
                  <a:lnTo>
                    <a:pt x="7228013" y="6549616"/>
                  </a:lnTo>
                  <a:lnTo>
                    <a:pt x="7210387" y="6591291"/>
                  </a:lnTo>
                  <a:lnTo>
                    <a:pt x="7191277" y="6632159"/>
                  </a:lnTo>
                  <a:lnTo>
                    <a:pt x="7170717" y="6672187"/>
                  </a:lnTo>
                  <a:lnTo>
                    <a:pt x="7148740" y="6711341"/>
                  </a:lnTo>
                  <a:lnTo>
                    <a:pt x="7125382" y="6749587"/>
                  </a:lnTo>
                  <a:lnTo>
                    <a:pt x="7100675" y="6786891"/>
                  </a:lnTo>
                  <a:lnTo>
                    <a:pt x="7074653" y="6823219"/>
                  </a:lnTo>
                  <a:lnTo>
                    <a:pt x="7047350" y="6858538"/>
                  </a:lnTo>
                  <a:lnTo>
                    <a:pt x="7018801" y="6892813"/>
                  </a:lnTo>
                  <a:lnTo>
                    <a:pt x="6989039" y="6926010"/>
                  </a:lnTo>
                  <a:lnTo>
                    <a:pt x="6958098" y="6958097"/>
                  </a:lnTo>
                  <a:lnTo>
                    <a:pt x="6926011" y="6989038"/>
                  </a:lnTo>
                  <a:lnTo>
                    <a:pt x="6892813" y="7018800"/>
                  </a:lnTo>
                  <a:lnTo>
                    <a:pt x="6858538" y="7047350"/>
                  </a:lnTo>
                  <a:lnTo>
                    <a:pt x="6823220" y="7074652"/>
                  </a:lnTo>
                  <a:lnTo>
                    <a:pt x="6786891" y="7100674"/>
                  </a:lnTo>
                  <a:lnTo>
                    <a:pt x="6749587" y="7125381"/>
                  </a:lnTo>
                  <a:lnTo>
                    <a:pt x="6711341" y="7148740"/>
                  </a:lnTo>
                  <a:lnTo>
                    <a:pt x="6672188" y="7170716"/>
                  </a:lnTo>
                  <a:lnTo>
                    <a:pt x="6632160" y="7191276"/>
                  </a:lnTo>
                  <a:lnTo>
                    <a:pt x="6591291" y="7210386"/>
                  </a:lnTo>
                  <a:lnTo>
                    <a:pt x="6549617" y="7228012"/>
                  </a:lnTo>
                  <a:lnTo>
                    <a:pt x="6507170" y="7244120"/>
                  </a:lnTo>
                  <a:lnTo>
                    <a:pt x="6463984" y="7258677"/>
                  </a:lnTo>
                  <a:lnTo>
                    <a:pt x="6420094" y="7271648"/>
                  </a:lnTo>
                  <a:lnTo>
                    <a:pt x="6375532" y="7282999"/>
                  </a:lnTo>
                  <a:lnTo>
                    <a:pt x="6330334" y="7292697"/>
                  </a:lnTo>
                  <a:lnTo>
                    <a:pt x="6284533" y="7300707"/>
                  </a:lnTo>
                  <a:lnTo>
                    <a:pt x="6238163" y="7306997"/>
                  </a:lnTo>
                  <a:lnTo>
                    <a:pt x="6191257" y="7311531"/>
                  </a:lnTo>
                  <a:lnTo>
                    <a:pt x="6143850" y="7314277"/>
                  </a:lnTo>
                  <a:lnTo>
                    <a:pt x="6095975" y="7315199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75697" y="155690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1219224"/>
                  </a:moveTo>
                  <a:lnTo>
                    <a:pt x="922" y="1171349"/>
                  </a:lnTo>
                  <a:lnTo>
                    <a:pt x="3668" y="1123942"/>
                  </a:lnTo>
                  <a:lnTo>
                    <a:pt x="8202" y="1077037"/>
                  </a:lnTo>
                  <a:lnTo>
                    <a:pt x="14492" y="1030666"/>
                  </a:lnTo>
                  <a:lnTo>
                    <a:pt x="22502" y="984865"/>
                  </a:lnTo>
                  <a:lnTo>
                    <a:pt x="32200" y="939667"/>
                  </a:lnTo>
                  <a:lnTo>
                    <a:pt x="43551" y="895106"/>
                  </a:lnTo>
                  <a:lnTo>
                    <a:pt x="56522" y="851216"/>
                  </a:lnTo>
                  <a:lnTo>
                    <a:pt x="71079" y="808030"/>
                  </a:lnTo>
                  <a:lnTo>
                    <a:pt x="87187" y="765583"/>
                  </a:lnTo>
                  <a:lnTo>
                    <a:pt x="104813" y="723908"/>
                  </a:lnTo>
                  <a:lnTo>
                    <a:pt x="123923" y="683040"/>
                  </a:lnTo>
                  <a:lnTo>
                    <a:pt x="144483" y="643012"/>
                  </a:lnTo>
                  <a:lnTo>
                    <a:pt x="166459" y="603858"/>
                  </a:lnTo>
                  <a:lnTo>
                    <a:pt x="189818" y="565612"/>
                  </a:lnTo>
                  <a:lnTo>
                    <a:pt x="214525" y="528308"/>
                  </a:lnTo>
                  <a:lnTo>
                    <a:pt x="240547" y="491980"/>
                  </a:lnTo>
                  <a:lnTo>
                    <a:pt x="267850" y="456661"/>
                  </a:lnTo>
                  <a:lnTo>
                    <a:pt x="296399" y="422386"/>
                  </a:lnTo>
                  <a:lnTo>
                    <a:pt x="326161" y="389189"/>
                  </a:lnTo>
                  <a:lnTo>
                    <a:pt x="357102" y="357102"/>
                  </a:lnTo>
                  <a:lnTo>
                    <a:pt x="389189" y="326161"/>
                  </a:lnTo>
                  <a:lnTo>
                    <a:pt x="422386" y="296399"/>
                  </a:lnTo>
                  <a:lnTo>
                    <a:pt x="456662" y="267849"/>
                  </a:lnTo>
                  <a:lnTo>
                    <a:pt x="491980" y="240547"/>
                  </a:lnTo>
                  <a:lnTo>
                    <a:pt x="528308" y="214525"/>
                  </a:lnTo>
                  <a:lnTo>
                    <a:pt x="565612" y="189818"/>
                  </a:lnTo>
                  <a:lnTo>
                    <a:pt x="603858" y="166459"/>
                  </a:lnTo>
                  <a:lnTo>
                    <a:pt x="643012" y="144483"/>
                  </a:lnTo>
                  <a:lnTo>
                    <a:pt x="683040" y="123923"/>
                  </a:lnTo>
                  <a:lnTo>
                    <a:pt x="723909" y="104813"/>
                  </a:lnTo>
                  <a:lnTo>
                    <a:pt x="765583" y="87187"/>
                  </a:lnTo>
                  <a:lnTo>
                    <a:pt x="808030" y="71079"/>
                  </a:lnTo>
                  <a:lnTo>
                    <a:pt x="851216" y="56522"/>
                  </a:lnTo>
                  <a:lnTo>
                    <a:pt x="895106" y="43551"/>
                  </a:lnTo>
                  <a:lnTo>
                    <a:pt x="939667" y="32200"/>
                  </a:lnTo>
                  <a:lnTo>
                    <a:pt x="984866" y="22502"/>
                  </a:lnTo>
                  <a:lnTo>
                    <a:pt x="1030667" y="14492"/>
                  </a:lnTo>
                  <a:lnTo>
                    <a:pt x="1077037" y="8202"/>
                  </a:lnTo>
                  <a:lnTo>
                    <a:pt x="1123943" y="3668"/>
                  </a:lnTo>
                  <a:lnTo>
                    <a:pt x="1171350" y="922"/>
                  </a:lnTo>
                  <a:lnTo>
                    <a:pt x="1219224" y="0"/>
                  </a:lnTo>
                  <a:lnTo>
                    <a:pt x="6095975" y="0"/>
                  </a:lnTo>
                  <a:lnTo>
                    <a:pt x="6146912" y="1063"/>
                  </a:lnTo>
                  <a:lnTo>
                    <a:pt x="6197569" y="4236"/>
                  </a:lnTo>
                  <a:lnTo>
                    <a:pt x="6247886" y="9496"/>
                  </a:lnTo>
                  <a:lnTo>
                    <a:pt x="6297804" y="16816"/>
                  </a:lnTo>
                  <a:lnTo>
                    <a:pt x="6347264" y="26172"/>
                  </a:lnTo>
                  <a:lnTo>
                    <a:pt x="6396204" y="37539"/>
                  </a:lnTo>
                  <a:lnTo>
                    <a:pt x="6444567" y="50893"/>
                  </a:lnTo>
                  <a:lnTo>
                    <a:pt x="6492292" y="66209"/>
                  </a:lnTo>
                  <a:lnTo>
                    <a:pt x="6539319" y="83462"/>
                  </a:lnTo>
                  <a:lnTo>
                    <a:pt x="6585589" y="102628"/>
                  </a:lnTo>
                  <a:lnTo>
                    <a:pt x="6631042" y="123681"/>
                  </a:lnTo>
                  <a:lnTo>
                    <a:pt x="6675619" y="146598"/>
                  </a:lnTo>
                  <a:lnTo>
                    <a:pt x="6719259" y="171353"/>
                  </a:lnTo>
                  <a:lnTo>
                    <a:pt x="6761904" y="197921"/>
                  </a:lnTo>
                  <a:lnTo>
                    <a:pt x="6803492" y="226278"/>
                  </a:lnTo>
                  <a:lnTo>
                    <a:pt x="6843966" y="256400"/>
                  </a:lnTo>
                  <a:lnTo>
                    <a:pt x="6883264" y="288261"/>
                  </a:lnTo>
                  <a:lnTo>
                    <a:pt x="6921328" y="321836"/>
                  </a:lnTo>
                  <a:lnTo>
                    <a:pt x="6958097" y="357102"/>
                  </a:lnTo>
                  <a:lnTo>
                    <a:pt x="6993363" y="393872"/>
                  </a:lnTo>
                  <a:lnTo>
                    <a:pt x="7026938" y="431935"/>
                  </a:lnTo>
                  <a:lnTo>
                    <a:pt x="7058799" y="471234"/>
                  </a:lnTo>
                  <a:lnTo>
                    <a:pt x="7088921" y="511707"/>
                  </a:lnTo>
                  <a:lnTo>
                    <a:pt x="7117278" y="553296"/>
                  </a:lnTo>
                  <a:lnTo>
                    <a:pt x="7143847" y="595940"/>
                  </a:lnTo>
                  <a:lnTo>
                    <a:pt x="7168602" y="639581"/>
                  </a:lnTo>
                  <a:lnTo>
                    <a:pt x="7191518" y="684157"/>
                  </a:lnTo>
                  <a:lnTo>
                    <a:pt x="7212572" y="729610"/>
                  </a:lnTo>
                  <a:lnTo>
                    <a:pt x="7231737" y="775880"/>
                  </a:lnTo>
                  <a:lnTo>
                    <a:pt x="7248991" y="822908"/>
                  </a:lnTo>
                  <a:lnTo>
                    <a:pt x="7264307" y="870632"/>
                  </a:lnTo>
                  <a:lnTo>
                    <a:pt x="7277661" y="918995"/>
                  </a:lnTo>
                  <a:lnTo>
                    <a:pt x="7289028" y="967936"/>
                  </a:lnTo>
                  <a:lnTo>
                    <a:pt x="7298384" y="1017395"/>
                  </a:lnTo>
                  <a:lnTo>
                    <a:pt x="7305704" y="1067313"/>
                  </a:lnTo>
                  <a:lnTo>
                    <a:pt x="7310963" y="1117631"/>
                  </a:lnTo>
                  <a:lnTo>
                    <a:pt x="7314137" y="1168287"/>
                  </a:lnTo>
                  <a:lnTo>
                    <a:pt x="7315200" y="1219224"/>
                  </a:lnTo>
                  <a:lnTo>
                    <a:pt x="7315200" y="6095975"/>
                  </a:lnTo>
                  <a:lnTo>
                    <a:pt x="7314278" y="6143850"/>
                  </a:lnTo>
                  <a:lnTo>
                    <a:pt x="7311532" y="6191257"/>
                  </a:lnTo>
                  <a:lnTo>
                    <a:pt x="7306998" y="6238162"/>
                  </a:lnTo>
                  <a:lnTo>
                    <a:pt x="7300708" y="6284533"/>
                  </a:lnTo>
                  <a:lnTo>
                    <a:pt x="7292698" y="6330334"/>
                  </a:lnTo>
                  <a:lnTo>
                    <a:pt x="7283000" y="6375532"/>
                  </a:lnTo>
                  <a:lnTo>
                    <a:pt x="7271649" y="6420093"/>
                  </a:lnTo>
                  <a:lnTo>
                    <a:pt x="7258678" y="6463984"/>
                  </a:lnTo>
                  <a:lnTo>
                    <a:pt x="7244121" y="6507169"/>
                  </a:lnTo>
                  <a:lnTo>
                    <a:pt x="7228013" y="6549616"/>
                  </a:lnTo>
                  <a:lnTo>
                    <a:pt x="7210387" y="6591291"/>
                  </a:lnTo>
                  <a:lnTo>
                    <a:pt x="7191277" y="6632159"/>
                  </a:lnTo>
                  <a:lnTo>
                    <a:pt x="7170717" y="6672187"/>
                  </a:lnTo>
                  <a:lnTo>
                    <a:pt x="7148740" y="6711341"/>
                  </a:lnTo>
                  <a:lnTo>
                    <a:pt x="7125382" y="6749587"/>
                  </a:lnTo>
                  <a:lnTo>
                    <a:pt x="7100675" y="6786891"/>
                  </a:lnTo>
                  <a:lnTo>
                    <a:pt x="7074653" y="6823219"/>
                  </a:lnTo>
                  <a:lnTo>
                    <a:pt x="7047350" y="6858538"/>
                  </a:lnTo>
                  <a:lnTo>
                    <a:pt x="7018801" y="6892813"/>
                  </a:lnTo>
                  <a:lnTo>
                    <a:pt x="6989039" y="6926010"/>
                  </a:lnTo>
                  <a:lnTo>
                    <a:pt x="6958098" y="6958097"/>
                  </a:lnTo>
                  <a:lnTo>
                    <a:pt x="6926011" y="6989038"/>
                  </a:lnTo>
                  <a:lnTo>
                    <a:pt x="6892813" y="7018800"/>
                  </a:lnTo>
                  <a:lnTo>
                    <a:pt x="6858538" y="7047350"/>
                  </a:lnTo>
                  <a:lnTo>
                    <a:pt x="6823220" y="7074652"/>
                  </a:lnTo>
                  <a:lnTo>
                    <a:pt x="6786891" y="7100674"/>
                  </a:lnTo>
                  <a:lnTo>
                    <a:pt x="6749587" y="7125381"/>
                  </a:lnTo>
                  <a:lnTo>
                    <a:pt x="6711342" y="7148740"/>
                  </a:lnTo>
                  <a:lnTo>
                    <a:pt x="6672188" y="7170716"/>
                  </a:lnTo>
                  <a:lnTo>
                    <a:pt x="6632160" y="7191276"/>
                  </a:lnTo>
                  <a:lnTo>
                    <a:pt x="6591291" y="7210386"/>
                  </a:lnTo>
                  <a:lnTo>
                    <a:pt x="6549617" y="7228012"/>
                  </a:lnTo>
                  <a:lnTo>
                    <a:pt x="6507170" y="7244120"/>
                  </a:lnTo>
                  <a:lnTo>
                    <a:pt x="6463984" y="7258677"/>
                  </a:lnTo>
                  <a:lnTo>
                    <a:pt x="6420094" y="7271648"/>
                  </a:lnTo>
                  <a:lnTo>
                    <a:pt x="6375532" y="7282999"/>
                  </a:lnTo>
                  <a:lnTo>
                    <a:pt x="6330334" y="7292697"/>
                  </a:lnTo>
                  <a:lnTo>
                    <a:pt x="6284533" y="7300707"/>
                  </a:lnTo>
                  <a:lnTo>
                    <a:pt x="6238163" y="7306997"/>
                  </a:lnTo>
                  <a:lnTo>
                    <a:pt x="6191257" y="7311531"/>
                  </a:lnTo>
                  <a:lnTo>
                    <a:pt x="6143850" y="7314277"/>
                  </a:lnTo>
                  <a:lnTo>
                    <a:pt x="6095975" y="7315199"/>
                  </a:lnTo>
                  <a:lnTo>
                    <a:pt x="1219224" y="7315199"/>
                  </a:lnTo>
                  <a:lnTo>
                    <a:pt x="1171350" y="7314277"/>
                  </a:lnTo>
                  <a:lnTo>
                    <a:pt x="1123943" y="7311531"/>
                  </a:lnTo>
                  <a:lnTo>
                    <a:pt x="1077037" y="7306997"/>
                  </a:lnTo>
                  <a:lnTo>
                    <a:pt x="1030667" y="7300707"/>
                  </a:lnTo>
                  <a:lnTo>
                    <a:pt x="984866" y="7292697"/>
                  </a:lnTo>
                  <a:lnTo>
                    <a:pt x="939667" y="7282999"/>
                  </a:lnTo>
                  <a:lnTo>
                    <a:pt x="895106" y="7271648"/>
                  </a:lnTo>
                  <a:lnTo>
                    <a:pt x="851216" y="7258677"/>
                  </a:lnTo>
                  <a:lnTo>
                    <a:pt x="808030" y="7244120"/>
                  </a:lnTo>
                  <a:lnTo>
                    <a:pt x="765583" y="7228012"/>
                  </a:lnTo>
                  <a:lnTo>
                    <a:pt x="723909" y="7210386"/>
                  </a:lnTo>
                  <a:lnTo>
                    <a:pt x="683040" y="7191276"/>
                  </a:lnTo>
                  <a:lnTo>
                    <a:pt x="643012" y="7170716"/>
                  </a:lnTo>
                  <a:lnTo>
                    <a:pt x="603858" y="7148740"/>
                  </a:lnTo>
                  <a:lnTo>
                    <a:pt x="565612" y="7125381"/>
                  </a:lnTo>
                  <a:lnTo>
                    <a:pt x="528308" y="7100674"/>
                  </a:lnTo>
                  <a:lnTo>
                    <a:pt x="491980" y="7074652"/>
                  </a:lnTo>
                  <a:lnTo>
                    <a:pt x="456662" y="7047350"/>
                  </a:lnTo>
                  <a:lnTo>
                    <a:pt x="422386" y="7018800"/>
                  </a:lnTo>
                  <a:lnTo>
                    <a:pt x="389189" y="6989038"/>
                  </a:lnTo>
                  <a:lnTo>
                    <a:pt x="357102" y="6958097"/>
                  </a:lnTo>
                  <a:lnTo>
                    <a:pt x="326161" y="6926010"/>
                  </a:lnTo>
                  <a:lnTo>
                    <a:pt x="296399" y="6892813"/>
                  </a:lnTo>
                  <a:lnTo>
                    <a:pt x="267850" y="6858538"/>
                  </a:lnTo>
                  <a:lnTo>
                    <a:pt x="240547" y="6823219"/>
                  </a:lnTo>
                  <a:lnTo>
                    <a:pt x="214525" y="6786891"/>
                  </a:lnTo>
                  <a:lnTo>
                    <a:pt x="189818" y="6749587"/>
                  </a:lnTo>
                  <a:lnTo>
                    <a:pt x="166459" y="6711341"/>
                  </a:lnTo>
                  <a:lnTo>
                    <a:pt x="144483" y="6672187"/>
                  </a:lnTo>
                  <a:lnTo>
                    <a:pt x="123923" y="6632159"/>
                  </a:lnTo>
                  <a:lnTo>
                    <a:pt x="104813" y="6591291"/>
                  </a:lnTo>
                  <a:lnTo>
                    <a:pt x="87187" y="6549616"/>
                  </a:lnTo>
                  <a:lnTo>
                    <a:pt x="71079" y="6507169"/>
                  </a:lnTo>
                  <a:lnTo>
                    <a:pt x="56522" y="6463984"/>
                  </a:lnTo>
                  <a:lnTo>
                    <a:pt x="43551" y="6420093"/>
                  </a:lnTo>
                  <a:lnTo>
                    <a:pt x="32200" y="6375532"/>
                  </a:lnTo>
                  <a:lnTo>
                    <a:pt x="22502" y="6330334"/>
                  </a:lnTo>
                  <a:lnTo>
                    <a:pt x="14492" y="6284533"/>
                  </a:lnTo>
                  <a:lnTo>
                    <a:pt x="8202" y="6238162"/>
                  </a:lnTo>
                  <a:lnTo>
                    <a:pt x="3668" y="6191257"/>
                  </a:lnTo>
                  <a:lnTo>
                    <a:pt x="922" y="6143850"/>
                  </a:lnTo>
                  <a:lnTo>
                    <a:pt x="0" y="6095975"/>
                  </a:lnTo>
                  <a:lnTo>
                    <a:pt x="0" y="1219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83193" y="4758950"/>
            <a:ext cx="3100705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latin typeface="Tahoma"/>
                <a:cs typeface="Tahoma"/>
              </a:rPr>
              <a:t>40,000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80" dirty="0">
                <a:latin typeface="Tahoma"/>
                <a:cs typeface="Tahoma"/>
              </a:rPr>
              <a:t>GB</a:t>
            </a:r>
            <a:r>
              <a:rPr sz="2800" b="1" spc="-280" dirty="0">
                <a:latin typeface="Tahoma"/>
                <a:cs typeface="Tahoma"/>
              </a:rPr>
              <a:t> </a:t>
            </a:r>
            <a:r>
              <a:rPr sz="2800" b="1" spc="-275" dirty="0">
                <a:latin typeface="Tahoma"/>
                <a:cs typeface="Tahoma"/>
              </a:rPr>
              <a:t>@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45" dirty="0">
                <a:latin typeface="Tahoma"/>
                <a:cs typeface="Tahoma"/>
              </a:rPr>
              <a:t>32-bit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800" b="1" spc="-135" dirty="0">
                <a:latin typeface="Tahoma"/>
                <a:cs typeface="Tahoma"/>
              </a:rPr>
              <a:t>ful</a:t>
            </a:r>
            <a:r>
              <a:rPr sz="2800" b="1" spc="-90" dirty="0">
                <a:latin typeface="Tahoma"/>
                <a:cs typeface="Tahoma"/>
              </a:rPr>
              <a:t>l</a:t>
            </a:r>
            <a:r>
              <a:rPr sz="2800" b="1" spc="-285" dirty="0">
                <a:latin typeface="Tahoma"/>
                <a:cs typeface="Tahoma"/>
              </a:rPr>
              <a:t> </a:t>
            </a:r>
            <a:r>
              <a:rPr sz="2800" b="1" spc="-150" dirty="0">
                <a:latin typeface="Tahoma"/>
                <a:cs typeface="Tahoma"/>
              </a:rPr>
              <a:t>precision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33760" y="2286106"/>
            <a:ext cx="319786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5495" marR="5080" indent="-773430">
              <a:lnSpc>
                <a:spcPct val="100000"/>
              </a:lnSpc>
              <a:spcBef>
                <a:spcPts val="100"/>
              </a:spcBef>
            </a:pPr>
            <a:r>
              <a:rPr sz="4600" b="1" spc="-240" dirty="0">
                <a:latin typeface="Tahoma"/>
                <a:cs typeface="Tahoma"/>
              </a:rPr>
              <a:t>500B</a:t>
            </a:r>
            <a:r>
              <a:rPr sz="4600" b="1" spc="-459" dirty="0">
                <a:latin typeface="Tahoma"/>
                <a:cs typeface="Tahoma"/>
              </a:rPr>
              <a:t> </a:t>
            </a:r>
            <a:r>
              <a:rPr sz="4600" b="1" spc="-285" dirty="0">
                <a:latin typeface="Tahoma"/>
                <a:cs typeface="Tahoma"/>
              </a:rPr>
              <a:t>pa</a:t>
            </a:r>
            <a:r>
              <a:rPr sz="4600" b="1" spc="-270" dirty="0">
                <a:latin typeface="Tahoma"/>
                <a:cs typeface="Tahoma"/>
              </a:rPr>
              <a:t>r</a:t>
            </a:r>
            <a:r>
              <a:rPr sz="4600" b="1" spc="-305" dirty="0">
                <a:latin typeface="Tahoma"/>
                <a:cs typeface="Tahoma"/>
              </a:rPr>
              <a:t>am  </a:t>
            </a:r>
            <a:r>
              <a:rPr sz="4600" b="1" spc="-285" dirty="0">
                <a:latin typeface="Tahoma"/>
                <a:cs typeface="Tahoma"/>
              </a:rPr>
              <a:t>model</a:t>
            </a:r>
            <a:endParaRPr sz="4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800" y="1608080"/>
            <a:ext cx="808228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114" dirty="0">
                <a:solidFill>
                  <a:srgbClr val="FF00FF"/>
                </a:solidFill>
                <a:latin typeface="Tahoma"/>
                <a:cs typeface="Tahoma"/>
              </a:rPr>
              <a:t>As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70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60" dirty="0">
                <a:solidFill>
                  <a:srgbClr val="FF00FF"/>
                </a:solidFill>
                <a:latin typeface="Tahoma"/>
                <a:cs typeface="Tahoma"/>
              </a:rPr>
              <a:t>sizes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330" dirty="0">
                <a:solidFill>
                  <a:srgbClr val="FF00FF"/>
                </a:solidFill>
                <a:latin typeface="Tahoma"/>
                <a:cs typeface="Tahoma"/>
              </a:rPr>
              <a:t>ge</a:t>
            </a:r>
            <a:r>
              <a:rPr sz="4300" b="1" spc="-220" dirty="0">
                <a:solidFill>
                  <a:srgbClr val="FF00FF"/>
                </a:solidFill>
                <a:latin typeface="Tahoma"/>
                <a:cs typeface="Tahoma"/>
              </a:rPr>
              <a:t>t</a:t>
            </a:r>
            <a:r>
              <a:rPr sz="4300" b="1" spc="-434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60" dirty="0">
                <a:solidFill>
                  <a:srgbClr val="FF00FF"/>
                </a:solidFill>
                <a:latin typeface="Tahoma"/>
                <a:cs typeface="Tahoma"/>
              </a:rPr>
              <a:t>large</a:t>
            </a:r>
            <a:r>
              <a:rPr sz="4300" b="1" spc="-405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4300" b="1" spc="-380" dirty="0">
                <a:solidFill>
                  <a:srgbClr val="FF00FF"/>
                </a:solidFill>
                <a:latin typeface="Tahoma"/>
                <a:cs typeface="Tahoma"/>
              </a:rPr>
              <a:t>,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60" dirty="0">
                <a:solidFill>
                  <a:srgbClr val="FF00FF"/>
                </a:solidFill>
                <a:latin typeface="Tahoma"/>
                <a:cs typeface="Tahoma"/>
              </a:rPr>
              <a:t>yo</a:t>
            </a:r>
            <a:r>
              <a:rPr sz="4300" b="1" spc="-265" dirty="0">
                <a:solidFill>
                  <a:srgbClr val="FF00FF"/>
                </a:solidFill>
                <a:latin typeface="Tahoma"/>
                <a:cs typeface="Tahoma"/>
              </a:rPr>
              <a:t>u</a:t>
            </a:r>
            <a:r>
              <a:rPr sz="4300" b="1" spc="-434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10" dirty="0">
                <a:solidFill>
                  <a:srgbClr val="FF00FF"/>
                </a:solidFill>
                <a:latin typeface="Tahoma"/>
                <a:cs typeface="Tahoma"/>
              </a:rPr>
              <a:t>will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1800" y="2263400"/>
            <a:ext cx="7532370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300" b="1" spc="-275" dirty="0">
                <a:solidFill>
                  <a:srgbClr val="FF00FF"/>
                </a:solidFill>
                <a:latin typeface="Tahoma"/>
                <a:cs typeface="Tahoma"/>
              </a:rPr>
              <a:t>need</a:t>
            </a:r>
            <a:r>
              <a:rPr sz="4300" b="1" spc="-434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170" dirty="0">
                <a:solidFill>
                  <a:srgbClr val="FF00FF"/>
                </a:solidFill>
                <a:latin typeface="Tahoma"/>
                <a:cs typeface="Tahoma"/>
              </a:rPr>
              <a:t>to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00" dirty="0">
                <a:solidFill>
                  <a:srgbClr val="FF00FF"/>
                </a:solidFill>
                <a:latin typeface="Tahoma"/>
                <a:cs typeface="Tahoma"/>
              </a:rPr>
              <a:t>split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60" dirty="0">
                <a:solidFill>
                  <a:srgbClr val="FF00FF"/>
                </a:solidFill>
                <a:latin typeface="Tahoma"/>
                <a:cs typeface="Tahoma"/>
              </a:rPr>
              <a:t>y</a:t>
            </a:r>
            <a:r>
              <a:rPr sz="4300" b="1" spc="-240" dirty="0">
                <a:solidFill>
                  <a:srgbClr val="FF00FF"/>
                </a:solidFill>
                <a:latin typeface="Tahoma"/>
                <a:cs typeface="Tahoma"/>
              </a:rPr>
              <a:t>ou</a:t>
            </a:r>
            <a:r>
              <a:rPr sz="4300" b="1" spc="-165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4300" b="1" spc="-434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70" dirty="0">
                <a:solidFill>
                  <a:srgbClr val="FF00FF"/>
                </a:solidFill>
                <a:latin typeface="Tahoma"/>
                <a:cs typeface="Tahoma"/>
              </a:rPr>
              <a:t>model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235" dirty="0">
                <a:solidFill>
                  <a:srgbClr val="FF00FF"/>
                </a:solidFill>
                <a:latin typeface="Tahoma"/>
                <a:cs typeface="Tahoma"/>
              </a:rPr>
              <a:t>across  </a:t>
            </a:r>
            <a:r>
              <a:rPr sz="4300" b="1" spc="-229" dirty="0">
                <a:solidFill>
                  <a:srgbClr val="FF00FF"/>
                </a:solidFill>
                <a:latin typeface="Tahoma"/>
                <a:cs typeface="Tahoma"/>
              </a:rPr>
              <a:t>multiple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155" dirty="0">
                <a:solidFill>
                  <a:srgbClr val="FF00FF"/>
                </a:solidFill>
                <a:latin typeface="Tahoma"/>
                <a:cs typeface="Tahoma"/>
              </a:rPr>
              <a:t>GPUs</a:t>
            </a:r>
            <a:r>
              <a:rPr sz="4300" b="1" spc="-430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165" dirty="0">
                <a:solidFill>
                  <a:srgbClr val="FF00FF"/>
                </a:solidFill>
                <a:latin typeface="Tahoma"/>
                <a:cs typeface="Tahoma"/>
              </a:rPr>
              <a:t>fo</a:t>
            </a:r>
            <a:r>
              <a:rPr sz="4300" b="1" spc="-140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4300" b="1" spc="-434" dirty="0">
                <a:solidFill>
                  <a:srgbClr val="FF00FF"/>
                </a:solidFill>
                <a:latin typeface="Tahoma"/>
                <a:cs typeface="Tahoma"/>
              </a:rPr>
              <a:t> </a:t>
            </a:r>
            <a:r>
              <a:rPr sz="4300" b="1" spc="-114" dirty="0">
                <a:solidFill>
                  <a:srgbClr val="FF00FF"/>
                </a:solidFill>
                <a:latin typeface="Tahoma"/>
                <a:cs typeface="Tahoma"/>
              </a:rPr>
              <a:t>t</a:t>
            </a:r>
            <a:r>
              <a:rPr sz="4300" b="1" spc="-185" dirty="0">
                <a:solidFill>
                  <a:srgbClr val="FF00FF"/>
                </a:solidFill>
                <a:latin typeface="Tahoma"/>
                <a:cs typeface="Tahoma"/>
              </a:rPr>
              <a:t>r</a:t>
            </a:r>
            <a:r>
              <a:rPr sz="4300" b="1" spc="-290" dirty="0">
                <a:solidFill>
                  <a:srgbClr val="FF00FF"/>
                </a:solidFill>
                <a:latin typeface="Tahoma"/>
                <a:cs typeface="Tahoma"/>
              </a:rPr>
              <a:t>aining</a:t>
            </a:r>
            <a:endParaRPr sz="4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2153</Words>
  <Application>Microsoft Office PowerPoint</Application>
  <PresentationFormat>Custom</PresentationFormat>
  <Paragraphs>930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Generative AI &amp;  Large Language  Models (LLMs)</vt:lpstr>
      <vt:lpstr>Slide 2</vt:lpstr>
      <vt:lpstr>Generative AI &amp;  Large Language Models</vt:lpstr>
      <vt:lpstr>Generative AI</vt:lpstr>
      <vt:lpstr>Generative AI</vt:lpstr>
      <vt:lpstr>Generative AI</vt:lpstr>
      <vt:lpstr>Large Language Models</vt:lpstr>
      <vt:lpstr>Prompts and completions</vt:lpstr>
      <vt:lpstr>Prompts and completions</vt:lpstr>
      <vt:lpstr>Use cases &amp; tasks</vt:lpstr>
      <vt:lpstr>LLM use cases &amp; tasks</vt:lpstr>
      <vt:lpstr>The signiﬁcance of scale: language understanding</vt:lpstr>
      <vt:lpstr>Model size vs. time</vt:lpstr>
      <vt:lpstr>Model size vs. time</vt:lpstr>
      <vt:lpstr>Model size vs. time</vt:lpstr>
      <vt:lpstr>How LLMs work -  Transformers architecture</vt:lpstr>
      <vt:lpstr>Understanding language can be challenging</vt:lpstr>
      <vt:lpstr>Understanding language can be challenging</vt:lpstr>
      <vt:lpstr>Transformers</vt:lpstr>
      <vt:lpstr>Self-attention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Prompting and  prompt engineering</vt:lpstr>
      <vt:lpstr>Prompting and prompt engineering</vt:lpstr>
      <vt:lpstr>In-context learning (ICL) - zero shot inference</vt:lpstr>
      <vt:lpstr>In-context learning (ICL) - zero shot inference</vt:lpstr>
      <vt:lpstr>In-context learning (ICL) - one shot inference</vt:lpstr>
      <vt:lpstr>In-context learning (ICL) - few shot inference</vt:lpstr>
      <vt:lpstr>Summary of in-context learning (ICL)</vt:lpstr>
      <vt:lpstr>The signiﬁcance of scale: task ability</vt:lpstr>
      <vt:lpstr>Generative conﬁguration  parameters for inference</vt:lpstr>
      <vt:lpstr>Generative conﬁguration - inference parameters</vt:lpstr>
      <vt:lpstr>Generative conﬁguration - max new tokens</vt:lpstr>
      <vt:lpstr>Generative conﬁg - max new tokens</vt:lpstr>
      <vt:lpstr>Generative conﬁg - max new tokens</vt:lpstr>
      <vt:lpstr>Generative conﬁg - greedy vs. random sampling</vt:lpstr>
      <vt:lpstr>Generative conﬁguration - top-k and top-p</vt:lpstr>
      <vt:lpstr>Generative conﬁg - top-k sampling</vt:lpstr>
      <vt:lpstr>Generative conﬁg - top-p sampling</vt:lpstr>
      <vt:lpstr>Generative conﬁguration - temperature</vt:lpstr>
      <vt:lpstr>Generative conﬁg - temperature</vt:lpstr>
      <vt:lpstr>Generative AI  project lifecycle</vt:lpstr>
      <vt:lpstr>Generative AI project lifecycle</vt:lpstr>
      <vt:lpstr>Generative AI project lifecycle</vt:lpstr>
      <vt:lpstr>Generative AI project lifecycle</vt:lpstr>
      <vt:lpstr>Generative AI project lifecycle</vt:lpstr>
      <vt:lpstr>Generative AI project lifecycle</vt:lpstr>
      <vt:lpstr>Generative AI project lifecycle</vt:lpstr>
      <vt:lpstr>Generative AI project lifecycle</vt:lpstr>
      <vt:lpstr>Considerations for choosing a model</vt:lpstr>
      <vt:lpstr>Considerations for choosing a model</vt:lpstr>
      <vt:lpstr>Approximate GPU RAM needed to store 1B parameters</vt:lpstr>
      <vt:lpstr>Additional GPU RAM needed to train 1B parameters</vt:lpstr>
      <vt:lpstr>Approximate GPU RAM needed to train 1B-params</vt:lpstr>
      <vt:lpstr>Quantization: Summary</vt:lpstr>
      <vt:lpstr>Approximate GPU RAM needed to store 1B parameters</vt:lpstr>
      <vt:lpstr>Approximate GPU RAM needed to train 1B-params</vt:lpstr>
      <vt:lpstr>GPU RAM needed to train larger models</vt:lpstr>
      <vt:lpstr>GPU RAM needed to train larger models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</dc:title>
  <cp:lastModifiedBy>Admin</cp:lastModifiedBy>
  <cp:revision>6</cp:revision>
  <dcterms:created xsi:type="dcterms:W3CDTF">2023-08-31T02:38:52Z</dcterms:created>
  <dcterms:modified xsi:type="dcterms:W3CDTF">2026-08-06T16:42:33Z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